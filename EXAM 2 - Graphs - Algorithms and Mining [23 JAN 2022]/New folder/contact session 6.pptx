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notesSlides/notesSlide3.xml" ContentType="application/vnd.openxmlformats-officedocument.presentationml.notesSlide+xml"/>
  <Override PartName="/ppt/ink/ink11.xml" ContentType="application/inkml+xml"/>
  <Override PartName="/ppt/ink/ink12.xml" ContentType="application/inkml+xml"/>
  <Override PartName="/ppt/ink/ink13.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6"/>
  </p:notesMasterIdLst>
  <p:handoutMasterIdLst>
    <p:handoutMasterId r:id="rId27"/>
  </p:handoutMasterIdLst>
  <p:sldIdLst>
    <p:sldId id="537" r:id="rId2"/>
    <p:sldId id="538" r:id="rId3"/>
    <p:sldId id="649" r:id="rId4"/>
    <p:sldId id="665" r:id="rId5"/>
    <p:sldId id="666" r:id="rId6"/>
    <p:sldId id="667" r:id="rId7"/>
    <p:sldId id="635" r:id="rId8"/>
    <p:sldId id="662" r:id="rId9"/>
    <p:sldId id="651" r:id="rId10"/>
    <p:sldId id="661" r:id="rId11"/>
    <p:sldId id="652" r:id="rId12"/>
    <p:sldId id="664" r:id="rId13"/>
    <p:sldId id="654" r:id="rId14"/>
    <p:sldId id="655" r:id="rId15"/>
    <p:sldId id="656" r:id="rId16"/>
    <p:sldId id="657" r:id="rId17"/>
    <p:sldId id="653" r:id="rId18"/>
    <p:sldId id="658" r:id="rId19"/>
    <p:sldId id="659" r:id="rId20"/>
    <p:sldId id="660" r:id="rId21"/>
    <p:sldId id="650" r:id="rId22"/>
    <p:sldId id="663" r:id="rId23"/>
    <p:sldId id="636" r:id="rId24"/>
    <p:sldId id="589" r:id="rId2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5" d="100"/>
          <a:sy n="65" d="100"/>
        </p:scale>
        <p:origin x="1452" y="6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notesViewPr>
    <p:cSldViewPr>
      <p:cViewPr varScale="1">
        <p:scale>
          <a:sx n="52" d="100"/>
          <a:sy n="52" d="100"/>
        </p:scale>
        <p:origin x="-2844" y="-10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smtClean="0"/>
              <a:t>Graphs - Algorithms and Mining</a:t>
            </a:r>
            <a:endParaRPr lang="en-IN"/>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7562AE5-15C8-4ECC-BBB9-9FED33E39EC5}" type="datetime1">
              <a:rPr lang="en-IN" smtClean="0"/>
              <a:t>18-12-2021</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IN" smtClean="0"/>
              <a:t>Agarwal Charu C. and Wang Haixun, “Managing and Mining Graph Data” </a:t>
            </a:r>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F692E00-3475-4C5E-BFA9-581BF4DDDFFD}" type="slidenum">
              <a:rPr lang="en-IN" smtClean="0"/>
              <a:t>‹#›</a:t>
            </a:fld>
            <a:endParaRPr lang="en-IN"/>
          </a:p>
        </p:txBody>
      </p:sp>
    </p:spTree>
    <p:extLst>
      <p:ext uri="{BB962C8B-B14F-4D97-AF65-F5344CB8AC3E}">
        <p14:creationId xmlns:p14="http://schemas.microsoft.com/office/powerpoint/2010/main" val="3700240"/>
      </p:ext>
    </p:extLst>
  </p:cSld>
  <p:clrMap bg1="lt1" tx1="dk1" bg2="lt2" tx2="dk2" accent1="accent1" accent2="accent2" accent3="accent3" accent4="accent4" accent5="accent5" accent6="accent6" hlink="hlink" folHlink="folHlink"/>
  <p:hf/>
</p:handoutMaster>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0-10-04T12:28:56.071"/>
    </inkml:context>
    <inkml:brush xml:id="br0">
      <inkml:brushProperty name="width" value="0.05292" units="cm"/>
      <inkml:brushProperty name="height" value="0.05292" units="cm"/>
      <inkml:brushProperty name="color" value="#FF0000"/>
    </inkml:brush>
  </inkml:definitions>
  <inkml:trace contextRef="#ctx0" brushRef="#br0">12506 14397 59 0,'0'0'5'0,"0"0"13"16,0 0 25-16,0 0-4 15,0 0 5-15,0 0 10 16,0 0-14-16,0 0 5 16,-11-28-24-16,11 28-13 15,0 0-1-15,0 0-7 16,0 0-4-16,0 0 1 15,0 0-35-15,0 0-32 16,0 7-26-16,0 1-28 16</inkml:trace>
  <inkml:trace contextRef="#ctx0" brushRef="#br0" timeOffset="3544.9043">16395 14231 82 0,'0'0'204'0,"0"0"-171"16,0 0 25-16,0 0-56 16,-84-15-2-16,61 33 28 15,3 3-16-15,4 7-7 16,3-3 11-16,9 0-8 16,4-3-4-16,0-5-8 15,0-6 15-15,13-1 12 16,2-6-7-16,6-4-5 15,3 0 20-15,1 0-25 16,1-9-3-16,-1-8-3 16,-1-7 2-16,-5 2-17 15,-7-2 4-15,-7 5 0 16,-5 5-4-16,0 4 4 16,-2 5-23-16,-9 5 6 15,0 0 5-15,-1 0 12 0,-2 9 8 16,2 4 3-1,6-1 0-15,3 1-7 0,3-2 0 16,0-2 7-16,0-2 0 16,11-4 8-16,10 0-6 15,5-3-2-15,4 0 9 16,3 0-7-16,0 0 0 16,-3 0-2-16,-5 7 0 15,-5 0-2-15,-7 7 2 16,-6 1-2-16,-7 3-1 15,0 2 3-15,-7 0 0 16,-14-3 0-16,-1-2 0 0,4-2 11 16,5-6-5-16,5-3-5 15,6-2 7-15,2-2-8 16,0 0 0-16,0-2 0 16,18-13 0-16,6-6-7 15,8 0-9-15,3-1 7 16,0 2 6-16,-1 4-10 15,0-1 13-15,-2 1-5 16,-6 1 5-16,-2 1-1 16,-4 0 1-16,-1-1 0 15,-1 1 0-15,-6 2 0 16,-3 3-42-16,-6-2-107 16</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1-12-18T11:07:30.620"/>
    </inkml:context>
    <inkml:brush xml:id="br0">
      <inkml:brushProperty name="width" value="0.05292" units="cm"/>
      <inkml:brushProperty name="height" value="0.05292" units="cm"/>
      <inkml:brushProperty name="color" value="#FF0000"/>
    </inkml:brush>
  </inkml:definitions>
  <inkml:trace contextRef="#ctx0" brushRef="#br0">22787 2602 646 0,'0'0'75'0,"0"0"-31"15,0 0 4-15,0 0 39 16,0 0-50-16,0 0 104 15,0 0-86-15,0 0-34 16,-4 0-5-16,4 0-10 16,0 0-6-16,10 3 0 15,11-1 1-15,4 3 7 16,6-3-4-16,4 1-2 0,-1-3-2 16,2 0 4-1,-1 0-4-15,-6 0 0 0,-2 0-3 16,-4-3 3-16,-7-1 0 15,-7 4-39-15,-3 0-105 16,-6 0-61-16,0 7-141 16</inkml:trace>
  <inkml:trace contextRef="#ctx0" brushRef="#br0" timeOffset="343.0859">22813 2985 560 0,'0'0'133'15,"0"0"-112"-15,0 0-12 16,0 0 59-16,0 0 13 16,0 0 15-16,-7 9-42 15,7-8-20-15,5 2 0 16,12 0 44-16,3-1-47 15,6-2-1 1,2 0-9-16,3 0 0 0,1 0-9 16,1 0-3-16,-2-5-2 15,-3 1-6-15,-4 2 0 16,0-1 0-16,-6 2-1 16,-3 1-2-16,-6 0-7 15,-2 0-49-15,-5 0-60 16,-2 6-66-16,0 5 42 0,-17 4-131 15</inkml:trace>
  <inkml:trace contextRef="#ctx0" brushRef="#br0" timeOffset="643.9633">22847 3246 376 0,'0'0'200'0,"0"0"-159"16,0 0-27-16,0 0 77 0,0 0 18 16,0 0-30-1,0 5 1-15,15-4-18 16,4 1-3-16,5-1-22 0,4 0-18 16,2-1-11-1,-3 3-2-15,3-2-2 0,-2 2-4 16,-3 0 1-16,-2-3 0 15,-4 3 0-15,-4-1-1 16,0-1-44-16,-6 2-52 16,-3-1-51-16,-6 5-87 15,0-2-201-15</inkml:trace>
  <inkml:trace contextRef="#ctx0" brushRef="#br0" timeOffset="936.4687">22910 3505 320 0,'0'0'108'15,"0"0"-47"-15,0 0 37 16,0 0 3-16,0 0-9 16,0 0 6-16,20 9-17 15,-6-9-3-15,7 0 0 16,1 0-30-16,1-2-30 15,3-4-9-15,0 0 1 16,-1 1-2-16,-1-1-8 16,0 4 1-16,-5 0-1 0,-4 2-1 15,-5 0-51-15,-5 0-73 16,-5 7-3-16,0 7-22 16,-13 2-64-16,-13 1-151 15</inkml:trace>
  <inkml:trace contextRef="#ctx0" brushRef="#br0" timeOffset="1148.9012">22897 3722 304 0,'0'0'65'16,"0"0"46"-16,0 0-53 16,0 0 22-16,0 0 69 15,0 0-94-15,-3 24 32 16,8-24-3-16,10 0 2 0,6 0-26 15,3 0-31-15,4-4-21 16,3-1-4-16,2 2 3 16,5-1-7-16,-3-2-94 15,-3 3-208-15</inkml:trace>
  <inkml:trace contextRef="#ctx0" brushRef="#br0" timeOffset="38319.9696">10550 3892 600 0,'0'0'131'16,"0"0"-58"-16,0 0-57 16,0 0 82-16,0 0 10 15,0 0-33-15,0 0-22 16,-10-36-1-16,8 36-8 15,1-4-12-15,1 2 0 0,0 1-8 16,-2 0-12-16,2 1 9 16,0 0-6-16,0 0-15 15,0 0 3-15,0 0-3 16,0 0-3-16,0 5 3 16,0 11-4-16,0 4 7 15,6 4-3-15,2-2 0 16,-1-1 0-16,-2-2 1 15,5-2 2-15,-6-1 1 16,3-4 1-16,-3-1-10 16,-1-3 11-16,-1-2-5 15,1-6-1-15,-3 0-7 0,2 0 7 16,-2 0 11-16,2 0-6 16,4-3 6-16,4-11 6 15,7-8-3-15,1-3-7 16,1 0-5-16,0 2 2 15,-2-1-4-15,1 4 1 16,-2-2-5-16,-1 4 4 16,3 3-3-16,-6-2 3 15,1 5 0-15,1-2-2 16,-5 4-14-16,-2 3-26 16,1 4-38-16,-1-1-105 15,-3 1-106-15,-4 2-333 16</inkml:trace>
  <inkml:trace contextRef="#ctx0" brushRef="#br0" timeOffset="40878.9104">6111 10710 614 0,'0'0'79'0,"0"0"42"0,0 0-55 16,0 0 12-16,0 0-52 16,0 0 51-16,-25-26 9 15,25 26-30-15,0 0-27 16,0 0-18-16,0 0-7 15,0 0-3-15,0 0-1 16,0 0-6-16,0 5-4 16,0 10 10-16,6 8 0 0,2-1 5 15,-3 0 0 1,3 0-4-16,-2-8 0 16,-1-2-1-16,3-4 1 0,1-3-1 15,0-5 0-15,9 0 1 16,3-5 5-16,13-17-3 15,11-8-3-15,5-4 0 16,3 3-83-16,-4 6-157 16,-4 8-282-16</inkml:trace>
  <inkml:trace contextRef="#ctx0" brushRef="#br0" timeOffset="41807.3286">13893 11337 798 0,'0'0'52'15,"0"0"22"-15,-18-75-58 16,18 52 72-16,0 5 39 16,0 7-29-16,0 3-35 15,-3 6-8-15,3 2-24 16,-1 0-18-16,1 0-11 16,0 0-2-16,0 0 0 15,0 2-3-15,0 10-5 16,4 4 8-16,9 6 0 15,4-2 2-15,-2-3 2 0,2-1-4 16,1-3 5 0,6-6-9-16,2-2 4 0,6-5-1 15,3 0-22 1,5 0-43-16,6 0-18 0,1-9-127 16,2-4-63-16</inkml:trace>
  <inkml:trace contextRef="#ctx0" brushRef="#br0" timeOffset="42598.764">18911 9836 729 0,'0'0'83'16,"0"0"26"-16,0 0-55 15,0 0 9-15,0 0 8 16,0 0-25-16,-14-9-35 15,14 9-5-15,0 5-6 0,0 12-2 16,0 6 2 0,6-1 4-16,3-1 7 0,0-2-11 15,-2-6 7-15,1-4-5 16,1-4-2-16,1-4 10 16,9-1-7-16,6-4 4 15,13-15 0-15,4-10-7 16,3-3-19-16,-2 1-196 15,-12 3-279-15</inkml:trace>
  <inkml:trace contextRef="#ctx0" brushRef="#br0" timeOffset="43682.9516">17396 3948 328 0,'0'0'425'0,"0"0"-339"16,0 0-12-16,0 0-16 16,0 0-4-16,0 0-20 15,-2-3-21-15,2 14-7 16,0 9 5-16,0 4 40 0,0 1-14 15,8-2-20-15,2-4-11 16,0-5-2-16,2-4 6 16,1-6-4-16,7-4-2 15,6 0 3-15,10-3-3 16,9-18-4-16,9-8-33 16,-2-7-257-16</inkml:trace>
  <inkml:trace contextRef="#ctx0" brushRef="#br0" timeOffset="49161.7752">9627 5232 742 0,'0'0'157'15,"0"0"-104"-15,0 0-12 16,0 0 97-16,0 0-29 16,0 0-23-16,0 0-29 15,0 0-17-15,0-9-29 16,-7 13-11-16,-12 11 1 15,-10 9 1-15,-13 9 0 16,-1 2 6-16,-3 0-7 16,7-4-1-16,7-7 4 15,12-10 4-15,9-6-8 0,8-4-2 16,3-4 1 0,0 0-3-16,0 0-7 0,10 0 7 15,13 0 4-15,7 0 1 16,1-6 4-16,0 0-5 15,-5 4 0-15,-5 2-5 16,-5 0-2-16,-6 10-8 16,-7 11 1-16,-3 4 14 15,-3 6-1-15,-19 5 1 16,-8 0 1-16,-1 1 0 16,1-6 0-16,5-2 0 15,7-11 2-15,9-4-1 16,6-5-4-16,3-4 2 15,0 0-4-15,9-1 1 16,16-1 3-16,14-3 3 0,12 0-2 16,5-3-1-16,4-8 0 15,-3 4-30-15,-9 4-113 16,-17 3-252-16</inkml:trace>
  <inkml:trace contextRef="#ctx0" brushRef="#br0" timeOffset="54760.5347">4936 11612 549 0,'0'0'136'0,"0"0"-99"16,0 0 24-16,0 0 7 16,0 0-6-16,0 0-28 15,0 0 1-15,0 0 1 16,-16-7-27-16,16 7-9 16,7 0-9-16,11 0 9 15,9 0 0-15,1 1 10 16,-1 2-10-16,1-3 2 15,-4 0-2-15,-3 0 0 0,-1-3-1 16,-4-8-44-16,-9-4-112 16,-5-1-201-16</inkml:trace>
  <inkml:trace contextRef="#ctx0" brushRef="#br0" timeOffset="55043.1024">5008 11472 558 0,'0'0'136'15,"0"0"-127"-15,0 0-9 0,0 0-3 16,0 0 3-16,0 0 14 16,77 17 10-1,-56-2-10-15,-3 4 10 0,-2 4-4 16,-6 2 3-16,-3 2-9 15,-7 3 9-15,0-3 0 16,0 0 13-16,-11-4 2 16,-5-2 3-16,1-4-33 15,-1-3-8-15,4-3-5 16,1-11-135-16,6 0-523 16</inkml:trace>
  <inkml:trace contextRef="#ctx0" brushRef="#br0" timeOffset="56442.7286">14457 11896 638 0,'0'0'222'0,"0"0"-121"16,0 0-78-16,0 0-23 15,0 0 43-15,0 0 21 16,10-94-22-16,-1 63-21 16,1-5 0-16,-2-1-7 15,-5 3-5-15,0 0-1 16,-3 5-2-16,0 7-5 16,0 7 1-16,0 9-1 15,0 3 19-15,-8 3-15 16,-6 0 2-16,-7 18-13 0,-2 7 9 15,3 3-3-15,3-2 0 16,11-2-2-16,3-4 1 16,3-4-1-16,0-5-1 15,7-2-2 1,10-4 0-16,5-3 5 0,5-2 4 16,3 0-3-16,-5-12-1 15,-4-1-8-15,-6-3-22 16,-7 0-2-16,-8 1 13 15,0-1-4-15,-26 2-21 16,-11 3 21-16,-5 3 23 16,-9 8 3-16,-2 0 0 15,-2 0 5-15,11 17-8 0,8 2 0 16,16 6-9 0,20 1-83-16,0-1-83 0,34-7-307 15</inkml:trace>
  <inkml:trace contextRef="#ctx0" brushRef="#br0" timeOffset="57519.2338">18320 9919 763 0,'0'0'121'16,"0"0"-13"-16,0 0 19 15,0 0-24-15,0 0-33 16,0 0-24-16,0-9-12 16,-3 9-20-16,-5 7-4 15,-2 7-7-15,3 2 4 0,2-1-4 16,5 0-3-1,0-6 0-15,0-1 2 16,9-3-2-16,6-4 2 0,1-1 3 16,4 0-2-16,-5-15 1 15,1-3-4-15,-7-2-1 16,-7 0-7-16,-2 3 3 16,-5 4 3-16,-14 5-4 15,-4 4 2-15,-4 4 4 16,1 0-1-16,-1 4-2 15,3 9-5-15,7 2 8 16,6 0-11-16,8 1-55 16,3 1-54-16,6-7-129 15,13-8-206-15</inkml:trace>
  <inkml:trace contextRef="#ctx0" brushRef="#br0" timeOffset="58619.5464">18623 4088 846 0,'0'0'116'15,"0"0"-65"-15,0 0 27 16,0 0-9-16,0 0-38 16,0 0-1-16,-48 15 11 15,41-1-14-15,0-1-16 16,6 0-11-16,1-3 0 15,0-3-2-15,0 1 2 0,6-5 0 16,6 0 1-16,1-3 9 16,1 0-6-16,-1 0 0 15,-5-8 0-15,-2 0-2 16,-3 4-2-16,-3 1 9 16,0-2-3-16,-5 0-6 15,-14 1-3-15,-5-3-7 16,0 3 10-16,2 2-3 15,7 2-4-15,3 0-79 16,6 17-134-16,1 2-116 16</inkml:trace>
  <inkml:trace contextRef="#ctx0" brushRef="#br0" timeOffset="65581.6997">18850 11791 734 0,'0'0'57'0,"0"0"-35"15,0 0-5-15,0 0 66 0,0 0 18 16,0 0-16 0,0 0-31-16,0 0-30 0,-17 0 6 15,17 0 0-15,0 0 2 16,0 0-14-16,0 0-2 15,0 0-9-15,0 0-3 16,3 0-3-16,18-3-2 16,8-5 2-16,7 2-2 15,2 0 2-15,-2-1-1 16,-6 1 4-16,-7 5-8 16,-2-2 0-16,-4 3-41 15,1 0-53-15,1 0-95 16,-3 0-94-16</inkml:trace>
  <inkml:trace contextRef="#ctx0" brushRef="#br0" timeOffset="72508.0613">10090 7232 793 0,'0'0'43'0,"0"0"39"0,0 0-68 15,0 0-1-15,-87-4 6 16,66 4 32-16,3 7 2 16,-1 6-25-16,-1 2-15 15,1 7-10-15,-5 8 0 16,2 9-1-16,1 10-1 16,4 12-1-16,7 2 0 0,7 3-2 15,3 2-3 1,18-2 1-16,18-3 4 0,16-6-1 15,15-4-26-15,13-8-77 16,7-8-77-16,1-10-363 16</inkml:trace>
  <inkml:trace contextRef="#ctx0" brushRef="#br0" timeOffset="73008.3627">11423 7256 817 0,'0'0'21'0,"0"0"-15"16,0 0-6-16,0 0-5 16,0 0 3-16,0 0 2 15,42 39 35-15,-8-6 3 16,-1 5-20-16,-3 4-6 16,-4 6-5-16,-5 4 19 15,-10 5-16-15,-11 6 0 16,0 0-9-16,-15 1 0 15,-17-3 7-15,-11-7-8 16,-9-4-18-16,-9-5-43 16,-12-4-36-16,-2-10-156 15</inkml:trace>
  <inkml:trace contextRef="#ctx0" brushRef="#br0" timeOffset="405759.1695">10605 7294 756 0,'0'0'9'16,"0"0"9"-16,0 0 67 15,106-9-5-15,-66-5-32 16,1 1-6-16,2 1-29 15,-3 1-2-15,-7-3-6 16,-6 6 1-16,-10-1-6 16,-7 4 1-16,-7 2 3 0,-3 0 3 15,0 2 37-15,-20-1-11 16,-6 2-29-16,-10 0-2 16,-5 0 1-16,-2 0 7 15,3 6 0-15,4-2 2 16,5 0 18-16,10-1-3 15,5 0-17-15,5 0 8 16,5-1-11-16,3-1 0 16,3-1 2-16,0 0-6 15,0 2-3-15,0-2-8 16,7 2 8-16,13-1 4 16,10-1 1-16,7 0 1 15,4-1-6-15,2-7 9 16,-3-1-9-16,-6 2 1 15,-8 1-5-15,-9 4-9 0,-8 2-82 16,-7 0-91-16,-2 0-229 16</inkml:trace>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1-12-18T11:09:01"/>
    </inkml:context>
    <inkml:brush xml:id="br0">
      <inkml:brushProperty name="width" value="0.05292" units="cm"/>
      <inkml:brushProperty name="height" value="0.05292" units="cm"/>
      <inkml:brushProperty name="color" value="#FF0000"/>
    </inkml:brush>
  </inkml:definitions>
  <inkml:trace contextRef="#ctx0" brushRef="#br0">2145 5717 871 0,'0'0'70'0,"0"0"-37"16,0 0-5-16,-101 62 0 15,72-28 28-15,1 10 6 16,6 13-26-16,4 9-11 16,3 4-14-16,9 3 3 15,6 0-9-15,0-1-4 0,19 1-1 16,14 2 0-16,15-2-1 15,13 2-2-15,13-1-107 16,9-7-114-16,16-5-301 16</inkml:trace>
  <inkml:trace contextRef="#ctx0" brushRef="#br0" timeOffset="913.8595">9054 5632 231 0,'0'0'384'0,"0"0"-282"0,0 0-47 15,0 0-33-15,0 0 6 16,0 0-5-16,64 0 33 16,-40 19 3-16,9 7 1 15,3 6-22-15,1 6-7 16,-1 11 24-16,-5 8-18 16,-5 7-13-16,-7 3-4 15,-9 2 2-15,-10-4-15 16,0 0-3-16,-13-2 1 15,-19 0-4-15,-4-6 10 16,-8-7-9-16,-3-2-2 16,-6-7-3-16,-6-3-3 0,-6-6-89 15,-8-6-169 1,-4-12-236-16</inkml:trace>
</inkml:ink>
</file>

<file path=ppt/ink/ink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1-12-18T11:09:11.347"/>
    </inkml:context>
    <inkml:brush xml:id="br0">
      <inkml:brushProperty name="width" value="0.05292" units="cm"/>
      <inkml:brushProperty name="height" value="0.05292" units="cm"/>
      <inkml:brushProperty name="color" value="#FF0000"/>
    </inkml:brush>
  </inkml:definitions>
  <inkml:trace contextRef="#ctx0" brushRef="#br0">3594 5568 213 0,'0'0'120'0,"0"0"-72"16,0 0 34-16,0 0-29 15,0 0 4-15,0 0 14 16,0 0 14-16,0 0-49 16,-20-11 13-16,19 6-25 15,-1 3 4-15,2 0 17 16,-1 1-9-16,1 1-8 0,0 0-16 15,0 0-4 1,0 0-8-16,0 0-1 0,0 0-4 16,0 0 5-16,0 0 5 15,1 0-5-15,7 0 1 16,2 0 7-16,2 0 17 16,1 1-7-16,1 1 0 15,5-1 0-15,-2 0 17 16,6-1-24-16,0 2 5 15,5-2-6-15,2 0 2 16,1 0-1-16,2 0-4 16,-2 0 3-16,1 0 0 0,-4-4-8 15,2-1 6 1,-6 2-3-16,-2 1 1 0,-1-1-3 16,-5 1-3-1,1 2 3-15,-2 0-3 0,0 0 1 16,-2 0 3-16,-1 0-3 15,-4-1-1-15,-2 1 1 16,-3 0 2-16,2 0-3 16,-2 0 0-16,-1 0 1 15,-1-2 0-15,-1 2-1 16,0 0 0-16,0-1 2 16,1 1-1-16,-1 0-1 15,0 0 0-15,0 0-3 16,2 0-55-16,0-1-93 15,1-1-65-15,-2-3-432 0</inkml:trace>
  <inkml:trace contextRef="#ctx0" brushRef="#br0" timeOffset="5285.8546">15146 2769 732 0,'0'0'88'0,"0"0"-2"16,0 0-38-16,0 0-19 15,0 0 72-15,0 0-16 16,0 0-28-16,0 0 5 16,-37-48-49-16,26 48-12 15,-8 0-1-15,2 11 1 0,-6 12-1 16,2 4 0-1,1 9-1-15,4 5 1 0,5 5 1 16,4 0 1 0,7 6 3-16,0-3 0 0,10-1-5 15,11-6-1-15,8-6 0 16,8-12 1-16,1-5 0 16,6-9 4-16,2-9-3 15,-5-1-1-15,1-10 0 16,-4-14 7-16,-2-9 0 15,-5-8-4-15,-4-6-2 16,-8-2 6-16,-8-4-7 16,-11-3 0-16,0 7 0 15,-15 4-1-15,-9 9 2 0,-6 9 2 16,-5 7-3-16,2 5 0 16,-5 9-3-16,1 6 3 15,1 0 0-15,3 0-1 16,5 8-7-16,7 5 8 15,9 2 0-15,9 4-11 16,3 3-75-16,7 5-79 16,20 1-56-16,5-6-168 15</inkml:trace>
  <inkml:trace contextRef="#ctx0" brushRef="#br0" timeOffset="5938.1007">15431 2862 507 0,'0'0'148'15,"0"0"-45"-15,0 0-53 16,0 0 10-16,0 0 20 15,0 0 5-15,-5-13-21 0,5 0-25 16,17-5-14 0,13-9-3-16,11-9-3 0,9-5 17 15,5-8-18-15,0-7-5 16,1-2-8-16,-3 0 5 16,-4 7-1-16,-2 11-6 15,-8 7 1-15,-7 8-1 16,-6 7-2-16,-6 2-1 15,-5 6 0-15,-6 6 0 16,-4 2-1-16,-4 2 1 16,-1 0-17-16,0 0-56 15,0 0-65-15,0 0-25 0,-14 0-18 16,-8 0-409-16</inkml:trace>
  <inkml:trace contextRef="#ctx0" brushRef="#br0" timeOffset="6249.0609">15811 2196 580 0,'0'0'98'15,"0"0"30"-15,0 0-51 16,0 0 18-16,0 0-2 16,0 0-32-16,-21-30-29 15,43 19-22-15,12 2-8 16,5 3 2-16,0 4-2 0,3 2-1 15,-2 0 0 1,-4 17-2-16,-5 2 3 0,-5 6-2 16,-13 6 0-16,-2 2 1 15,-11 2-1-15,0 5 2 16,-10-2 1-16,-7 0 1 16,-2-1-1-16,3-7 1 15,5-8-3-15,6-10-2 16,5-5-1-16,0-7-167 15,12-9-147-15</inkml:trace>
  <inkml:trace contextRef="#ctx0" brushRef="#br0" timeOffset="6831.1185">16490 1818 785 0,'0'0'94'0,"0"0"-6"0,0 0-40 16,-85-12-12-16,49 12 6 16,-3 8 20-16,-1 9-12 15,4 7-23-15,3 2-16 16,6 7-3-16,6 3-4 16,9 2 9-16,8 1-10 15,4 1-3-15,1 2 3 16,21-2-3-16,12-7 6 15,8-2-6-15,11-12 0 16,7-7 1-16,1-12 2 16,2 0 0-16,-5-19-3 15,0-12 0-15,-6-8 3 0,-3-5-3 16,-7-4-2-16,-10-1-3 16,-13-1 4-16,-13 0 0 15,-6 3 0-15,-11 3 1 16,-18 6 8-16,-9 8-8 15,-5 9 0-15,-2 9-3 16,-1 9 2-16,4 3 1 16,1 11-1-16,5 14-1 15,8 11 2-15,6 8-6 16,12 5-15-16,10 9-101 16,0 0-137-16,23-2-301 15</inkml:trace>
  <inkml:trace contextRef="#ctx0" brushRef="#br0" timeOffset="7863.5171">16912 2068 638 0,'0'0'150'0,"0"0"-86"15,0 0-24-15,0 0-23 16,0 0-8-16,0 0 16 16,43-1 39-16,-2 7 11 15,17 8-22-15,4 5-18 16,8 1-20-16,2 3 3 15,0 2-8-15,3 5-2 16,2-2-1-16,2 0-7 16,-1-3 4-16,-4-5 9 15,-12-4-7-15,-8-6-6 16,-15-7 0-16,-9-3 0 0,-5 0-8 16,-8-4-69-1,-4-21-138-15,-12-9-273 0</inkml:trace>
  <inkml:trace contextRef="#ctx0" brushRef="#br0" timeOffset="8151.7533">17795 2017 810 0,'0'0'55'0,"0"0"11"16,0 0-66-16,0 0-6 15,0 0 5-15,0 0 1 0,98 34 21 16,-54-11-15 0,0 4-5-16,-6 4 3 0,-12 1 0 15,-11 2-1-15,-9 5 0 16,-6-3 13-16,-12 2 39 16,-20 0 8-16,-10 0-2 15,-4-4-25-15,1-3-20 16,5-7-8-16,8-7-4 15,7-2 0-15,8-9-4 16,10-5-74-16,5-1-190 16</inkml:trace>
  <inkml:trace contextRef="#ctx0" brushRef="#br0" timeOffset="8815.5678">18571 2247 777 0,'0'0'74'15,"0"0"-36"-15,0 0-8 16,-104 7 15-16,55 10 48 16,-2 10-7-16,-4 9-37 15,3 6-20-15,9 10-19 16,6 8-1-16,13 3-7 0,12 3 1 16,12-6 2-1,1-2-3-15,31-7-2 0,12-2 1 16,11-11 0-16,11-11 0 15,6-16 3-15,4-11-3 16,-5-11 1-16,-5-18-1 16,-6-9-1-16,-10-9 7 15,-4-4-4-15,-8-9 1 16,-11-5-6-16,-12-3 5 16,-15-5-3-16,-9 4 1 15,-27 8 2-15,-6 10-1 16,-8 12-2-16,-7 11 1 15,0 14-4-15,-3 12 3 0,4 2 0 16,2 16-4-16,4 15 4 16,12 10-6-16,8 11-34 15,14 12-105-15,9 5-54 16,7 1-210-16</inkml:trace>
  <inkml:trace contextRef="#ctx0" brushRef="#br0" timeOffset="10154.0444">15343 3324 376 0,'0'0'311'16,"0"0"-194"-16,0 0-52 15,0 0 5-15,0 0-46 16,0 0-17-16,26 1 10 16,6 7 22-16,17 0 9 0,9 1-4 15,8 5-19 1,2 2-6-16,1-1-8 0,0 0-4 16,1 0 4-16,-5-4-11 15,-7-2 1-15,-8-3-1 16,-10-1-2-16,-9 1 0 15,-12-4-44-15,-5-2-77 16,-8 0-37-16,-4 0-126 16,-2-1-264-16</inkml:trace>
  <inkml:trace contextRef="#ctx0" brushRef="#br0" timeOffset="10604.8332">16236 3310 466 0,'0'0'263'0,"0"0"-176"16,0 0-46-16,0 0 11 16,-84 2-8-16,59 11 29 15,-2 9-10-15,-1 6-33 16,3 9 2-16,4 5-18 15,8 4 1-15,12 5-4 16,1 7 3-16,18-1-6 16,12-5 1-16,9-8-6 15,7-13-3-15,8-13 3 0,6-12-3 16,4-6 0-16,-3-12 0 16,-4-17-1-16,-13-9-23 15,-15-9-23-15,-8-2 19 16,-12-1 11-16,-9 4 5 15,-9 5 9-15,-20 4 3 16,-10 5 0-16,-8 6 3 16,-4 10 1-16,-4 6 2 15,7 10-4-15,5 4 0 16,7 17-2-16,9 4 0 16,12 4-2-16,13 1-9 15,2 3-108-15,23 0-58 16,10-5-205-16</inkml:trace>
  <inkml:trace contextRef="#ctx0" brushRef="#br0" timeOffset="10925.146">16864 3670 480 0,'0'0'29'16,"0"0"-29"-16,0 0-126 15,0 0-134-15</inkml:trace>
  <inkml:trace contextRef="#ctx0" brushRef="#br0" timeOffset="11591.3586">15826 3286 281 0,'0'0'104'0,"0"0"7"15,0 0 16-15,0 0-10 16,0 0-13-16,0 0-46 16,-27-6-25-16,29 6-32 15,17 0 0-15,11 0 5 16,5 0 12-16,4 16-6 15,3 5-7-15,0 7 1 16,-7 5-3-16,-8 3 1 16,-11 3-4-16,-11-1 1 15,-5 2 1-15,-5 2 0 16,-12-3 3-16,-4-1-5 16,8-6 0-16,3-4-44 15,5-14-229-15</inkml:trace>
  <inkml:trace contextRef="#ctx0" brushRef="#br0" timeOffset="12314.6674">16814 3668 568 0,'0'0'134'0,"0"0"-33"15,0 0-49 1,0 0 18-16,0 0 9 0,0 0-35 16,0-8-24-16,20 5-9 15,12-2 61-15,10 2-21 16,8-3-16-16,5 1-3 16,6 1-18-16,4-1 5 15,0 2-11-15,1 1-3 16,-6-1 5-16,-5 3-9 15,-8 0-1-15,-8 0 0 16,-7 0 0-16,-9 0-47 16,-8 0-28-16,-3 0-78 15,-4 0-24-15,-8-6-84 16,0-4-342-16</inkml:trace>
  <inkml:trace contextRef="#ctx0" brushRef="#br0" timeOffset="12749.5044">17537 3381 694 0,'0'0'87'0,"0"0"-34"16,-97 46-18-16,64-19 29 15,3 2 10-15,3 0-1 0,12 5-9 16,7 2-36-16,8 3-16 16,1 4-4-16,21-3-3 15,8-3 4-15,8-10-7 16,11-4-2-16,1-14 0 16,2-7 9-16,2-2-9 15,-7-14-4-15,-7-12 1 16,-7-12-14-16,-10-6-24 15,-9-2 1-15,-11-3-3 16,-3 4 31-16,-14 3-16 16,-18 0 18-16,-10 8 10 15,-4 7 7-15,0 9 10 0,2 11-1 16,7 7-10-16,4 0-5 16,8 11-1-16,7 9 0 15,10 2-11-15,8 4-22 16,3 1-86-16,17-1-105 15,6-2-338-15</inkml:trace>
  <inkml:trace contextRef="#ctx0" brushRef="#br0" timeOffset="13564.1901">17788 3496 529 0,'0'0'134'15,"0"0"19"-15,0 0-77 16,0 0 13-16,0 0-19 16,0 0 18-16,22-69-49 15,8 37-14-15,3-5 7 0,2-4-25 16,4-2 22-16,-2-2-15 16,-2-4 2-16,-4 3-7 15,-3 3-8-15,-2 8 1 16,-9 7-1-16,0 9 0 15,-6 7 1-15,-7 4-4 16,0 6 2-16,-4 2-3 16,0 0-43-16,0 1-32 15,0 12-8-15,0 6-23 16,-10-1-38-16,-4-1-151 16</inkml:trace>
  <inkml:trace contextRef="#ctx0" brushRef="#br0" timeOffset="13872.8976">17954 2998 685 0,'0'0'133'0,"0"0"-92"15,0 0-12-15,0 0 11 16,0 0 37-16,59-84-15 15,-24 64-17-15,6 1-5 16,0 8-37-16,-3 6 6 16,-5 5-5-16,-4 7-1 15,-2 16-3-15,-3 9-3 16,-6 5 3-16,-6 2-2 0,-11 3 5 16,-1-1 4-1,0 0-6-15,-11-2-1 0,2-4-45 16,9-6-121-16,0-9-4 15,0-10-374-15</inkml:trace>
  <inkml:trace contextRef="#ctx0" brushRef="#br0" timeOffset="14435.3962">18817 2694 631 0,'0'0'161'15,"0"0"-160"-15,0 0 31 16,116 19 33-16,-61-8 1 16,11 0-4-16,8 0 2 15,7 2-14-15,2 0-10 16,-2 3-26-16,-9-1-8 0,-7 2 6 15,-8-1-12 1,-8-2 4-16,-9-2-4 0,-7-5 0 16,-9-2-4-16,-7-5-8 15,-3 0-96-15,-5-3-52 16,-1-16-104-16</inkml:trace>
  <inkml:trace contextRef="#ctx0" brushRef="#br0" timeOffset="14749.5527">19691 2581 673 0,'0'0'224'0,"0"0"-126"16,0 0-32-16,0 0-30 15,0 0-27-15,0 0-4 16,9-2 14-16,35 20 24 15,7 2-24-15,1 3-9 16,-1 4-7-16,-8 5 3 16,-10 4-5-16,-7 5-1 15,-13 2 0-15,-13 6 5 16,-2 0-1-16,-31 7 0 16,-20-1-4-16,-19 1 8 15,-11 1-7-15,-14-3 6 16,-6-3-7-16,-11-5-104 15,-11-13-418-15</inkml:trace>
  <inkml:trace contextRef="#ctx0" brushRef="#br0" timeOffset="17630.8727">1016 4507 372 0,'0'0'215'15,"0"0"-84"-15,0 0-96 16,0 0 60-16,0 0-19 16,0 0-22-16,0 0 20 15,-69-20-17-15,59 20-28 16,1 0-23-16,0 0-2 16,-1 11-3-16,-7 15-1 15,-5 10-2-15,-6 11 2 16,-2 9 2-16,-3 11-2 15,3 7 0-15,0 6 1 0,4 3-1 16,9-1 0 0,5-5-1-16,12 0 1 0,0 0-9 15,24 4 6-15,15-1 2 16,10 4-2-16,9-2 2 16,9 1-11-16,12 2-17 15,12 1-69-15,15 0-60 16,9-4-114-16</inkml:trace>
  <inkml:trace contextRef="#ctx0" brushRef="#br0" timeOffset="19181.0255">7248 4363 545 0,'0'0'141'0,"0"0"-44"16,0 0-43-16,0 0 2 15,0 0-4-15,0 0-17 16,-12-14-11-16,12 14-4 15,0 0-14-15,0 0-6 16,0 0-1-16,3 0 1 0,9 0 6 16,6 0-3-16,-2 4-1 15,4 3-1-15,0 1-1 16,3 3 10-16,-2 1-5 16,4 2-4-16,0 3 10 15,-2 0-4-15,1 3-3 16,-1-1 1-16,1 4-2 15,0 1 1-15,-2 1 4 16,-1-1 4-16,-1 1-3 16,2-1 4-16,-5-1-13 15,0-1 6-15,-3 3 1 16,-1 0 0-16,-1 3 1 16,-1 0-8-16,-1 3 3 15,-1 2 15-15,0 0-10 0,0-1 2 16,1 2-8-16,0-2 10 15,1-1-6-15,0-2-1 16,-2 0-4-16,1-3 4 16,-1-1-9-16,-1-3 9 15,1-1-5-15,-2 1 1 16,-1 0-1-16,-2-2 4 16,-2 2-2-16,0-1 9 15,4 1-8-15,-3 0-3 16,-2 0 1-16,-1 2 0 15,0-1-1-15,0-3 6 0,0 4-2 16,-6-2 2-16,-5 1 0 16,-3-2 3-1,0-2-4-15,-2-2 1 16,1 0-1-16,-1-2-3 0,2-3 0 16,2 0 2-16,-1-1-2 15,2-1-2-15,-2 1 0 16,-1 0 1-16,-2-1-3 15,0 0 2-15,2-1-4 16,-2 1 0-16,4-3-35 16,-2 3-33-16,2-1-93 15,-1-3-40-15,-1-2-293 16</inkml:trace>
  <inkml:trace contextRef="#ctx0" brushRef="#br0" timeOffset="23916.2709">1520 6531 238 0,'0'0'16'0,"0"0"18"0,0 0-14 15,0 0 59-15,0 0 3 16,0 0-3-16,0 0 52 15,-46-23-52-15,43 21-12 16,3 2-17-16,0 0-1 16,0 0-21-16,0 0-23 15,0-1-5-15,12-4-7 16,13 0 7-16,10-4 0 16,2 2 1-16,-3-2 0 15,3 0 0-15,-5 1-2 16,-4 2 1-16,-3 4-1 0,-5 2-48 15,1 0-41 1,-8 17-107-16,-5 9 5 0</inkml:trace>
  <inkml:trace contextRef="#ctx0" brushRef="#br0" timeOffset="24128.6999">1742 6996 445 0,'0'0'57'15,"0"0"-57"-15,0 0 9 16,0 0 14-16,0 0 22 0,102-9-7 16,-72-3 11-1,3-1-5-15,-2-4-25 0,-1 1-19 16,0-2 1-16,-7 2-1 15,-3-1-36-15,-13-2-155 16</inkml:trace>
  <inkml:trace contextRef="#ctx0" brushRef="#br0" timeOffset="24603.3571">1355 6475 538 0,'0'0'6'0,"0"0"4"16,0 0-3-16,0 0-6 15,0 0 6-15,0 0-7 16,31-50 11-16,-3 44 15 15,10-2-4-15,9 3 13 16,8 2-24-16,2 3 2 16,4 0-11-16,-4 5 4 15,-3 10-4-15,-4 4 2 0,-2 6-1 16,-3 3 0-16,-5 5-3 16,-4 6 2-16,-6 6 1 15,-4 3 1-15,-6 5 6 16,-10 1-5-16,-5 0 13 15,-5 0 2-15,0-2 7 16,-7 2-5-16,-12 3-2 16,-4 3-4-16,-4 2 2 15,-3-1-17-15,3-3 3 16,-1-2-4-16,7-8 0 16,3-6-7-16,2-6-4 15,5-7-42-15,2-8-128 16,-1-8-120-16</inkml:trace>
  <inkml:trace contextRef="#ctx0" brushRef="#br0" timeOffset="45853.3556">451 13116 160 0,'0'0'0'0,"0"0"2"16,0 0 3-16,0 0 10 16,0 0 35-16,0 0 5 15,0 0-35-15,-33-21-7 0,21 21 38 16,-4-3 13 0,2 0 6-16,1 3 42 0,7-2-45 15,3-1 4-15,0 3-13 16,3 0 10-16,0 0-37 15,0-2-11-15,0-1-10 16,16-3 11-16,15-2 33 16,13-3-13-16,3-2-4 15,0 5-10-15,-4 1-26 16,-10 5 2-16,-9 2-6 16,-7 0-53-16,-6 10-45 15,-9 10-28-15,-2 5-72 16,-20 5-172-16</inkml:trace>
  <inkml:trace contextRef="#ctx0" brushRef="#br0" timeOffset="46038.8713">398 13491 479 0,'0'0'9'16,"0"0"48"-16,0 0 7 15,97 27-23-15,-65-27 49 16,-1 0-3-16,4-10-23 15,0-7-55-15,-3 2 1 16,-4-2-10-16,-4 3-62 16,-11-5-154-16,-11-2-175 0</inkml:trace>
  <inkml:trace contextRef="#ctx0" brushRef="#br0" timeOffset="46365.2113">339 12859 760 0,'0'0'17'16,"0"0"-19"-16,0 0 2 15,119-5 0-15,-71 20 0 0,1 7 5 16,2 4 10-16,0 8-4 15,-5 7 0-15,-1 6 5 16,-11 4-2-16,-7 4-6 16,-12 1 6-16,-8 0 11 15,-7 3-6-15,-9 4 15 16,-25 5-23-16,-14 2 3 16,-7 1-8-16,-2 1-5 15,4 1-1-15,6 4-13 16,8-7-94-16,4-14-250 15</inkml:trace>
  <inkml:trace contextRef="#ctx0" brushRef="#br0" timeOffset="58638.2019">17467 14350 442 0,'0'0'67'0,"0"0"7"15,0 0-4-15,0 0 16 16,0 0 0-16,0 0-32 16,0 0-8-16,-51-5 1 15,51 5 2-15,0 0-39 16,0 0-10-16,16 0 0 16,16 0 4-16,16 0 2 15,18 0 4-15,14 0-9 16,8 0 7-16,3 2-8 15,0 1-1-15,-5-3 1 16,-3 2 0-16,-6 0 0 0,-10-1 0 16,-9-1 5-16,-9 0-4 15,-10 0-1-15,-9 0 0 16,-8 2 0-16,-11-2 2 16,-5 0-2-16,-4 1-1 15,-2-1 1-15,0 0 1 16,0 0-1-16,0 3-12 15,0 2-80-15,-7 3-45 16,-6-3-144-16</inkml:trace>
  <inkml:trace contextRef="#ctx0" brushRef="#br0" timeOffset="59702.1177">2676 15712 761 0,'0'0'0'0,"0"0"-31"16,88-29 31-16,-18 5 10 15,7-3 0-15,4 0-3 0,-2 1-4 16,-4 6 10-16,-3 3-11 16,-2 4-2-16,-3 4 0 15,-3 5-61-15,-4 1-161 16,-8 1-221-16</inkml:trace>
  <inkml:trace contextRef="#ctx0" brushRef="#br0" timeOffset="60347.4524">7648 15248 606 0,'0'0'82'16,"0"0"13"-16,0 0-81 15,0 0-8-15,0 0 4 16,0 0 34-16,73-16 32 16,-9-3-37-16,21-1-26 15,13 0-6-15,11 5-6 16,5 7-2-16,-3 6-25 16,0 2-88-16,-11 0-190 15</inkml:trace>
  <inkml:trace contextRef="#ctx0" brushRef="#br0" timeOffset="72001.2607">2166 13081 455 0,'0'0'70'16,"0"0"1"-16,0 0-16 16,0 0 26-16,0 0-3 15,0 0-17-15,0 0-10 16,0 0 1-16,0 0-5 15,0 0-10-15,0 0-2 16,0 0 0-16,0 0-19 16,0 0-13-16,0 0-3 15,14 3 0-15,12 5 1 16,9 4 6-16,6 0 3 16,6 2-10-16,9-1 0 0,1-1 2 15,1 0 3-15,2-3-4 16,-7-1-1-16,0-4-1 15,-6 1 1-15,-3 0 0 16,-4-1 0-16,-5 1 0 16,-3 0 0-16,1-2 1 15,-5 1-3-15,-4-1 3 16,-3-2-1-16,-2 1 2 16,-6-2-1-16,0 0-1 15,-4 0-13-15,-3 0-11 16,2 0-27-16,0 0-43 15,3 0-37-15,0-4-152 0</inkml:trace>
  <inkml:trace contextRef="#ctx0" brushRef="#br0" timeOffset="1.94086E6">8337 13125 529 0,'0'0'284'15,"0"0"-218"-15,0 0-25 16,0 0-24-16,0 0 40 16,0 0 17-16,0 0-13 15,0 5-21-15,0-5-32 16,4 0-7-16,17 0 1 16,9-5-1-16,6-4 8 15,4 2-2-15,6-3 4 16,2 3 0-16,1-1-2 15,9 2 2-15,5 1 0 0,6 2 1 16,5-5-4 0,1 1-8-16,1 0 0 0,3-1 4 15,-2-1 2-15,-3 2 0 16,-3 0-2-16,-7-1-1 16,-6 5-3-16,-7 0 0 15,-3 3 0-15,-9 0 0 16,-5 0 0-16,-7 0 0 15,-2 0 0-15,-9 0 1 16,-5 0-1-16,-5 0 0 16,-1 1 2-16,-4-1-2 15,-1 0 0-15,0 0 0 16,2 0 0-16,2 0-2 16,0 0-2-16,7 0-36 0,5-12-54 15,-1-4-71-15,3-2-30 16,-9 1-445-16</inkml:trace>
</inkml:ink>
</file>

<file path=ppt/ink/ink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1-12-18T11:11:20.871"/>
    </inkml:context>
    <inkml:brush xml:id="br0">
      <inkml:brushProperty name="width" value="0.05292" units="cm"/>
      <inkml:brushProperty name="height" value="0.05292" units="cm"/>
      <inkml:brushProperty name="color" value="#FF0000"/>
    </inkml:brush>
  </inkml:definitions>
  <inkml:trace contextRef="#ctx0" brushRef="#br0">8715 7790 692 0,'0'0'72'16,"0"0"-53"-16,0 0-19 16,0 0-2-16,0 0 2 15,0 0 15-15,0 0 51 16,0 0-23-16,81 12-19 16,-54-12 4-16,-3 0-4 15,-2 0-13-15,-2 0-2 16,-4 0-9-16,1 0 0 15,-1 0 0-15,-1 0 0 16,3 0-24-16,1 0-102 16,-7 0-203-16</inkml:trace>
  <inkml:trace contextRef="#ctx0" brushRef="#br0" timeOffset="6940.9979">12105 4618 583 0,'0'0'55'16,"0"0"8"-16,0 0-22 16,0 0 23-16,0 0 20 0,0 0-38 15,0 0-37 1,-7 0-8-16,7 19-1 0,0 7 28 16,0 9 16-1,0-1 2-15,2 3-8 0,1-4-19 16,3-2 8-16,0-4-11 15,0-3-10-15,-2-5-4 16,-1-5-2-16,0-6 1 16,-1-3-3-16,-2-3 2 15,0-2-66-15,0 0-30 16,0-9-10-16,-15-8-310 16</inkml:trace>
  <inkml:trace contextRef="#ctx0" brushRef="#br0" timeOffset="7177.0386">12024 4836 480 0,'0'0'93'0,"0"0"-67"0,0 0 5 15,0 0 36-15,0 0-9 16,0 0 12-16,6 45-2 16,3-22-19-16,1 3-18 15,2 1-10-15,0-1-6 16,1-3 2-16,1-1-4 15,-2-4 2-15,1-4-9 16,-2-7 3-16,1-4-7 16,3-3 6-16,4-4 6 15,5-20 8-15,3-8-12 0,4-5-10 16,-1 0-54 0,-2 3-118-16,-5 9-153 0</inkml:trace>
  <inkml:trace contextRef="#ctx0" brushRef="#br0" timeOffset="11757.5517">11351 8453 514 0,'0'0'90'0,"0"0"9"15,0 0-18-15,0 0 6 16,0 0-4-16,0 0-32 16,0 0-21-16,-19-11-18 15,19 11-9-15,0 0-3 16,15 0 0-16,12 0-2 15,4 0 7-15,8 0-6 16,2 6 4-16,1-1-3 16,4 1 0-16,4-1-3 15,3-4 3-15,-1-1 0 0,1 0 2 16,-10 0-1-16,-7-1-1 16,-9-5 1-16,-8 4-1 15,-8-3 0-15,-4 5 0 16,-4-2 0-16,-3 2 0 15,0 0 1-15,0 0-1 16,0 0-15-16,2 0-115 16,-1 0-123-16,-1 2-244 15</inkml:trace>
  <inkml:trace contextRef="#ctx0" brushRef="#br0" timeOffset="23559.509">15768 8661 231 0,'0'0'67'0,"0"0"-53"16,0 0 7-16,0 0 14 16,0 0 51-16,0 0-16 0,0 0-19 15,0 0 13-15,-6-4 7 16,6 4-37-16,0 0 5 15,0 0-25-15,0 0-6 16,0 0-4-16,0 0-4 16,9 7 0-16,4 5 21 15,5 2 0-15,2-2-1 16,4-1 2-16,2 0-5 16,4-2 9-16,2-2-8 15,3-3 9-15,1 0-13 16,-5-4-2-16,0 0 1 15,-2 0 6-15,-4 0-12 16,-3 0-1-16,-2-2 0 0,-3-3-3 16,-4 2-3-1,-3-2 1-15,1 1 1 0,1-1-2 16,-2 2-18-16,5-5-96 16,-4 2-139-16</inkml:trace>
  <inkml:trace contextRef="#ctx0" brushRef="#br0" timeOffset="27509.8874">20744 3702 320 0,'0'0'156'0,"0"0"-87"16,0 0 1-1,0 0 40-15,0 0-38 0,0 0-1 16,0 0 0-16,32-40 4 16,-32 38-7-16,0 1 13 15,0 1-7-15,0 0-29 16,0 0-8-16,-4 0-16 16,-17 0-12-16,-7 11-9 15,-6 6 5-15,-4 6-5 16,-3 6 4-16,-1 3 1 15,0 4-2-15,2 0 0 16,8 3 0-16,6-1 1 16,8 0-1-16,10 3-2 15,2-1 3-15,6 0-4 16,0 1 0-16,21 2 1 0,9-1-1 16,7 2 2-16,6-2 4 15,5-3-6-15,1-5-4 16,2-6 4-16,0-6 0 15,-1-9 3-15,1-9-2 16,-4-4-1-16,-1-4 3 16,-1-18 6-16,-1-6-8 15,-2-7 0-15,-3-1 2 16,-6-4 0-16,-8-2-1 16,-4-2 0-16,-7-2-1 15,-1 0-1-15,-6-5 0 16,-5 1 4-16,-2 0-3 15,0 2-1-15,-8 5 0 16,-11 5 0-16,-3 4-1 0,-7 5 2 16,-4 4-8-16,-2 1 12 15,-3 2-9-15,1 3 8 16,2 6-3-16,4 3-1 16,5 4-2-16,4 5 1 15,3 1-1-15,3 1 1 16,-1 14 1-16,5 3-2 15,2 7-4-15,3 7 2 16,5 4-47-16,2 3-80 16,0-5-146-16,0-4-416 15</inkml:trace>
  <inkml:trace contextRef="#ctx0" brushRef="#br0" timeOffset="28851.9481">20696 3993 518 0,'0'0'166'0,"0"0"-67"15,0 0-60-15,0 0 36 16,0 0-9-16,0 0-1 16,16-15-37-16,-1 10-5 15,3 3 10-15,-2-2-2 16,4 0-10-16,-1 2-11 16,-1-1-2-16,0-2-6 15,-3 5-1-15,-4 0-1 16,-4 0-23-16,-4 0-131 0,-3 2-63 15,0 5-173-15</inkml:trace>
  <inkml:trace contextRef="#ctx0" brushRef="#br0" timeOffset="29130.2049">20805 3984 562 0,'0'0'244'0,"0"0"-175"16,0 0-38-16,0 0 12 16,0 0-6-16,0 0-9 15,0 22 3-15,4-3 46 16,1 1-35-16,-1 0-11 16,1 0 4-16,1 0-8 15,-5-5-13-15,1-1-11 0,-2 1-2 16,0-6 7-16,0 0-8 15,0-1 0-15,0-3-79 16,0 0-150-16,0-5-179 16</inkml:trace>
  <inkml:trace contextRef="#ctx0" brushRef="#br0" timeOffset="29335.6531">20932 4103 783 0,'0'0'115'0,"0"0"-86"15,0 0-15-15,0 0 60 16,0 0 24-16,0 0-51 16,-5 82-35-16,5-65-10 15,0-1 4-15,0-1-6 16,3-6-87-16,2-7-197 15</inkml:trace>
  <inkml:trace contextRef="#ctx0" brushRef="#br0" timeOffset="30057.0904">20909 3612 708 0,'0'0'106'16,"0"0"-24"-16,0 0-14 16,0 0 56-16,0 0-10 15,0 0-56-15,-3-30-13 16,15 16-10-16,5-3-1 16,5-3-7-16,5-4-3 15,4-2-1-15,2-4 4 0,2-5-17 16,2 0 8-1,-4-3-13-15,1 0 5 0,-6 4-7 16,-4 5-3-16,-5 8 4 16,-7 7-4-16,-4 7 0 15,-4 5-4-15,-3 0-21 16,-1 2-34-16,0 0-53 16,0 0-104-16,-14 0-124 15</inkml:trace>
  <inkml:trace contextRef="#ctx0" brushRef="#br0" timeOffset="30324.1843">21096 3198 752 0,'0'0'85'16,"0"0"-31"-16,0 0-10 0,0 0 78 16,0 0-34-1,0 0-48-15,80-81-12 0,-53 71 5 16,-2 3-17-16,1 7-6 15,3 0-3-15,0 3-6 16,-2 14 0-16,0 5 2 16,-6 5-2-16,-9 6-1 15,-7 0 2-15,-5 6 2 16,-4 0 4-16,-12 0-8 16,-5 0-51-16,4-10-167 15,2-4-293-15</inkml:trace>
  <inkml:trace contextRef="#ctx0" brushRef="#br0" timeOffset="30845.1596">21322 4032 580 0,'0'0'254'0,"0"0"-191"16,0 0-44-16,0 0 49 15,0 0 45-15,0 0-40 0,-6 6-47 16,6-6-10-1,20 0 3-15,14-1 27 0,17-11 9 16,7-4-24-16,3-2-14 16,0-2-2-16,1 2-14 15,-1 3 10-15,-6 0-8 16,-3 1-1-16,-10 1 0 16,-9 3-2-16,-10-1 0 15,-9 5-10-15,-4-3-59 16,-8-1-49-16,-2-2-138 15,-10-2-262-15</inkml:trace>
  <inkml:trace contextRef="#ctx0" brushRef="#br0" timeOffset="31092.5039">21740 3713 480 0,'0'0'377'0,"0"0"-322"15,0 0-37-15,0 0 33 16,0 0 29-16,0 0-21 15,109-43-37-15,-69 43-11 16,-3 11-3-16,-5 9-4 16,-7 6 4-16,-7 4 12 15,-8 4-1-15,-10 3 2 16,0 1-2-16,-13-1-3 16,-15 3 5-16,-6 1-16 15,-1-5-5-15,-2-1-8 16,-3-6-145-16,1-7-211 15</inkml:trace>
  <inkml:trace contextRef="#ctx0" brushRef="#br0" timeOffset="37213.9395">21497 2528 539 0,'0'0'138'16,"0"0"-40"-16,0 0-45 16,0 0 49-16,0 0-59 15,0 0 2-15,0 0 49 16,-91 11-42-16,62 9-14 15,-2 5-4-15,3 3-5 16,1 3-8-16,6 3-3 16,8 1-8-16,7-1-4 15,6 1 8-15,0 3-12 16,15 0-1-16,13 2 0 16,8-3-1-16,8-8 8 15,4-7-8-15,4-7 5 0,1-11-5 16,-4-4 0-16,2-4-5 15,-2-19 5-15,-3-6 4 16,-4-10-1-16,-2-1-1 16,-8-4-2-16,-6-1 2 15,-8-2-2-15,-7 2 5 16,-8 0-5-16,-3-1 0 16,-3 1 7-16,-20 5-7 15,-5 3 0-15,-6 5 2 16,-1 8-2-16,-3 4-4 15,0 7 4-15,6 7 0 16,-1 3 1-16,3 3-2 16,0 3 0-16,-1 11 0 0,1 8 0 15,2 4 0-15,4 4 0 16,9 4 1-16,7-1-4 16,8-3 1-16,0 0-66 15,15-6-53-15,14-3-97 16,3-7-165-16</inkml:trace>
  <inkml:trace contextRef="#ctx0" brushRef="#br0" timeOffset="38225.7881">21574 2668 744 0,'0'0'180'15,"0"0"-159"-15,0 0-21 16,0 0 8-16,0 0 55 16,0 0-11-16,-7 94 0 15,7-71-21-15,6-3-14 16,-1-6-4-16,-2-6-4 15,1-3-2-15,-4-5-4 16,0 0-1-16,0 0 18 16,0-14 58-16,0-11-62 15,0-6-15-15,0-4-1 16,0 0 2-16,-3-2-2 16,0 2 3-16,2 5-3 0,1 5-1 15,0 7-3 1,0 6 8-16,0 7-8 0,1 3 6 15,8 2-5-15,1 0 0 16,7 3 0-16,1 15-2 16,4 4 2-16,-1 8 5 15,1 0-4-15,-1 2 4 16,-5-1-5-16,0-4 6 16,-6-4 3-16,-1-4-6 15,-5-5 0-15,-4-5-22 16,0-1-126-16,0-8-121 15,-11 0-357-15</inkml:trace>
  <inkml:trace contextRef="#ctx0" brushRef="#br0" timeOffset="38363.4107">21677 2740 315 0,'0'0'498'15,"0"0"-485"-15,0 0-12 0,0 0 32 16,0 0 15-16,0 0-43 15,111 20-5-15,-70-14-27 16,-2-1-370-16</inkml:trace>
  <inkml:trace contextRef="#ctx0" brushRef="#br0" timeOffset="39224.1075">22378 3387 805 0,'0'0'96'0,"0"0"-5"16,0 0-3-16,0 0-10 15,-104-12-6-15,73 29-28 16,0 5-4-16,1 6-18 16,1 5 4-16,8 6-6 15,5 10-7-15,5 6 0 16,10 6-3-16,1 1-7 15,3-1-1-15,21-4 2 16,7-3 0-16,8-5-2 0,6-8 0 16,5-9-2-1,2-10 2-15,3-12-2 0,0-10 1 16,1-2-1-16,-1-21 0 16,-1-10-9-16,-9-9-12 15,-8-8-3-15,-10-4 7 16,-12-9 15-16,-13-5-5 15,-2-2 7-15,-10 3-3 16,-20 2 3-16,-13 11-4 16,-5 11 4-16,-5 8 1 15,1 11-1-15,4 10-5 16,3 9 5-16,6 5 3 16,3 0-3-16,3 12 1 0,5 12-2 15,6 2-1-15,9 4-12 16,10 4-100-16,3-2-133 15,0 0-175-15</inkml:trace>
  <inkml:trace contextRef="#ctx0" brushRef="#br0" timeOffset="39858.7963">22455 3612 153 0,'0'0'787'15,"0"0"-766"-15,0 0-10 16,0 0-3-16,0 0 16 16,0 0-12-16,0 31 41 15,3 5 15-15,1 6-25 16,2 3 1-16,-3-1-13 15,1-2-17-15,1-5 13 16,-2-8-9-16,0-5-9 16,-1-10 3-16,-2-6 1 15,0-2-8-15,0-6 5 16,0 0 45-16,0-11 5 16,0-13-44-16,-7-8-16 15,0-5-3-15,-1-1 3 0,0-2-1 16,2-6 1-16,0 4 6 15,3 4-6-15,3 5-6 16,0 9-2-16,0 6 3 16,3 2 2-16,7 7-16 15,5 2-9-15,0 5 20 16,0 2-4-16,-3 0 5 16,-2 15-2-16,-4 9 9 15,-2 0 0-15,-2 3-6 16,0-4 6-16,-1-4 1 15,2-5-1-15,4-6 0 16,4-2 1-16,2 1-1 16,2-3 0-16,-3 2 0 15,0-2 2-15,-2 5-4 16,-5 5 1-16,-5 5 1 0,0 3-1 16,-13 4 1-16,-5 0 2 15,-3 2-2-15,4-3 3 16,3 0-6-16,-2-3 3 15,2-2-158-15,-5-9-392 16</inkml:trace>
  <inkml:trace contextRef="#ctx0" brushRef="#br0" timeOffset="42483.6532">20818 4389 330 0,'0'0'93'0,"0"0"-40"16,0 0 18-16,0 0 61 15,0 0-38-15,0 0-40 16,-21-1 37-16,20 1-32 16,1 0-19-16,0 0 34 15,0 0-12-15,0 0-35 16,0 0-7-16,0 0-9 15,0 0-9-15,0 0 0 0,0 0-2 16,0 0 0 0,0 0 1-16,10 0 0 0,4 0 3 15,2 0-1-15,-2 0-2 16,2 0 0-16,-1 0 0 16,1-2 2-16,-1-1-3 15,-1-2 0-15,-4 2-31 16,-4 1-30-16,0 0-64 15,-6 2-10-15,0-1-125 16,0 1-357-16</inkml:trace>
  <inkml:trace contextRef="#ctx0" brushRef="#br0" timeOffset="53848.0171">13322 5574 475 0,'0'0'7'16,"0"0"-3"-16,0 0 48 15,0 0 40-15,0 0 28 16,0 0-57-16,68 89-29 16,-48-69 16-16,-1 1-22 15,-2 1 0-15,-1-1-3 16,-3 4-16-16,2 2 18 0,0 4-21 16,0 5 9-16,-3 3-4 15,0 6 0-15,-5 2 0 16,1-1 2-16,1 1 3 15,-1-5-2-15,-1 0-5 16,2-1 0-16,-3-1 0 16,2-2-8-16,0 2 2 15,-4-3-2-15,3 1-1 16,-4-1-1-16,1 2 1 16,0 0 3-16,-2 2-1 15,-2 2 5-15,0-1 13 16,0 0-9-16,0 0-11 15,0-1 9-15,0-1 4 16,0-4 0-16,0 0 8 16,-4-3-6-16,2-3-5 15,2 2-1-15,0 0-1 0,0 0-1 16,0 2-1-16,0 2-3 16,0 2 2-1,-3 1-3-15,2-1 4 0,-4 2-4 16,-1 1-2-16,-3 1 3 15,-3 2-3-15,2 0 3 16,-7 2-2-16,1 0-1 16,-7 3 1-16,4-2 2 15,0-2-3-15,2-6 0 16,8-7 0-16,3-2 0 16,-1-6-2-16,0-2-20 0,-1-4-31 15,0-4-37 1,-2-7-93-16,-8-4-153 0</inkml:trace>
  <inkml:trace contextRef="#ctx0" brushRef="#br0" timeOffset="55462.7885">10265 5891 505 0,'0'0'68'16,"0"0"33"-16,0 0-94 16,0 0 11-16,0 0 30 15,0 0-11-15,0 0 10 16,-43 41-25-16,36-27-9 0,-3 3 2 15,0 0 7 1,1 4-5-16,0 2 1 0,-2-1 7 16,0 2-16-16,2-1 6 15,-1 0-4-15,2 3 8 16,-1 1-17-16,-3 3 5 16,2 0 1-16,-1 0-5 15,0 0-3 1,1-3 1-16,4-2 2 0,2 0-2 15,2-2 2-15,-1 2-2 16,1 0 1-16,2 0 0 16,0-3-4-16,0 1 5 15,0-1 1-15,0 0-3 16,0 0-1-16,0 2 2 0,0 1-1 16,2 0-1-16,1-1 1 15,0-1 0-15,-1 1 4 16,-1-2-3-16,0 0 6 15,4 0-6-15,-1-3 1 16,2 1 3-16,-3 1-6 16,1 1 1-16,0-2 5 15,0-1-1-15,0 1-2 16,2 1 6-16,-3 1-8 16,1 2 6-16,2 2-3 15,0 1 5-15,0 3-2 16,2-3-2-16,-2 1 2 15,1 0 3-15,-1-3-2 16,1 0 0-16,1-2 2 0,1 0-1 16,-3-1 8-16,1-1 1 15,-1 1-7-15,3 0-5 16,-1 1 1-16,-2 0 0 16,1-1 0-16,-2 0 1 15,3 2-2-15,-3 0 2 16,-1-2-5-16,1 0 7 15,1-1-3-15,1 0-3 16,-2 2 6-16,1 0-5 16,1-2 4-16,0-1-4 15,4 4-3-15,-2-3-1 16,1 1-1-16,1 1 10 16,1-2-6-16,1 2-3 0,-2-1 0 15,-2 1 0-15,2 0 0 16,-1-2 8-16,0-1-9 15,0-2 0-15,-1 0 0 16,0-1 1-16,2 2 5 31,-1-2-6-31,2 3 0 0,1 0 3 0,0-1-2 16,1 0-1-16,-1-1 0 16,6 1 0-16,-1 0-1 15,6-1-41-15,-4-3-130 16,-8-5-343-16</inkml:trace>
  <inkml:trace contextRef="#ctx0" brushRef="#br0" timeOffset="57740.4401">19379 9361 793 0,'0'0'115'16,"0"0"-8"-16,0 0-82 15,0 0 3-15,0 0 50 16,0 0-22-16,88-45-24 16,-42 34-11-16,2-4-11 0,0 1-3 15,-4 2-6 1,-6 2 0-16,-7 5-1 0,-9 0-49 15,-10 5-119-15,-9 0-61 16,-3 0-240-16</inkml:trace>
  <inkml:trace contextRef="#ctx0" brushRef="#br0" timeOffset="57993.2209">19630 9273 673 0,'0'0'115'0,"0"0"-2"16,0 0-36-16,0 0 62 15,0 0-16-15,0 0-97 0,-13 1-26 16,13 22 0-16,0 10 16 16,6 4 14-1,-2 7 1-15,0 3 7 0,-2 6-12 16,-2 3-7-16,0 1-3 16,0-4-5-16,0-4-6 15,0-8 1-15,0-8-6 16,0-9 4-16,0-9-4 15,0-5-4-15,0-8-94 16,0-2-107-16,0-10-172 16</inkml:trace>
  <inkml:trace contextRef="#ctx0" brushRef="#br0" timeOffset="58458.0099">19780 9777 890 0,'0'0'105'15,"0"0"-49"-15,0 0-9 16,0 0 65-16,0 0-56 16,0 0-33-16,70-51-17 15,-46 51-6-15,-3 0 0 16,-6 0 0-16,-5 10-2 15,-5 7 1-15,-5 4 2 16,-2 4 6-16,-14-2 20 16,-3-1 13-16,2-5-11 0,4-3-11 15,5-6-2 1,5-3-11-16,3-5-5 0,0 0-1 16,0 0 1-16,6 1 0 15,11 2 0-15,0 0 1 16,0 5 4-16,-4 3-4 15,-5 3-1-15,-5 5-1 16,-3 4-5-16,0 1 6 16,-15 2 11-16,-5-3 1 15,-3-2 12-15,-4-3-4 16,1-5-15-16,1-5-2 16,3-5 0-16,1-3-3 0,3 0-21 15,3-14-103 1,3-11-251-16</inkml:trace>
  <inkml:trace contextRef="#ctx0" brushRef="#br0" timeOffset="59570.6378">19644 8957 716 0,'0'0'36'0,"0"0"23"15,0 0-26-15,0 0 43 16,-95-7 12-16,68 11-30 16,-4 11-24-16,-5 2 4 15,-1 1-9-15,-2 6-3 16,-5 4-4-16,4 1-3 15,0 3-9-15,4 5-1 16,2 3 0-16,7 7-7 0,6 5 1 16,4 1 1-16,7 3-2 15,7-2 0-15,3 1-2 16,0 2 6-16,3 2-5 16,10 4 0-1,3 2-1-15,-1-2 0 0,3-3-1 16,4-2 1-16,2-5 0 15,1-4 1-15,5 0 2 16,2-1-2-16,0-7-1 16,5-1 1-16,2-5-6 15,4-5 6-15,7-3-1 16,3-7 1-16,4-5-1 16,1-6 0-16,-1-8 7 0,1-1-7 15,-1 0 1 1,0-15-1-16,-2-4 0 0,4-3 2 15,5-1-1-15,1-2 3 16,-3-2-4-16,-2 1 0 16,-8-1-5-16,-9 1 5 15,-1-2 0-15,-7 0-1 16,-3-5 1-16,-4-5 1 16,-5-8 5-16,-10-5 5 15,-7-12-10-15,-6-4 1 16,-2-7-2-16,-19 0 10 15,-8 3-10-15,-7 0-2 16,-1 5 2-16,-6 1 10 16,-6 4-4-16,-5 5 2 0,-3 9 1 15,-2 5 4-15,-2 8-5 16,2-1-4-16,7 4-2 16,6 1-2-16,4 6 0 15,3 8 0-15,4 2 0 16,0 8 0-16,4 3-1 15,1 3 2-15,-1 0-2 16,-2 0 1-16,-1 12-1 16,2 2 1-16,1 3 0 15,-1 2-1-15,6-1 0 16,5-2-1-16,3 6-45 16,7 0-44-16,4 0-81 15,3 1-78-15,-1-6-426 0</inkml:trace>
  <inkml:trace contextRef="#ctx0" brushRef="#br0" timeOffset="60566.229">19940 9134 312 0,'0'0'125'0,"0"0"-62"16,0 0 14-16,0 0 93 16,0 0-21-16,0 0-61 15,0 0 34-15,-24 10-46 16,24-10-15-16,0 0-4 15,0 0-14-15,0 0-10 0,0-4-7 16,15-10-14-16,10-11-4 16,11-3 4-16,10-6-1 15,5-10-5-15,9-2 7 16,4-5 0-16,3-5-12 16,-3-4 4-16,-3-3-3 15,-3 4-1-15,-4 2 0 16,-5 11-1-16,-7 7 3 15,-6 11-2-15,-9 8-2 16,-5 6 1-16,-6 3 0 16,-7 7-1-16,-6 2-4 15,0 2-44-15,-3 0-46 0,0 2-4 16,0 8-74-16,-9-3-17 16,-15 0-207-16</inkml:trace>
  <inkml:trace contextRef="#ctx0" brushRef="#br0" timeOffset="60844.514">20402 8456 775 0,'0'0'102'0,"0"0"-31"16,0 0-58-16,0 0 67 0,42-81-2 15,-9 61-33 1,6 3-32-16,6 2 0 0,1 7-6 15,0 6-5-15,-4 2-2 16,-6 1 1-16,-1 17 2 16,-12 5-3-16,-4 5 0 15,-12 6 0-15,-7 6 1 16,0 2 7-16,-10 4 13 16,-14-1-10-16,-1 2-4 15,-1-3-7-15,7-1 0 16,4-7-151-16,8-8-122 15</inkml:trace>
  <inkml:trace contextRef="#ctx0" brushRef="#br0" timeOffset="61471.4752">20553 9709 275 0,'0'0'446'15,"0"0"-387"-15,0 0 17 16,0 0 77-16,0 0-20 16,0 0-33-16,1 0-39 15,-1 0-21-15,0 0-15 0,0 0 0 16,11-3-6-16,18-14-13 16,18-9 5-16,13-2 4 15,11-3-10-15,-1 1-3 16,-1 3 3-16,-2 2-3 15,-5 4 0-15,-5-1-2 16,-4 5 2-16,-7 2-2 16,-6 1 3-16,-4 3-5 15,-5 0 5-15,-4 3-4 16,-6 2 2-16,-9 1-2 16,-6 3-11-16,-6 2-17 15,0 0-13-15,0 0-9 16,0 0-18-16,0-2-51 0,0-1-66 15,0-2-188 1</inkml:trace>
  <inkml:trace contextRef="#ctx0" brushRef="#br0" timeOffset="62247.3996">21166 9194 937 0,'0'0'42'15,"0"0"-42"-15,0 0 0 16,0 0 4-16,88-10 4 16,-58 10 32-16,2 9-26 15,-2 6 9-15,-3 9-13 16,-7 4 14-16,-10 6 6 16,-10 5 0-16,-3 0 13 0,-21 0 8 15,-9-2-20-15,-5 1-1 16,0-9-11-16,1 0-15 15,-2-6-5-15,1-5 1 16,-4-6-144-16,-4-12-268 16</inkml:trace>
  <inkml:trace contextRef="#ctx0" brushRef="#br0" timeOffset="62944.188">19637 9070 936 0,'0'0'139'0,"0"0"-57"0,0 0-77 16,0 0 91-1,24-106-11-15,-9 64-42 0,-2-5-4 16,2-3-30-16,-5-7 19 16,-5-1-6-16,-5-3-7 15,0-4-2-15,0 1 0 16,-3 5-6-16,-8 5 2 15,1 8 1 1,1 8 0-16,5 12-6 0,1 9-3 16,1 9 1-16,2 5-2 15,0 3-2-15,0 0-8 16,0 10-60-16,0 14-19 16,0 11 3-16,0 5-155 0,0 4-90 15</inkml:trace>
  <inkml:trace contextRef="#ctx0" brushRef="#br0" timeOffset="63242.3882">19506 8724 727 0,'0'0'85'0,"0"0"0"15,-3-98-20-15,4 51 53 16,13-4-30-16,4 0-45 15,1-2-20-15,0 1-6 16,4 2-6-16,0 5-2 0,0 8-3 16,-2 11 0-16,0 11-2 15,-1 9-4-15,-1 6-1 16,3 0-1 0,2 18-1-16,1 11 3 0,-4 5-1 15,1 6 2-15,-7 4-1 16,-3 6 0-16,-3 0 1 15,-5-1-2-15,1-2-159 16,-5-7-181-16</inkml:trace>
  <inkml:trace contextRef="#ctx0" brushRef="#br0" timeOffset="64107.4345">20420 10166 910 0,'0'0'79'15,"0"0"-21"-15,0 0-25 0,0 0 43 16,0 0-26-16,0 0-25 16,57 3 38-16,-8 2-28 15,2-3-11-15,3 4-2 16,5 0 7-16,-1-1-8 15,3 3-7-15,4-4-1 16,-1-2-5-16,0 1-4 16,-4-3 2-16,-5 0-5 15,-6 0-1-15,-9 0 6 16,-3 0-4-16,-4 0-1 16,-3 0-1-16,-3 0-31 15,-3 0-63-15,-2-4-58 16,-10-9-148-16,-6-2-330 15</inkml:trace>
  <inkml:trace contextRef="#ctx0" brushRef="#br0" timeOffset="64414.1454">21183 9987 836 0,'0'0'131'16,"0"0"3"-16,0 0-57 15,0 0-4-15,0 0 9 16,0 0-67-16,-7-18-9 0,37 18-6 16,9 0 0-1,4 0 0-15,-3 8 0 0,-2 9-1 16,-7 9-5-16,-7 2 8 16,-8 6-4-16,-10 2 2 15,-6 0 0-15,-3 0 13 16,-23-2 9-16,-6 0 6 15,-7-2-3-15,-1-3-11 16,-2-1-8-16,3-1-5 16,-1 0 1-16,4-1-2 15,1-4-90-15,-4-2-200 16,-4-8-694-16</inkml:trace>
  <inkml:trace contextRef="#ctx0" brushRef="#br0" timeOffset="67466.4289">19586 7664 954 0,'0'0'105'0,"0"0"-100"16,0 0-5-16,-25 93 85 16,13-57 20-16,3-2-62 15,6-4-29-15,2-6-5 16,1-3-8-16,0-6-1 16,0-4 0-16,0-4-21 0,-2-7-87 15,-6 0-44-15,-5 0-7 16,-3-10-242-16,-1-7-15 15</inkml:trace>
  <inkml:trace contextRef="#ctx0" brushRef="#br0" timeOffset="67647.9446">19440 7850 137 0,'0'0'240'16,"0"0"-82"-16,0 0 45 15,0 0-73-15,0 0-65 16,0 0 103-16,-24-65-89 16,24 65-40-16,2 0-24 15,12 0 3-15,6 0 8 16,4 3-10-16,6 6-6 15,4 1 1-15,2 0 0 16,4 0-10-16,3-1 6 16,8-4-7-16,-5-5-202 0,-1 0-438 15</inkml:trace>
  <inkml:trace contextRef="#ctx0" brushRef="#br0" timeOffset="68233.3771">20892 7775 945 0,'0'0'114'0,"0"0"-36"15,0 0 16-15,0 0-4 16,0 0-31-16,0 0-56 16,0 7 6-16,0 21-9 15,0 6 4-15,0 3 8 16,0-2-4-16,0-4-3 16,-1-3-2-16,-2-7-3 0,2-5 1 15,1-6-1-15,-4-3 0 16,-2-7-62-16,-9 0-56 15,-5 0-99-15,-5-14-196 16</inkml:trace>
  <inkml:trace contextRef="#ctx0" brushRef="#br0" timeOffset="68413.4474">20687 7856 525 0,'0'0'227'0,"0"0"-137"15,0 0-64-15,0 0 42 16,0 0-22-16,0 0-13 15,12 9 83-15,3 9-67 0,0 1-9 16,3-1-12-16,2 1-11 16,2-4-9-16,3 1-6 15,3 0-4-15,0-4-19 16,-2-1-257-16</inkml:trace>
  <inkml:trace contextRef="#ctx0" brushRef="#br0" timeOffset="69519.3954">20872 7875 286 0,'0'0'207'0,"0"0"-151"15,0 0 134-15,0 0-123 16,0 0 38-16,0 0-10 16,-18-25-35-16,17 25 23 15,1 0-27-15,0 0-37 16,0 0-19-16,0 14-10 16,0 11 10-16,8 6 11 15,1 2 6-15,-1 3 3 16,-2-2 0-16,-2 4-3 15,-2 1-13-15,-2 1-1 16,0-1 1-16,0 0 0 0,0-7-4 16,0-3-11-16,0-7-119 15,0-10-200-15</inkml:trace>
  <inkml:trace contextRef="#ctx0" brushRef="#br0" timeOffset="70274.2702">21510 8661 755 0,'0'0'113'16,"0"0"-101"-16,0 0 56 15,0 0 87-15,0 0-62 16,0 0-56-16,-3 3-18 15,16-3-16-15,13-3 6 16,7-7 30-16,3 2-22 16,-1 1-15-16,-2 3 5 15,-1 2-7-15,-6 2 0 16,-4 0 0-16,-8 7-2 16,-3 7 0-16,-7 3 0 15,-4 5 2-15,0 0 0 0,-3 5 0 16,-15 2 9-16,-6 0 7 15,-2 2-3-15,-1-1-3 16,2 1-2-16,3-3 0 16,3-1-3-16,3-5-1 15,7-4-3-15,4-4 2 16,5-4 1-16,0-3-4 16,0-3-2-16,0-1 2 15,11-1 9-15,10-2-1 16,10 0 10-16,8-2-4 0,12-12-6 15,2-1-8 1,1 0 0-16,-3 4-3 0,-2 5-14 16,-6 4-94-16,-4 2-190 15,-14 0-566-15</inkml:trace>
  <inkml:trace contextRef="#ctx0" brushRef="#br0" timeOffset="71341.9921">21655 10074 783 0,'0'0'72'0,"0"0"53"16,0 0-75-16,0 0 82 15,0 0-34-15,0 0-63 16,-5-20-35-16,12 26 3 16,6 13-3-16,2 8 36 0,-2-1-9 15,1 4-2-15,-2 1 3 16,-3-5-8-16,2-2-8 16,-1-4-5-16,-3-5-4 15,0-5 1-15,-2-6-4 16,-1-2 0-16,1-2 2 15,2 0 2-15,8-20 5 16,3-6-2-16,2-4-6 16,-4 5 2-16,-9 8-1 15,-1 9-2-15,-4 5-1 16,-2 3 0-16,1 0-1 16,4 11-10-16,-1 12 10 15,5 7 2-15,0 1 1 16,-1-3-1-16,3-5 1 0,1-3-1 15,1-4 0 1,0-6 1-16,-1-7-1 16,1-3 1-16,4 0 0 0,5-21 6 15,3-7 6-15,2-3-11 16,-3-3 4-16,-1 0-6 16,-1-2-1-16,-3 2-25 15,2 4-100-15,-3 7-209 16</inkml:trace>
  <inkml:trace contextRef="#ctx0" brushRef="#br0" timeOffset="89073.9475">18399 9801 726 0,'0'0'85'0,"0"0"-75"15,0 0 15-15,0 0 41 16,0 0-24-16,0 0-34 16,0 0 0-16,0 0 6 15,0 0 20-15,71 0-11 16,-50 0 15-16,0 0 3 0,2 0-16 16,-1 0-5-1,2 0-1-15,-3 0-4 0,0 0 8 16,-1 0-2-16,-3 0-13 15,-1 0 5-15,-5 0-4 16,-5 0-2-16,0 0-2 16,-4 0-1-16,0 0-4 15,-1 0 0-15,1 0 3 16,0 0-2-16,1 0-1 16,0-5 0-16,0-5-60 15,-3-4-170-15,0-1-113 16</inkml:trace>
  <inkml:trace contextRef="#ctx0" brushRef="#br0" timeOffset="89474.7009">18575 9643 695 0,'0'0'66'0,"0"0"-60"16,0 0 7-16,0 0 64 16,0 0-19-16,0 0-13 15,82 0-31-15,-57 0 3 16,-1 6-3-16,0 6 10 0,-1 3-14 16,2 0 6-1,-4 4-1-15,-3 0 3 0,-2 2 5 16,-5 1 0-16,-1-1 0 15,-4 1 0-15,-5-1 9 16,-1 1-1-16,0-2 3 16,-17 2 4-16,0 0-11 15,-6-5 3-15,2 0-7 16,2-4-20-16,1-1 5 16,2-4-4-16,3 0-2 15,2-4-2-15,-2 1-13 16,5-2-65-16,-1-3-163 15,-1 0-377-15</inkml:trace>
  <inkml:trace contextRef="#ctx0" brushRef="#br0" timeOffset="104557.0143">15528 8243 663 0,'0'0'89'16,"0"0"-49"-16,0 0-5 0,0 0 11 16,0 0 51-16,0 0-20 15,0 0-24-15,0 0-31 16,0 0-15-16,-11-8-6 16,31 8 5-16,10 0 40 15,9 0-21-15,6 1 0 16,12 6 4-16,7 2-8 15,12-1-7-15,6-2 3 16,6 2-2-16,5 1-7 16,-1 1-2-16,4-2-1 15,-4 1 0-15,-5-5-5 16,-8-1 2-16,-14-3-2 16,-5 0 8-16,-11 0 6 15,-5 0 1-15,-10 0-9 16,-7-2 2-16,-3-3 0 0,-11 1-1 15,-3 1-2-15,-7 1-1 16,-1 0 1-16,-1 2 9 16,-1-3-13-16,2 1 4 15,-1 2-2-15,-1 0-3 16,2 0-17-16,-1 0-71 16,-1-3-143-16,0-2-455 15</inkml:trace>
  <inkml:trace contextRef="#ctx0" brushRef="#br0" timeOffset="111994.8276">13674 2542 1088 0,'0'0'43'16,"0"0"-34"-16,90-56-4 0,-39 37-4 15,-3 4 0-15,0 1 0 16,-4 6 2-16,-2-1-3 15,-6 5-5-15,-14-2-209 16,-10 1-329 0</inkml:trace>
  <inkml:trace contextRef="#ctx0" brushRef="#br0" timeOffset="112226.2081">13967 2414 952 0,'0'0'143'15,"0"0"-110"-15,0 0-33 0,0 0 0 16,0 0 47-16,-8 94 25 16,8-50-16-16,0 6-12 15,3-1-11-15,-1-6-3 16,3-2-18-16,-2-2 1 16,-2-5-13-16,1-4 6 15,-2-4-6-15,0-2 0 16,0-7-29-16,3-10-141 15,0-7-248-15</inkml:trace>
  <inkml:trace contextRef="#ctx0" brushRef="#br0" timeOffset="112909.4518">14434 2726 963 0,'0'0'137'0,"0"0"-49"15,0 0-33-15,-89 12-11 16,59 5 7-16,6 0-17 15,9-1-10-15,11-4-17 16,4 1-7-16,0-4-3 16,16 2 3-16,12-2 0 15,7 2 3-15,0-1 0 16,0 1-3-16,-11 0 4 16,-6 4-4-16,-9 2 0 15,-9 4-1-15,0 4 1 16,-17 4 1-16,-17 0 7 15,-8-3 27-15,0-4-12 16,5-4 0-16,7-4-18 0,8-5-5 16,10-2 0-16,12-7-63 15,0 0-156-15,12-19-374 16</inkml:trace>
  <inkml:trace contextRef="#ctx0" brushRef="#br0" timeOffset="113654.4785">14172 2779 452 0,'0'0'317'15,"0"0"-227"-15,0 0 5 16,0 0-39-16,0 0 71 15,0 0-79-15,-30-27 6 16,30 27-38-16,0 0-16 16,0 0-2-16,0 0-37 0,0 0-115 15,0 0-10-15,9 0-73 16</inkml:trace>
  <inkml:trace contextRef="#ctx0" brushRef="#br0" timeOffset="114561.7148">14084 2070 883 0,'0'0'10'16,"0"0"-6"-16,-117 58-3 15,55-15 0-15,-7 11 18 16,-7 12 20-16,0 13 31 16,3 12-7-16,6 9-33 15,12 6-3-15,10 4-14 16,22-4-2-16,19-6-11 16,7-7 2-16,34-13-2 15,17-14-3-15,16-14 3 16,15-17 2-16,13-14 4 15,10-16-3-15,4-5 0 16,1-18 2-16,-5-19-2 16,-9-14 4-16,-6-13 3 0,-14-10 1 15,-15-5-11-15,-13-9 4 16,-20-3-4-16,-18-4 5 16,-13 0-4-16,-8 0 3 15,-25 9-4-15,-10 10 3 16,-11 18 3-16,-1 18 8 15,-6 11 6-15,-4 12 33 16,1 10-37-16,0 7-16 16,6 0-10-16,7 14 8 15,13 8 4-15,9 5-4 0,16 7-5 16,10 7-33 0,3 5-56-16,28-1-103 0,17-8-77 15</inkml:trace>
  <inkml:trace contextRef="#ctx0" brushRef="#br0" timeOffset="115244.827">14862 2587 519 0,'0'0'249'0,"0"0"-148"16,0 0-23-16,0 0 45 15,0 0-12-15,0 0-36 16,-42 0-38-16,42 0-26 15,13 0-11-15,21 0 2 0,21-6 7 16,21-7 27 0,16-4-8-16,10-3-9 0,7 3-17 15,-2 1 2-15,-7 4-3 16,-7 1 1-16,-11 3 2 16,-16-1-4-16,-16 3 0 15,-13 1 1-15,-13 1-1 16,-12 0 0-16,-5 2-14 15,-7-2-55-15,0-3-26 16,-10-5-168-16,-15-3-247 16</inkml:trace>
  <inkml:trace contextRef="#ctx0" brushRef="#br0" timeOffset="115545.984">15590 2221 801 0,'0'0'144'15,"0"0"-62"-15,0 0-8 16,0 0-28-16,0 0-39 16,0 0-7-16,71-6 2 15,-22 21 11-15,3 6 5 16,4 1-3-16,-6 3-2 16,-9 5-6-16,-8 2 1 15,-10 5 2-15,-13 1-4 16,-10 2 20-16,0-1-7 15,-28-1 10-15,-10-2 15 16,-9-4-13-16,-3-4-22 0,3-3-7 16,2-6-2-16,9-5-7 15,13-7-102-15,10-7-187 16,13-1-450-16</inkml:trace>
  <inkml:trace contextRef="#ctx0" brushRef="#br0" timeOffset="117695.5649">16787 2121 482 0,'0'0'195'0,"0"0"-76"0,0 0 16 16,0 0 19-16,0 0-17 15,0 0-87-15,-38-10-31 16,9 20 0-16,-1 4 5 15,3 0 19-15,10-3-20 16,10-1-15-16,7-1-8 16,0-3-7-16,12 5 3 15,19-2 4-15,11 1 2 0,6 2 0 16,-1 0 0 0,-8 1-1-16,-8 3-1 15,-10 1 0-15,-9-1 2 0,-8 2-2 16,-4 4 0-16,0 0 6 15,-20 4 4 1,-8-1 29-16,-4 0-7 0,-3 0-13 16,2-3-1-16,3-2-8 15,7-6-6-15,10-7-3 16,7-6-1-16,3-1-16 16,3-11-60-16,0-22-155 15,1-12-412-15</inkml:trace>
  <inkml:trace contextRef="#ctx0" brushRef="#br0" timeOffset="118176.5897">16640 1874 744 0,'0'0'220'0,"0"0"-209"15,-116 40 1-15,61-8 42 16,-6 3 21-16,-1 9-8 16,9 3-20-16,11 4-24 15,14 8-4-15,13 6-19 16,12 5 8-16,3 5-6 0,18 8-4 16,19-4 4-16,15-6-2 15,15-11 7-15,11-16-4 16,4-14-3-16,4-14-1 15,-1-12 1-15,0-6 4 16,-4-9 1-16,-3-18 6 16,-8-15-3-16,-4-11 5 15,-3-15 5-15,-9-12-14 16,-8-6 5-16,-11-6-9 16,-13 2 3-16,-16 1 1 15,-6 2-2-15,-24 8-2 16,-16 13 0-16,-14 14-10 15,-12 16 10-15,-11 19 1 0,-15 15 1 16,-16 2 5-16,-14 29-7 16,-14 15-7-16,-1 6 7 15,6 8-2-15,16 5-27 16,14 9-21-16,21 6-100 16,3 2-170-16</inkml:trace>
  <inkml:trace contextRef="#ctx0" brushRef="#br0" timeOffset="141897.8613">14551 9431 896 0,'0'0'14'15,"-84"5"19"-15,47 15-30 16,-1 5 15-16,2 9 42 15,6 12 23-15,5 5-32 16,9 10-22-16,10 6-13 16,6-1 7-16,2-1-5 15,23-5-2-15,12-5-8 16,12-10-4-16,7-14 2 16,9-11-5-16,7-16 3 15,3-4 2-15,3-22-6 16,-3-18 5-16,-5-9-5 0,-10-7 10 15,-14-7-7-15,-11-4 0 16,-13-4-2-16,-15-1 4 16,-7 0 0-16,-10 4-5 15,-24 2 4 1,-11 8-8-16,-10 12 9 0,-7 13-5 16,-8 16 9-16,0 17 10 15,-3 0-10-15,2 24-5 16,8 10-2-16,8 4-1 15,14 5 1-15,12-1-2 16,10 0-1-16,12-1-3 16,7 2 3-16,0 0-64 15,9 1-78-15,9-8-171 16</inkml:trace>
  <inkml:trace contextRef="#ctx0" brushRef="#br0" timeOffset="143211.6191">14508 9665 649 0,'0'0'108'0,"0"0"-11"15,0 0-31-15,0 0 19 16,0 0 10-16,0 0-22 16,4-14-49-16,11 3-13 15,10 0 2-15,3 0-4 16,2 0-5-16,0 2-3 16,-2 1-1-16,-5 3 0 15,-4 4-16-15,-10 1-125 0,-6 0-110 16,-3 0-265-1</inkml:trace>
  <inkml:trace contextRef="#ctx0" brushRef="#br0" timeOffset="143428.0393">14607 9639 535 0,'0'0'171'0,"0"0"-106"15,0 0-44-15,0 0 13 16,0 0 17-16,0 0 24 15,-1 57 2-15,1-32-27 16,0 1-7-16,0-1-3 16,2 0-25-16,2-4-3 15,0-1-10-15,-3-6-1 16,1-2-1-16,0-7 0 0,-2-3-163 16,0-2-124-16</inkml:trace>
  <inkml:trace contextRef="#ctx0" brushRef="#br0" timeOffset="145147.7043">14765 9803 126 0,'0'0'242'16,"0"0"-157"-16,0 0 0 15,0 0 84-15,0 0-85 16,0 0-15-16,-7-7-16 16,7 7-4-16,0 0-15 15,0 0 7-15,0 0 1 0,0 0-7 16,0 0-15-1,0 0-12-15,0-2-5 0,0 2-1 16,0-1-4-16,0-1 4 16,0 0-2-16,0 2 0 15,0 0 0-15,0 0 0 16,0 0 0-16,0 0 1 16,0 0-1-16,0 0 1 15,0 0 6-15,0 0 8 16,0 0-3-16,0 0-4 15,-9 8-3-15,2 1-4 16,-1 3 4-16,5-3 0 16,0-1-1-16,3-2-4 0,0-3 0 15,0 0 0-15,0-3 0 16,6 0 1-16,8 0 8 16,2-5-4-16,-2-7 1 15,0 0-4-15,-5 0-2 16,-4 6 2-16,-4 0-2 15,-1 1 3-15,0 2 3 16,0-1-6-16,0 4 8 16,0 0 26-16,0 0-4 15,0 0-10-15,0 0-9 16,0 0-11-16,0 0-4 16,0 11 0-16,0 6 4 15,0 3 4-15,3-3 1 16,0 2-5-16,1-4 2 0,-2 1-2 15,-2-2 0-15,1-3 3 16,-1-2-3-16,0-4-8 16,0-5-100-16,0 0-136 15,0-4-143-15</inkml:trace>
  <inkml:trace contextRef="#ctx0" brushRef="#br0" timeOffset="146049.3533">14852 9290 795 0,'0'0'111'0,"0"0"-13"0,0 0-89 16,0 0 81-16,37-87 10 16,-7 56-40-1,7-1-23-15,5-6-14 0,-1 1-3 16,2 0 1-16,-6 1 8 15,-6 0-24-15,-7 3 5 16,-5 5-9-16,-6 5 3 16,-3 1-3-16,-4 7 1 15,-5 4 1-15,-1 3-2 16,0 6-2-16,0-1-1 16,-7 3-28-16,-16 0-19 15,-5 8-30-15,-8 6 18 16,-1 1-6-16,3-2 53 0,1 0-21 15,13-7 28-15,7-3 7 16,9-2 8-16,2-1 20 16,2 0 10-16,0-1-2 15,19-15-9-15,13-3-19 16,5 2 8-16,4 1-1 16,-3 6 6-16,-5 4-8 15,-2 6-4-15,-4 0-3 16,-3 2-2-16,-2 13 2 15,-5 4 2-15,-7 3-6 16,-7 4 6-16,-3 4-3 16,0 1 1-16,-10 6 1 15,-6-1-1-15,0 0-6 16,3-2-48-16,4-3-126 16,2-5-193-16</inkml:trace>
  <inkml:trace contextRef="#ctx0" brushRef="#br0" timeOffset="146677.6734">15099 9607 775 0,'0'0'96'0,"0"0"-28"0,0 0 13 15,0 0 36-15,0 0-48 16,0 0-33-16,57-3 14 15,-10-13 11-15,6-2-33 16,4-5-18-16,-1 1 3 0,3-2-3 16,-1-1-4-1,-7 4-4-15,-7 1-1 0,-9 3 0 16,-9 2 1-16,-7 4-1 16,-6 2 1-16,-7 1-2 15,-6 0-7-15,0-3-16 16,-3-4-32-16,-18 0-12 15,-7-1-41-15,-4 2 0 16,0 3 37-16,3 1 50 16,8 1 16-16,6 4 5 15,7 1 6-15,8-1 20 16,0 2 46-16,0-3-21 16,10 0-22-16,15-1-25 15,5 4 12-15,4 3-10 16,1 0-2-16,-4 13-4 0,-4 8 0 15,-5 8-5-15,-8 3 10 16,-7 2-6-16,-7 0 2 16,0 1 1-16,-12-2 7 15,-6-2-7-15,-3-2-2 16,0-3-15-16,-2-3-210 16,2-3-540-16</inkml:trace>
  <inkml:trace contextRef="#ctx0" brushRef="#br0" timeOffset="147449.6139">15059 9912 660 0,'0'0'188'16,"0"0"-120"-16,0 0-49 16,0 0 12-16,0 0 83 15,0 0-34-15,57 50-13 16,-14-30-28-16,8 1 4 15,6-1-10-15,1 0-8 16,3-3-7-16,2-2-8 0,-4-4-5 16,-2-5-1-16,-8-3 0 15,-10-3-3-15,-8 0 1 16,-7 0 0-16,-5-11-2 16,-7-5-8-16,-4-4-44 15,-6 0-34-15,-2-1-70 16,-4 3-48-16,-15 4-26 15,-7 3-26-15,0 3 127 16,-3 3 129-16,5 4 141 16,4-1 15-16,10 2 43 15,6 0-57-15,4 0-25 16,0 0-44-16,0 0-43 16,2 0-8-16,15 0-5 15,8 0 34-15,3 2-23 16,0 10-17-16,-1 6-8 15,-5 1-1-15,-5 5 5 0,-8 3-5 16,-6 4 15-16,-3 3 0 16,-12 2 23-16,-14-2-2 15,-8-1-7-15,-1-8-15 16,0-5-10-16,5-8-3 16,5-7-3-16,5-5-24 15,6-9-86-15,3-23-275 16</inkml:trace>
  <inkml:trace contextRef="#ctx0" brushRef="#br0" timeOffset="148859.7209">15334 8427 695 0,'0'0'106'0,"0"0"-42"15,0 0 30-15,0 0 16 0,0 0-31 16,0 0-1-16,-44-32-51 16,37 32-1-16,-2 0-18 15,-6 15-2-15,3 3-3 16,0 5 3-16,6 3-1 16,5-2-2-16,1 3-1 15,0-1-1-15,6-3 0 16,13-1-1-16,8-6 4 15,12-4-4-15,5-7 4 16,7-5-4-16,4 0 3 0,2-10 2 16,-5-9-2-1,-9 0-1-15,-5-4 1 0,-10 0-2 16,-7-1 0-16,-9 0 3 16,-9 2 0-16,-3-4 0 15,-3-1 2-15,-21-2-2 16,-8 1-3-16,-7 0 0 15,-3 1-1-15,-1 4 3 16,1 5 1-16,4 5 5 16,4 7-7-16,3 6 0 15,5 0-2-15,4 0 0 16,1 14-3-16,5 1 1 16,4 3-2-16,4 5 3 15,4 0 1-15,4 6-21 16,0-1-45-16,6-1-75 15,12-2-99-15,7-5-249 0</inkml:trace>
  <inkml:trace contextRef="#ctx0" brushRef="#br0" timeOffset="149510.0732">16060 8828 837 0,'0'0'81'0,"0"0"-20"15,0 0 14-15,0 0 0 0,0 0-39 16,-80 58-5-16,53-12 4 16,1 5 5-16,8 2-12 15,8 0-6-15,10-4-11 16,0-2-4-16,12-5-6 16,12-8-1-16,11-10 3 15,7-12 0-15,7-12-3 16,3-3 9-16,3-22-3 15,-6-12-3-15,-6-2 0 16,-7-3-3-16,-9-3-7 0,-11-2-1 16,-16 0-9-1,-2-1 11-15,-29 6 2 0,-10 6 4 16,-6 7-5-16,-3 10 7 16,-1 9-2-16,0 10 18 15,3 0-14-15,8 8 2 16,9 11-5-16,13 1-2 15,12 8 1-15,6 2-43 16,7 3-86-16,20-1-86 16,6-4-245-16</inkml:trace>
  <inkml:trace contextRef="#ctx0" brushRef="#br0" timeOffset="149944.9091">16388 9786 975 0,'0'0'67'16,"0"0"9"-16,0 0 9 0,-100 58-7 15,72-24-8 1,4 5-21-16,8 4-24 0,8 3-20 16,8-1 2-16,0-4 2 15,12-4-9-15,15-9-2 16,6-9 2-16,9-14 3 15,-1-5-3-15,0-15-5 16,-5-19-12-16,-11-11-5 16,-13-4 12-16,-12-6 4 15,-16-3 4-15,-31-1-2 16,-17-1-9-16,-9 0-51 16,-5 5-23-16,4 5-86 15,-2 4-47-15,-1 1-448 0</inkml:trace>
  <inkml:trace contextRef="#ctx0" brushRef="#br0" timeOffset="150470.3701">14855 8003 896 0,'0'0'13'0,"0"0"-11"16,-3 72 11-16,-2-36 53 16,-2-4-31-16,3-1-23 15,1-4-9-15,1-5-3 16,2-7-12-16,0-8-162 15,0-7-444-15</inkml:trace>
  <inkml:trace contextRef="#ctx0" brushRef="#br0" timeOffset="150628.5779">14943 8196 592 0,'0'0'12'0,"0"0"-12"16,0 0-93-16</inkml:trace>
  <inkml:trace contextRef="#ctx0" brushRef="#br0" timeOffset="151041.7034">14828 8442 779 0,'0'0'159'15,"0"0"-114"-15,0 0-4 16,0 0 32-16,0 0-34 16,0 0-22-16,58-47-16 15,-50 47 8-15,-2 2-9 16,-5 9 0-16,-1 3 1 15,0 3 1-15,0-3 0 16,0 0-1-16,0-4-1 0,0-5 0 16,0-4-3-16,8-1-15 15,8 0-1-15,2-6 1 16,0-6 8-16,-3 4 4 16,-5 4 6-16,-4 4 0 15,-3 0 0-15,-3 0 4 16,0 19 13-16,0 8 37 15,-13 5-16-15,-5 1 12 16,1-1-24-16,4-4-14 16,7-3-12-16,6-6-3 15,0-4-17-15,3-5-209 16,13-10-441-16</inkml:trace>
  <inkml:trace contextRef="#ctx0" brushRef="#br0" timeOffset="151698.9428">16588 8441 959 0,'0'0'170'0,"0"0"-168"16,0 0-2-1,0 0 0-15,0 0 37 16,-1 95-16-16,1-66-12 0,7 0-5 16,-1 1 0-16,3-2-4 15,0-7-108-15,2-13-249 16</inkml:trace>
  <inkml:trace contextRef="#ctx0" brushRef="#br0" timeOffset="151915.3639">16803 8609 773 0,'0'0'166'15,"0"0"-141"-15,0 0-10 0,-85 70 37 16,65-48 5-16,4-1-38 16,4-2-14-16,2 0 1 15,2-5-6-15,2-3-127 16,3-8-102-16</inkml:trace>
  <inkml:trace contextRef="#ctx0" brushRef="#br0" timeOffset="152262.2473">16743 8840 321 0,'0'0'584'0,"0"0"-535"0,0 0-22 15,0 0 35-15,0 0-8 16,0 0-39-16,68-2-12 15,-58 2-5-15,-6 4 4 16,-4 11-4-16,-1 5 4 16,-20 1 0-16,-3 0-2 15,0-4 0-15,8-4 9 16,7-6 15-16,3-4-11 16,6-1-9-16,0-2-2 15,9 0 1-15,13 0 47 0,8 0-9 16,-1 0-26-16,-3 0-15 15,-3 0-5-15,-8 8 4 16,-4 10 1-16,-9 7-30 16,-2 6-109-16,-2 5-192 15</inkml:trace>
  <inkml:trace contextRef="#ctx0" brushRef="#br0" timeOffset="152836.5312">16828 9673 857 0,'0'0'110'16,"0"0"-7"-16,0 0-51 16,0 0-23-16,0 0 25 0,0 0 21 15,-7 67-42-15,5-38-14 16,2-4-10-16,0 0-8 16,0-3 0-16,0-2-1 15,11-6-73-15,2-8-200 16,4-6-360-16</inkml:trace>
  <inkml:trace contextRef="#ctx0" brushRef="#br0" timeOffset="153224.4968">16773 10084 892 0,'0'0'60'0,"0"0"-51"16,0 0 106-16,103-41-30 16,-66 29-43-1,2-3-17-15,0 2-22 0,0 2-3 16,-4 4-48-16,-10 3-195 15,-9 3-241 1</inkml:trace>
  <inkml:trace contextRef="#ctx0" brushRef="#br0" timeOffset="153659.3313">16915 10244 327 0,'0'0'602'0,"0"0"-561"0,0 0-29 16,0 0 94-16,0 0-16 15,0 0-57-15,77-31-12 16,-59 30-14-16,-6 1-6 16,-4 0-2-16,-4 6 1 15,-4 9 0-15,0 3 1 16,-8-1 6-16,-2 0-6 15,4-8 5-15,3-1 0 16,3-3-5-16,0-4 5 16,8 1-6-16,11-2 0 0,2 0 0 15,0 1 4-15,-5 4-3 16,-8 5-2-16,-7 4 7 16,-1 6-5-16,0 4 50 15,-16 3 15-15,-5-1-20 16,-3 1-10-16,3-2-3 15,1-6-22-15,6-2-9 16,2-3 7-16,0-4-7 16,3-1-2-16,-2-2-67 15,-5-4-160-15,-6 1-894 16</inkml:trace>
  <inkml:trace contextRef="#ctx0" brushRef="#br0" timeOffset="166846.0115">10850 8390 708 0,'0'0'30'16,"0"0"-15"-16,0 0-12 16,0 0 17-16,0 0 69 15,0 0-4-15,0 0 3 16,-2-70 3-16,2 70-47 15,0 0-18-15,0 0-1 16,0 0-3-16,3 0-11 0,4 0-6 16,6 3-2-1,8 7 19-15,9-2 9 0,11-2 7 16,9-2-35 0,8-2 10-16,9 1-7 0,9-1 7 15,7 1 1-15,8 1-14 16,5-3 4-16,4 2 1 15,2 1-5-15,3-2 1 16,0 1 5-16,-4 0-4 16,-4-2-1-16,-5-1-1 15,-2 0 1-15,-4 0 4 16,-2-4 0-16,-1-3-3 16,1-6-1-16,-4 2 3 0,-9-1-1 15,-9-1 1-15,-10 4-4 16,-5-3-2-16,-7 4 2 15,-4 0 0-15,-5-1 1 16,-3 3-1-16,-5-1 4 16,-2 1-2-16,-5 1 1 15,-5 0 4-15,-5 3-1 16,-5 0-1-16,1-1 1 16,-2 3-4-16,0 0 2 15,0-4-4-15,0 1-2 16,-6 2-74-16,-11 0-102 15,-4 1-200-15</inkml:trace>
  <inkml:trace contextRef="#ctx0" brushRef="#br0" timeOffset="167676.7918">15664 8100 298 0,'0'0'91'0,"0"0"-4"16,0 0-43-16,0 0 39 16,0 0 63-16,0 0-91 15,-14-15-28-15,14 15-20 16,0 0 3-16,9 0 30 15,10 2 12-15,7 6 2 16,8-3-20-16,9 2-1 16,11-2-6-16,9 3-17 0,5 0-10 15,8 2 0-15,-1 0-24 16,1-2-110-16,-6-3-165 16</inkml:trace>
  <inkml:trace contextRef="#ctx0" brushRef="#br0" timeOffset="183664.0596">10599 3667 850 0,'0'0'67'16,"0"0"-32"-16,0 0-4 15,0 0 50-15,0 0 46 16,0 0-60-16,0 0-11 0,21-39-31 16,-21 39-12-16,0 0-3 15,0 0 2-15,-1 6 1 16,-20 12 0-16,-13 10-2 16,-11 10 3-16,-7 6-3 15,2 1-3-15,3 3 6 16,6-1-7-16,5-1-3 15,10-5 0-15,9-5-1 16,10-10-3-16,7-6 0 16,0-3-1-16,9-5 1 15,18-3 1-15,10-5-1 16,12-4 0-16,12 0 2 0,2-7-2 16,-5-3 2-16,-11 5-2 15,-13 5 1-15,-16 0-1 16,-11 1-3-16,-7 17-10 15,-7 6 8-15,-23 9 5 16,-12 4 1-16,-6 1 1 16,3 0-1-16,1-2 0 15,11-5 3-15,8-1-4 16,7-2 0-16,6-4 3 16,7-4-3-16,5-5 0 15,0-4-6-15,15 0 1 16,6-8 5-16,8 0 4 0,8-3-4 15,0 0-1-15,5-3 1 16,-1-2 0 0,-2-1 0-16,0 1-47 0,-1 0-82 15,-8-2-179-15,-4 0-621 16</inkml:trace>
  <inkml:trace contextRef="#ctx0" brushRef="#br0" timeOffset="184374.743">11357 3434 796 0,'0'0'57'15,"0"0"-51"-15,-82 103 16 16,46-38 59-16,-2 13 21 16,5 5-26-16,3 9-9 15,9 6-34-15,7 1-18 16,12 5-15-16,2-3 0 15,16-1 3-15,23-3-3 0,17-5-68 16,18-10-258-16</inkml:trace>
  <inkml:trace contextRef="#ctx0" brushRef="#br0" timeOffset="185309.7954">22290 4342 974 0,'0'0'79'16,"0"0"-73"-16,91 26-6 16,-34-6 9-16,-1 9 6 15,0 7 25-15,-5 7-5 16,-11 7-21-16,-10 10-9 15,-18 8 1-15,-12 7-1 16,-24 0 4-16,-31 4 3 16,-17-1 9-16,-19-1-16 15,-15-6-2-15,-12-7-2 16,-11-7-1-16,-9-10-45 16,-9-12-315-16</inkml:trace>
  <inkml:trace contextRef="#ctx0" brushRef="#br0" timeOffset="190193.8152">8799 7654 110 0,'0'0'944'16,"0"0"-853"-16,0 0-67 0,0 0-8 15,0 0 10-15,0 0 2 16,0 0-17-16,45 8 26 16,0-8 12-16,4 0-33 15,-3 0-2-15,-4-1-8 16,-6 0 1-16,-10-2-5 16,-9 0 0-16,-6 3 0 15,-7 0-1-15,-4 0 4 16,0 0-3-16,-5 0-2 15,-24 0 2-15,-13 0 12 16,-11 0-10-16,-5 7-1 16,0 3-2-16,9 2 5 15,12-2-2-15,12-3-1 16,14-3 4-16,6-2-5 16,5-1-2-16,0 0-1 0,2 2-7 15,20 4 3 1,17-5 5-16,13-2 5 0,14 0 5 15,5-7-10-15,1-8 0 16,-2-4 4-16,-6 4-3 16,-14 2-1-16,-9 2 0 15,-16 7-43-15,-14 3-92 16,-11 1-180-16,0 0-476 16</inkml:trace>
  <inkml:trace contextRef="#ctx0" brushRef="#br0" timeOffset="191471.4522">7448 6378 769 0,'0'0'88'15,"0"0"-88"-15,0 0-5 16,0 0 5-16,15 84 23 0,-1-43 10 15,5 2 0-15,4 6 0 16,3 5 3-16,-4 4-6 16,-5 1 15-16,-7 3-21 15,-9 2 1-15,-1 5-9 16,-6 1-10-16,-16-2-2 16,-8-4 0-16,-7-7-4 15,-8-2-11-15,-5-2-82 16,-7 0-46-16,-12-3-79 15,-13-3-331-15</inkml:trace>
  <inkml:trace contextRef="#ctx0" brushRef="#br0" timeOffset="192241.9277">4266 6414 516 0,'0'0'20'0,"0"0"25"15,0 0-2-15,0 0 45 16,0 0-63-16,0 0 9 0,-70-29-3 15,52 33-6-15,-7 21-9 16,-6 13-12-16,-5 13 17 16,3 14 4-16,0 15 3 15,12 7 4-15,8 10-4 16,11 7 1-16,4-2-24 16,32-1-5-16,27-8 0 15,20-10 1-15,19-5-1 16,13-5-1-16,9-3 1 15,5 1-3-15,0-1-17 16,-3-5-183-16</inkml:trace>
  <inkml:trace contextRef="#ctx0" brushRef="#br0" timeOffset="201135.5706">5087 7522 744 0,'0'0'51'15,"0"0"-13"-15,0 0-15 0,0 0 22 16,0 0-14-16,0 0-1 16,0 0-22-16,-11 11-7 15,38-11 8-15,9 0 16 16,9 0 10-16,10 0-4 16,12 0-4-16,9 0-14 15,6 0 2-15,2 0-14 16,-3 3 1-16,-6 9-2 15,-2 0 2-15,-7 0 4 16,-6-2-4-16,-1 1-2 16,-5-5 0-16,-9-3 1 15,-1-3-2-15,-8 0 4 16,-2 0-2-16,-7-3 11 16,-7 0 6-16,-7-1-9 15,-4-1-3-15,-6 4-3 0,-1 0-1 16,-2 1 0-16,0 0 3 15,0 0-1-15,0 0-4 16,0 0 0-16,0 0-83 16,0 0-149-16,0 0-331 15</inkml:trace>
  <inkml:trace contextRef="#ctx0" brushRef="#br0" timeOffset="204092.3887">10271 5400 686 0,'0'0'114'16,"0"0"-23"-16,0 0-32 16,0 0 25-1,0 0-31-15,0 0 66 0,0 0-60 16,-14-17-31-16,14 17-20 15,-2 0 3-15,-6 0-3 16,-5 4-3-16,-11 13-2 16,-7 10-1-16,-4 4-2 15,-2 3 0-15,5 2 4 16,3 3-2-16,5 2 0 16,3 3-2-16,4 0 2 0,0 5 6 15,4 1-5-15,2 4 0 16,2-2 0-16,0 1 1 15,2-5 1-15,2-1-5 16,1-1-1-16,1 1 1 16,0 2 5-16,-2 0-4 15,1 2 0-15,1 0-1 16,-1 0 1-16,-4 5 5 16,-3 3-5-16,-9 7 1 15,-4 2-1-15,-3-1 20 16,5-3-14-16,5-2 8 15,1 3-9-15,8 6-3 0,1 4-2 16,2-1-1-16,5 1 0 16,0-3 1-16,5 2 1 15,10 1-2-15,7-3 0 16,3 1 2-16,4-4-2 16,2-1-4-16,2-4 4 15,6 0 0-15,4-4 7 16,2 0-7-16,8-2 0 15,1-2 0-15,3 2-2 16,0-1-1-16,2 2 0 16,10-3 4-16,4-3-1 15,8-5 0-15,8-4 0 16,2 2-1-16,9-3 1 16,3-3-22-16,5-5-38 15,6-3-47-15,8-6-65 0,7-8-67 16,5-11-314-16</inkml:trace>
  <inkml:trace contextRef="#ctx0" brushRef="#br0" timeOffset="205988.5378">24701 5191 541 0,'0'0'110'15,"0"0"-5"-15,0 0-68 16,0 0 13-16,0 0 16 16,0 0-22-16,0 0-18 15,0 0-21-15,3 5-4 16,3 2 0-16,4 3-1 15,4 4 6-15,-1 1 5 16,5 2 3-16,-3 0 3 16,-2 1-4-16,1 2-4 15,-4 1 3-15,-1 2 1 16,1 1 13-16,0 1-12 16,-3 2-2-16,1 1 4 0,2 1 0 15,-1-2-4-15,0 0 4 16,3 2-9-16,-3-3 9 15,0 0-5-15,0-1-2 16,0-1-1 0,-2 3 0-16,-1-2-7 0,1 2 7 15,-1 3-5-15,-1-1 5 16,1 0 0-16,-2 0-3 16,1-2 1-16,-1 2 5 15,1-2-8-15,-4 0 4 16,2 1 2-16,-1-1-8 15,1 4 5-15,-2-2-5 0,-1 3 7 16,3 2-6-16,-3 0-4 16,0-1 4-16,0-1-4 15,0 3 4-15,0-4 1 16,0 2-3-16,0-1 0 16,0-1 4-16,0 2-3 15,-4-3 0-15,-1 4-1 16,1-1 7-16,0 1-2 15,2-2-4-15,-1 1 3 16,0 1-2-16,1 0 3 16,-1 0 3-16,-1-2-3 15,-1 2 12-15,-1 1-7 16,2 2-9-16,-3 5 3 16,-1 3 4-16,0 1 11 15,-1 0-12-15,-2-2-4 0,2 0-1 16,-4-3 7-16,2 5-9 15,-1-3 3-15,3 1 5 16,2-2-3-16,-1 0-3 16,0-2 5-16,1-2-3 15,-2 3-3-15,-1-4 6 16,-3 3-3-16,0-2 4 16,-1 0-3-16,0 0 0 15,0-1 0-15,-1-2 0 16,2 2-5-16,0-3 1 0,1 2 2 15,-1 0 3-15,1-1-5 16,-3 3 1-16,1 8 4 16,1-3-2-1,-3 2 0-15,2-1-1 0,-2-6 0 16,3-3 1 0,0-2-2-16,4-5 0 0,0-3-2 15,-2 1 0-15,1-4 0 16,0 2 8-16,0-1-8 15,1 0 1-15,-1-3-2 16,-1 1 2-16,0-1-1 16,1-6 1-16,0 2-1 15,-1-3 0-15,2-2 1 16,2-2-1-16,1 0 0 16,3-5 0-16,0-1 0 0,1 0-16 15,1-1-22-15,-1 6-19 16,1 1-5-16,-1 5-44 15,2 1-50-15,0 0-115 16,0-1-398-16</inkml:trace>
  <inkml:trace contextRef="#ctx0" brushRef="#br0" timeOffset="230460.0176">15934 13189 191 0,'0'0'594'0,"0"0"-534"0,0 0-15 15,0 0-7-15,0 0 73 16,0 0-32-16,-81-61-34 16,32 92-5-16,-10 15-19 15,-3 12-4-15,-1 8-6 16,11 4 20-16,15 0-20 15,23-2-3-15,14-2-8 16,9-10 2-16,25-11-2 16,16-16 0-16,8-12 1 15,10-15 6-15,6-2-2 16,-1-28-3-16,-3-12 0 16,-6-10 2-16,-12-6 4 15,-15-4-8-15,-17-2 0 0,-17 2-1 16,-3 3-9-16,-32 8 0 15,-14 6 2-15,-10 13 7 16,-5 9-3-16,-4 16 4 16,3 5-2-16,4 8 2 15,5 19-1-15,8 2 0 16,14 4-2-16,17 1 3 16,14-1-4-16,11 1-64 15,33-4-128-15,15-7-23 16,11-12-334-16</inkml:trace>
  <inkml:trace contextRef="#ctx0" brushRef="#br0" timeOffset="231074.9994">16175 12250 649 0,'0'0'215'15,"0"0"-133"-15,0 0 3 16,-37-78-9-16,25 64-31 16,-2 4 13-16,5 5-2 15,-1 5-30-15,-3 5-20 16,-4 23-6-16,-4 14 0 15,4 12 9-15,5 3-7 0,12-3 1 16,0-7-1 0,19-9 7-16,12-12-7 0,11-11-2 15,7-10 5-15,7-5 4 16,5-17-4-16,2-18 15 16,-6-6-10-16,-7-9-8 15,-15-4-2-15,-16 1 0 16,-14 2 0-16,-5 8 1 15,-19 5-1-15,-18 11 3 16,-5 10-3-16,-7 12-4 16,-1 5 2-16,1 5 2 15,5 21-8-15,5 6 8 16,11 4 0-16,14 5-1 16,12 3-48-16,2 6-90 15,16-1-135-15,10 2-238 0</inkml:trace>
  <inkml:trace contextRef="#ctx0" brushRef="#br0" timeOffset="231448.9984">16042 13106 789 0,'0'0'62'0,"0"0"11"15,0 0 32-15,0 0-37 16,0 0-5-16,0 0 18 15,-4-102-39-15,23 56-22 16,5-11-13-16,1-7 10 16,2-11-11-16,-2-4-4 15,1 4 0-15,0 12-2 16,-1 18-4-16,-6 17 2 16,-4 14 2-16,-3 14-86 0,-9 0-156 15,-3 19-9 1</inkml:trace>
  <inkml:trace contextRef="#ctx0" brushRef="#br0" timeOffset="231891.8287">15882 12751 538 0,'0'0'55'15,"0"0"34"-15,10-109-53 16,13 60 26-16,4 3 4 16,3 0-12-16,4 3-8 15,1 6-22-15,-3 7-2 16,-2 12-4-16,-4 14-6 16,-1 4-4-16,-2 17-6 15,-3 19 1-15,-3 9 6 0,-5 9 26 16,-8 11 2-16,-2 0-6 15,-2-1-20-15,1-7-3 16,9-8-7-16,10-11-1 16,11-9-61-16,8-16-257 15</inkml:trace>
  <inkml:trace contextRef="#ctx0" brushRef="#br0" timeOffset="232395.0486">16463 12303 878 0,'0'0'51'15,"0"0"-6"-15,0 0-35 16,0 0-10-16,81-6 75 16,-26 5 0-16,14 1-34 15,14-3-8-15,6 3-26 16,2 0-3-16,-7 0-3 16,-9 12 0-16,-10 8-2 15,-11 1 2-15,-11-1-2 16,-12 2-2-16,-9-7-64 15,-9-4-96-15,-6-9-11 0,-2-2-172 16</inkml:trace>
  <inkml:trace contextRef="#ctx0" brushRef="#br0" timeOffset="232626.1383">17191 12140 856 0,'0'0'101'0,"0"0"26"15,0 0-17-15,0 0-40 16,0 0-43-16,0 0-25 16,56-30-1-16,0 32 1 15,2 20-1-15,-7 11-2 16,-11 7 0-16,-14 7-3 16,-11 4 4-16,-15 3 2 0,-1 1-2 15,-29-4 0 1,-10 2-2-16,-5 0 6 15,-5 3-7-15,0 1 10 0,3-2-14 16,3-4-112-16,4-6-448 16</inkml:trace>
  <inkml:trace contextRef="#ctx0" brushRef="#br0" timeOffset="233241.4909">16184 13556 714 0,'0'0'90'15,"0"0"-83"-15,0 0 38 0,0 0 73 16,81 20 13 0,-29-18-38-16,19-2-19 0,19 0-34 15,16-3-19-15,5-6-19 16,0 1 6-16,-1 1-8 16,-13 5 4-16,-15 1-11 15,-13-1 7-15,-15 0-76 16,-8-5-79-16,-13-5-62 15,-12-8-301-15</inkml:trace>
  <inkml:trace contextRef="#ctx0" brushRef="#br0" timeOffset="233494.8124">17100 13290 850 0,'0'0'0'0,"0"0"4"0,0 0-4 15,0 0 12-15,114 0 64 16,-70 7-49-16,1 12-11 16,-5 6-9-16,-13 6-6 15,-14 6 1-15,-13 4 0 16,-6 5-2-16,-31 0 10 16,-20 0 48-16,-10-1-11 15,-10-6 12-15,-7-2-42 16,3-2-8-16,2-5-9 15,10-8-1-15,15-15-123 16,13-7-114-16</inkml:trace>
  <inkml:trace contextRef="#ctx0" brushRef="#br0" timeOffset="234048.8516">14738 12758 791 0,'0'0'49'16,"0"0"-49"-16,0 0 0 16,0 0 3-16,72 100 73 15,-33-58-5-15,7 8 4 16,12 0-3-16,14 3-19 15,9-2-19-15,5-8-20 16,2-3-1-16,-2-6-12 16,-8-6 5-16,-7-6-7 15,-12-5 1-15,-16-8-51 16,-13-9-116-16,-13 0-48 0,-13-4-334 16</inkml:trace>
  <inkml:trace contextRef="#ctx0" brushRef="#br0" timeOffset="234359.5357">15344 12995 813 0,'0'0'120'0,"0"0"-13"16,0 0-38-16,0 0-36 15,0 0-8-15,0 0-5 16,113-5-10-16,-71 37-4 15,-6 4 1-15,-11 7-4 0,-8 4-3 16,-16 3 2-16,-1-2 4 16,-17 0 9-16,-16-4 15 15,-6-5 13-15,-4-7-2 16,1-5-7-16,6-7-17 16,5-6-7-16,8-3-1 15,7-4-9-15,12-6 0 16,2-1-38-16,2 0-171 15,5-3-869-15</inkml:trace>
  <inkml:trace contextRef="#ctx0" brushRef="#br0" timeOffset="235044.7019">15981 13738 793 0,'0'0'112'15,"0"0"-108"-15,0 0-2 16,0 0-2-16,80 92 69 16,-47-44 30-16,11 4-9 15,9 5-49-15,13 6 11 16,14-4-19-16,13-2-11 15,8-1-8-15,10-9-8 0,1-5 0 16,-2-6-5-16,-10-3-1 16,-15-5 0-16,-19-8-4 15,-19-4-15-15,-17-9-80 16,-16-7-133-16,-13 0-193 16</inkml:trace>
  <inkml:trace contextRef="#ctx0" brushRef="#br0" timeOffset="235306.6613">17115 14154 771 0,'0'0'62'0,"0"0"-55"16,0 0-1-16,86 5 26 0,-56 20-9 15,0 6-11-15,-5 9-3 16,-11 4-3-16,-11 2-3 15,-3 3 56-15,-21-1-7 16,-17-1 28-16,-6-4-20 16,2-7-8-16,5-8-22 15,13-8-13-15,10-8-13 16,10-8-4-16,4-4-2 16,8-3-97-16,22-22-206 15</inkml:trace>
  <inkml:trace contextRef="#ctx0" brushRef="#br0" timeOffset="235710.2569">17556 14277 979 0,'0'0'65'0,"-101"23"-34"15,51 10 54-15,1 5-12 16,6 7-14-16,8 5-21 16,15 1-18-16,12 2-14 15,8-2 1-15,5-5-7 16,20-5 4-16,11-10-3 16,6-12 0-16,7-11-2 15,6-8-2-15,2-9 3 0,0-23 0 16,-7-11-35-16,-12-10-28 15,-18-9 25-15,-20-5-16 16,-7-6 16-16,-35 1 10 16,-14 1-1-16,-11 9 17 15,-4 15 12-15,-2 12 5 16,0 17-3-16,12 11 7 16,13 4-7-16,20 3 3 15,19 0-5-15,9-2-59 16,22-8-344-16</inkml:trace>
  <inkml:trace contextRef="#ctx0" brushRef="#br0" timeOffset="236125.1442">17431 13330 972 0,'0'0'60'16,"0"0"-7"-16,0 0-49 15,0 0 6-15,0 0 61 16,-73 103-16-16,73-52-25 16,0 4-7-16,4 1-9 0,19-5-7 15,5-8-4-15,9-8 0 16,9-13 5-16,7-16-5 15,1-6-2-15,-4-17 5 16,-11-17-2-16,-12-8 7 16,-12-10-11-16,-15-6-7 15,-2-2 2-15,-35-3-18 16,-11 7 19-16,-12 7 1 16,1 13-4-16,4 14 6 15,6 10-5-15,10 12 6 16,9 0-2-16,12 0 2 15,11 4-41-15,7 2-138 16,20-6-90-16,16 0-372 0</inkml:trace>
  <inkml:trace contextRef="#ctx0" brushRef="#br0" timeOffset="236557.9833">17728 12041 884 0,'0'0'93'0,"0"0"-36"15,-100-12-37-15,59 31 27 0,-3 13 29 16,7 14-34-1,8 8-4-15,13 7-17 0,13 0-3 16,3-7-4-16,19-7-12 16,23-12 3-16,13-12 0 15,15-12-4-15,2-8 5 16,-3-3 0-16,-8-17-6 16,-12-12-3-16,-16-7 3 15,-17-2-14-15,-16-4-9 16,-9 2 6-16,-31 4 2 0,-11 6 5 15,-5 12 7 1,-2 11 1-16,6 7 0 0,6 7-1 16,12 15 0-16,12 8 2 15,14 7-21-15,8 5-112 16,21 4-28-16,25 0-87 16,14-5-414-16</inkml:trace>
  <inkml:trace contextRef="#ctx0" brushRef="#br0" timeOffset="237024.1603">17834 12391 230 0,'0'0'517'0,"0"0"-495"0,0 0 1 16,-39 84 32-16,30-38 40 15,3 9 0-15,0 9-7 16,1 5-47-16,1 4-1 16,-1-3-8-16,1 3-8 15,3-5-3-15,1 0-5 16,0-8-13-16,7-9 10 15,5-10-7-15,0-13-6 16,1-11 0-16,-2-9-3 16,-2-8-1-16,7-5-59 15,-7-20-126-15,-4-12-327 16</inkml:trace>
  <inkml:trace contextRef="#ctx0" brushRef="#br0" timeOffset="237342.5963">17643 12966 808 0,'0'0'104'16,"0"0"-62"-16,0 0-38 15,0 0-3-15,0 0 96 16,0 75 15-16,3-29-73 0,0 1-13 15,0 1 0 1,3-5-5-16,1-8-9 16,6-8-9-16,4-10 4 0,4-10-6 15,6-7 10-15,7 0-3 16,5-23 6-16,5-10-8 16,0-4-6-16,-3-2-1 15,-5 5-63-15,-4 4-109 16,-6 4-85-16,-7 4-472 15</inkml:trace>
  <inkml:trace contextRef="#ctx0" brushRef="#br0" timeOffset="238561.8308">14397 12329 961 0,'0'0'60'15,"0"0"75"-15,0 0-96 16,0 0-12-16,0 0 4 16,-106 6-1-16,66 28-7 15,-6 14 8-15,7 10-7 16,6 10-12-16,14 2-5 15,13 0-4-15,6-10-2 0,16-7-1 16,20-8 0-16,14-11 2 16,12-12 2-16,9-14-3 15,2-8 1-15,-2-14-2 16,-11-16-1-16,-13-13-27 16,-14-6-8-16,-12-8 5 15,-20-9-5-15,-1-1 0 16,-34 3 36-16,-18 7-4 15,-14 13 4-15,-6 13 1 16,-5 11 10-16,4 11 21 16,8 9-16-16,13 0-5 15,13 15-10-15,16 11-1 16,12 5-4-16,11 7-20 16,9 4-93-16,21-1-140 15,7-8-328-15</inkml:trace>
  <inkml:trace contextRef="#ctx0" brushRef="#br0" timeOffset="239129.3389">14613 12421 585 0,'0'0'337'0,"0"0"-317"15,0 0-19-15,127 0 43 16,-50-4 27-16,17-8 3 16,16-2-30-16,7 1 0 15,3 1-32-15,-4 4-4 16,-7 3-8-16,-8-1 0 16,-8 1 1-16,-13 2-1 15,-16 1-6-15,-14 0 6 16,-16 0 0-16,-10-1 0 15,-11 0-7-15,-10-2-44 0,-3-4-32 16,-10-4-100-16,-20-5-196 16</inkml:trace>
  <inkml:trace contextRef="#ctx0" brushRef="#br0" timeOffset="239411.5766">15491 12093 888 0,'0'0'91'16,"0"0"-68"-16,0 0-22 15,0 0 3-15,0 0 22 16,120 0 14-16,-63 3-23 16,-4 13-17-16,-3 7 1 15,-14 5 2-15,-11 5-2 0,-9 4 5 16,-16 3 11-16,0 4 45 15,-26-2-13-15,-15 1-17 16,-11-4 4-16,-9 2-15 16,-8 2-14-16,1 2-7 15,0 0-5-15,6-3-203 16,4-6-364-16</inkml:trace>
  <inkml:trace contextRef="#ctx0" brushRef="#br0" timeOffset="241275.1138">17523 14654 299 0,'0'0'127'16,"0"0"-18"-16,0 0 5 0,0 0 21 15,0 0-41-15,30-84-2 16,-25 73-14-16,-1-2 8 15,2 6-28-15,-5 1 6 16,1 2-15-16,-2 4-1 16,0 0-36-16,0 0-12 15,-3 14-2-15,-19 15 2 16,-5 6 1-16,-10 3 4 16,-10 2-5-16,-10 5 0 15,-13 5 2-15,-11 3-2 16,-10-3 5-16,-3-5-5 15,-1-11 0-15,9-5-7 0,9-6 5 16,6-5 0 0,3-5 1-16,-5-4 0 0,-5-2 1 15,-5-6 0-15,-2-1-2 16,1 0 2-16,-7 0 0 16,-7 0 1-16,-2-3-1 15,-2-2 0-15,1-4 0 16,2-2 0-16,2-1 0 15,-1-2 0-15,-3-1 3 16,-4-2-2-16,-6-1-1 16,3-1 0-16,-2-4 2 15,2-3-8-15,3-3 6 16,4-5 0-16,3 1 8 0,7-4-8 16,9-1 0-1,7-2 4-15,16-2 0 0,8 1 3 16,5-1-3-16,8 0-1 15,2 3 0-15,5 0-2 16,6-1 3-16,3 3-1 16,2-4-2-16,5 2 2 15,2 0-3-15,7-2 3 16,3 0-3-16,1-2 0 16,1 3 1-16,-1 1 1 15,1 0-2-15,-1 2 1 16,-2 0-1-16,-1-1 0 15,1-1 1-15,1 0-1 16,3-2 0-16,0 0 5 0,0 2 0 16,9 1-3-16,4-1 7 15,2 3-6-15,0-3-2 16,3 1 0-16,-3 3 0 16,0-2-1-16,-3 4 2 15,0 2-2-15,-3-1 1 16,3 3 0-16,1-2 3 15,4-1 3-15,0 2-5 16,4-2 0-16,-1 2 8 16,0-2-10-16,-1 3 3 15,-2 1 2-15,-3 1-3 16,1 1-2-16,-3 6 0 16,-4 3 0-16,-5 5 0 0,0 5 8 15,-3 2-7-15,0 2-1 16,2 1 0-16,-2 1 0 15,0 1-1-15,0 0-13 16,0 0-59-16,0 0-62 16,0 8-151-16,0 7 73 15,-9 4-356-15</inkml:trace>
  <inkml:trace contextRef="#ctx0" brushRef="#br0" timeOffset="241541.3966">13957 13126 552 0,'0'0'43'0,"0"0"49"16,0 0-53-16,2-78 48 0,14 54 19 15,5 3-17-15,0 2-28 16,6 6-8-16,2-2-23 16,7 9 4-16,0 3-14 15,4 3-5-15,1 7-14 16,0 19 8-16,1 8 0 15,-3 7 5-15,-8 10 1 16,-9 7 2-16,-8 3-4 16,-13 4-1-16,-1 5-6 15,-2 5 4-15,-15 5-10 16,-10 0-244-16,-13 2-648 16</inkml:trace>
  <inkml:trace contextRef="#ctx0" brushRef="#br0" timeOffset="246692.4568">14003 11788 625 0,'0'0'127'0,"0"0"-75"0,0 0-52 15,0 0 2-15,0 0 8 16,0 0 18-16,0 0 3 16,0 0-10-16,-12 70 3 15,12-49-4-15,0 1 14 16,0 2-13-16,0 3 1 16,0 0 0-16,0 2 8 15,8 0-1-15,-2-1-7 16,3-3-3-16,-2-3-14 15,2-2 7-15,-4-5-4 16,1-5-8-16,-3-4 8 16,-2-2-7-16,1-4 1 15,-2 0-1-15,0 0 1 16,0 0 0-16,1 0-2 16,2-7-113-16,-1-6-119 0,-2 0-397 15</inkml:trace>
  <inkml:trace contextRef="#ctx0" brushRef="#br0" timeOffset="247431.0067">14039 11923 487 0,'0'0'141'0,"0"0"-44"0,0 0-65 16,0 0 27-16,0 0-23 16,0 0-25-16,0 37 69 15,2-8-32-15,5 1 11 16,3 2 8-16,-3-1-17 15,3-1-22-15,-1-4-16 16,0-2 3-16,1-1-13 16,1-4 2-16,-1-5-4 15,-1-4 3-15,-1-3-1 16,0-1-2-16,-2-1-67 16,0-4-119-16,-4-1-79 0</inkml:trace>
  <inkml:trace contextRef="#ctx0" brushRef="#br0" timeOffset="247991.7863">14088 12170 111 0,'0'0'692'0,"0"0"-640"15,0 0-43-15,0 0 49 16,-27 73-10-16,27-52 0 16,6-3-23-16,9-1-22 15,5-4 6-15,0-6-6 0,2-6 1 16,0-1 0-16,0 0 3 15,-5-10-1-15,0-9 0 16,-9-3-1-16,-8 0 4 16,0-2-6-16,-11 2 1 15,-12 1 1-15,0 8-2 16,1 6 26-16,-3 5-15 16,4 2 0-16,6 0-13 15,0 5 0-15,5 7-1 16,6 0-1-16,3 2 0 15,1 6 0-15,0 0 0 0,9 1-172 16,3 0-403-16</inkml:trace>
  <inkml:trace contextRef="#ctx0" brushRef="#br0" timeOffset="255050.0124">16175 11872 468 0,'0'0'312'0,"0"0"-194"16,0 0-47-16,0 0 24 15,0 0-20-15,0 0-56 16,0 0-19-16,0 0 29 16,-3 68 5-16,3-51 2 15,6-4-11-15,0-7-5 0,4-2 18 16,2-4-8-16,6 0 6 15,2-13 7-15,4-10-26 16,-1-2-16-16,0-1 2 16,-4 0 0-16,-4 5-3 15,-4 5-19-15,-1 11-56 16,-3 5-49-16,-2 3-201 16,1 16-103-16</inkml:trace>
  <inkml:trace contextRef="#ctx0" brushRef="#br0" timeOffset="255846.3139">16248 13099 880 0,'0'0'59'16,"0"0"35"-16,0 0-13 15,0 0 2-15,0 0-26 0,0 0-50 16,-16 5-6-1,16 12-1-15,1 0 2 0,5-3 3 16,1-1 3-16,-1-4-5 16,1-4 1-16,-1-2 1 15,2-3-1-15,6 0 15 16,8-11 18-16,6-10-15 16,4-3-11-16,-1-1-11 15,-6 8 0-15,-6 6-1 16,0 10-49-16,-12 1-174 15,-7 0-553-15</inkml:trace>
  <inkml:trace contextRef="#ctx0" brushRef="#br0" timeOffset="258978.5416">18068 11923 912 0,'0'0'0'15,"0"0"41"-15,0 0-21 16,0 0 21-16,0 0 121 16,0 0-75-16,0 0-35 15,-21-63-15-15,21 63-37 0,0 0-8 16,0 9 5-16,0 11 1 15,0 5 4-15,0 0 8 16,1-4-6-16,4-5-4 16,0-2 9-16,3-6-3 15,-3-5-5-15,8-3-1 16,3 0 1-16,5 0 3 16,9-11 11-16,4-7-15 15,-2-1 8-15,-5-1-8 16,0 5-1-16,0 2-44 15,-4 5-148-15,-6 0-336 16</inkml:trace>
  <inkml:trace contextRef="#ctx0" brushRef="#br0" timeOffset="260183.2661">16276 12160 459 0,'0'0'104'0,"0"0"-58"16,0 0-40-16,0 0-6 15,-89-14 1-15,74 19 0 16,6 16-1-16,0 11-4 16,3 4-122-16,1 6-247 15</inkml:trace>
  <inkml:trace contextRef="#ctx0" brushRef="#br0" timeOffset="261414.4664">17737 12150 570 0,'0'0'102'0,"0"0"-66"16,0 0 18-16,0 0 12 16,0 0-15-16,0 0-21 15,-48-19-28-15,45 19-2 16,-2 10-37-16,-1 3-223 16</inkml:trace>
  <inkml:trace contextRef="#ctx0" brushRef="#br0" timeOffset="262508.5472">15966 13229 378 0,'0'0'88'0,"0"0"-19"15,0 0 45-15,0 0-30 16,0 0-15-16,0 0-23 16,-53-36 12-16,42 28-23 15,-1 2-13-15,-4 3-2 16,-2-1 5-16,-3 1 1 15,-3 3-1-15,-3 0-4 16,2 0-2-16,-4 3-4 16,1 9-13-16,3 5 10 15,-1 3-5-15,4 5-3 16,4 6-3-16,2 4 5 16,5 5-5-16,2 4 0 0,5 3 0 15,4 3-1-15,0-1 2 16,0 1 0-16,15-1 0 15,4 0-1-15,4-2-1 16,3-5 1-16,6-13-1 16,3-5 0-16,9-14 3 15,2-8 2-15,5-2 2 16,7-17 6-16,-2-14-3 16,1-6-5-16,-7-8-2 15,-6 1-1-15,-8-2 1 16,-8 2-2-16,-9-2 0 15,-8 1-1-15,-11-2 2 0,0 2-4 16,-15 3 2-16,-9 3 0 16,-10 3 0-16,-3 3 0 15,-4 4 0-15,-3 4 5 16,1 3-11-16,2 6 5 16,1 7 1-16,7 5 1 15,5 4 5-15,4 0-6 16,5 13-4-16,4 11 4 15,6 7-4-15,6 8 4 16,3 3-21-16,1 3-145 16,17-2-60-16</inkml:trace>
  <inkml:trace contextRef="#ctx0" brushRef="#br0" timeOffset="263543.1912">17546 13300 636 0,'0'0'71'16,"0"0"-18"-16,0 0 8 16,0 0 15-16,0 0-9 15,-87-20-36-15,65 28 9 16,-5 8-13-16,-1 4 23 16,-4 6-8-16,4 3-16 15,3 3-18-15,8 4 3 0,4-2 2 16,13 0-6-16,0 0-6 15,13-3 1-15,15-2-2 16,10-5 2-16,8-4 1 16,3-5-1-16,3-6 3 15,1-4 0-15,-1-5-4 16,-3 0 0-16,-8-11-1 16,-6-10-1-16,-8-3-19 15,-9-5 7-15,-8-3-6 16,-10-4 6-16,0 0 1 0,-13 2-2 15,-14 5 8 1,-3 3-5-16,-1 9 8 0,3 7 2 16,4 8-11-16,3 2-40 15,6 12-59-15,0 12-21 16,3 7-62-16,5 3-257 16</inkml:trace>
  <inkml:trace contextRef="#ctx0" brushRef="#br0" timeOffset="264274.9112">17412 14420 737 0,'0'0'50'0,"0"0"-7"16,0 0-34-16,0 0 44 16,-99 69 3-16,81-32-23 15,6 7-12-15,9 2-7 0,3 3-4 16,0 1 2-16,21-5-7 15,9-5 8-15,6-6-2 16,1-10-6-16,3-12 1 16,3-12 0-16,1 0 8 15,-2-20-11-15,1-11 3 16,-6-8 0-16,-7-2 4 16,-9-7-6-16,-15-3-3 15,-6-2 0-15,-10 2-1 16,-23 5 0-16,-6 10-1 0,-3 9-2 15,-1 11 0 1,4 9 3-16,0 7-5 0,2 0-11 16,-3 18-59-16,0 2-77 15,0-1-485-15</inkml:trace>
  <inkml:trace contextRef="#ctx0" brushRef="#br0" timeOffset="265875.9862">17964 13667 623 0,'0'0'187'0,"0"0"-127"16,0 0-23-16,0 0 18 16,0 0 74-16,0 0-38 15,0 0-58-15,0-16-27 16,-2 16-3-16,2 0-3 0,0 7-5 15,0 10 5 1,0 4 8-16,0-1 9 0,0 2 1 16,6-1 8-16,3-1-11 15,0-3-6-15,1 0-6 16,5-5 1-16,0-1 3 16,4-6-5-16,4-5 1 15,3 0 8-15,4-12 8 16,3-12-1-16,-3-5-7 15,-3 0-8-15,-2 0-3 16,-2 8 0-16,-6 4-94 16,-6 7-223-16</inkml:trace>
  <inkml:trace contextRef="#ctx0" brushRef="#br0" timeOffset="267514.4709">16996 13353 524 0,'0'0'115'16,"0"0"43"-16,0 0-82 15,0 0 20 1,0 0 14-16,0 0-67 0,0 0-43 16,-7-6-10-16,25 8 10 15,3 4 3-15,3 3-2 16,1 2 0-16,1 1 2 0,-4 2-1 16,-2 1-1-16,-7 2 3 15,-4 0-4-15,-6 2 1 16,-3-4-1-16,0 1 1 15,0-4 1-15,-3-2-1 16,-6-3-1-16,-7-2-26 16,-9-2-161-16,-2-3-230 15</inkml:trace>
  <inkml:trace contextRef="#ctx0" brushRef="#br0" timeOffset="268396.0466">15929 13223 441 0,'0'0'71'16,"0"0"-10"-16,0 0 25 15,0 0 36-15,-79-15-79 16,51 15-19-16,-6 15 0 15,-9 5 0-15,-5 5 7 16,-5 4-4-16,-1 4-1 16,8 3-1-16,3 3 3 0,8 1-9 15,12 1-12 1,8-1-1-16,15-1-4 0,0-3 1 16,22-2 2-1,18-1-2-15,10-4 5 0,9-5 4 16,8-7 2-16,3-11 11 15,2-6-6-15,-2 0-4 16,-7-18-1-16,-8-7-8 16,-6-4-3-16,-11-5 0 15,-6-1-2-15,-6-4 0 16,-10-3 0-16,-8-1-1 16,-8 0 3-16,0 4 1 15,-23 4-4-15,-7 3 3 16,-4 11-3-16,-1 6-4 15,0 6 4-15,-1 7 3 0,5 2-3 16,2 2-4-16,7 17-4 16,10 3 2-16,8 2-169 15,4-5-144-15</inkml:trace>
  <inkml:trace contextRef="#ctx0" brushRef="#br0" timeOffset="269444.9683">17783 12250 312 0,'0'0'203'16,"0"0"-105"-16,0 0 5 16,-89-6 2-16,60 6-36 15,1 3-11-15,-1 10-21 16,0 3-14-16,-1 5 35 15,4 4-5-15,1 6-11 16,5-1-12-16,9 4-23 16,8 0 1-16,3-1-7 15,4 1 0-15,20-5 2 0,10-2 1 16,11-5-3 0,10-11-1-16,8-11 13 0,0 0-10 15,-2-14-3-15,-8-12 2 16,-9-3 2-16,-9-1-2 15,-12-1 0-15,-13-2-1 16,-10-2 6-16,-10 1-7 16,-21 1 1-16,-11 7-1 15,-7 6 1-15,-4 12-1 16,0 8 0-16,-1 0-5 16,5 20 2-16,4 11-46 15,5 8-176-15,0 8-342 0</inkml:trace>
  <inkml:trace contextRef="#ctx0" brushRef="#br0" timeOffset="274696.2055">14345 12383 439 0,'0'0'133'0,"0"0"-27"0,0 0-90 15,0 0 1 1,0 0-12-16,0 0-5 0,0 0-8 16,0 0 0-16,10-19-118 15,-10 26-18-15</inkml:trace>
  <inkml:trace contextRef="#ctx0" brushRef="#br0" timeOffset="280275.8078">17512 14476 172 0,'0'0'17'0,"0"0"14"16,0 0 26-16,0 0 41 16,0 0-13-16,0 0 4 15,0 0 72-15,32-10-49 16,-32 8-24-16,0-3-36 0,0 3-8 16,-3-3 29-16,-3 3-12 15,-1 0-31-15,-2 1-7 16,-4 1-2-16,0 0-5 15,-2 0-13-15,1 3 0 16,-3 8-1-16,2 3 0 16,-1 4-2-16,1 5 2 15,0 4-1-15,3 3-1 16,0 4-1-16,5 1 1 16,4-2 0-16,3 3 2 15,0-3 5-15,12-1-7 16,7-1 0-16,3-5 0 15,4-5 0-15,2-3 0 0,5-7 0 16,1-7 0 0,2-4 1-16,5 0 1 0,-4-3 0 15,1-11 1-15,-2-3 1 16,-4-4-1-16,-3-2 0 16,0-3-1-16,-4-3-1 15,-5 0-1-15,-4-5 8 16,-8-3-8-16,-7-1 4 15,-1-5-3-15,0 3 2 16,-14 0-2-16,-6 5 0 16,-3 4 0-16,-1 4 1 15,-3 4-2-15,-1 5 1 16,-2 1-2-16,-1 3 3 16,-2 2-4-16,2 4 6 0,2 2-4 15,3 5 2-15,3 1-2 16,1 0-3-16,4 0 3 15,-3 10 0-15,2 7-6 16,-1 2 6-16,0 5 0 16,-1 2 0-16,1 2 0 15,2 5 1-15,5 1-1 16,5 0-3-16,6 2 3 16,2 3 3-16,2 0-3 15,15 3 0-15,5-5-4 16,3 1 4-16,5-4 0 15,5-3 0-15,4-4 1 16,4-6 0-16,4-5 0 0,4-10 3 16,-3-6-5-16,0 0 3 15,-3-9-4-15,-6-12 1 16,-3-4 1-16,-6-3 0 16,-6-4 7-16,-6-2-6 15,-6-4 0-15,-6-3 0 16,-6-5 8-16,0-2-7 15,-16 3-1-15,-10-1-1 16,-3 4 6-16,-10 8-6 16,1 3 0-16,-6 6-1 0,-6 5 1 15,-3 6 3 1,-1 5-3-16,2 6-3 0,1 3 3 16,3 0 0-16,6 13-6 15,2 6 2-15,3 9 2 16,7 2 1-16,6 7-3 15,5 4 2-15,9 2 2 16,9 3-1-16,1 0 7 16,5 1-7-16,15-2 1 15,6-4 0-15,4-2-1 16,4-4 1-16,3-3 3 16,1-6-3-16,2-7-5 15,8-6 5-15,3-9 0 16,2-4 9-16,2-1-9 15,-5-17-6-15,-7-5 6 0,-4-3 0 16,-8-3 1-16,-5-5-1 16,-9-1 6-16,-9-5-5 15,-8-1-1-15,0-4 4 16,-21 0-4-16,-13 0 2 16,-10 2-2-16,-9 4 1 15,-4 2-1-15,-1 8-4 16,1 8-5-16,5 9 6 15,1 11-1-15,4 1-14 16,5 6-22-16,3 16-17 16,7 7-34-16,7 9-35 15,4 4-50-15,6 6-220 16</inkml:trace>
  <inkml:trace contextRef="#ctx0" brushRef="#br0" timeOffset="283657.9373">16966 14032 801 0,'0'0'88'0,"0"0"-27"15,0 0-49-15,0 0 8 16,0 0 51-16,0 0-30 15,0 0-32-15,-2 0-5 16,14 0 0-16,-1 0 0 16,5 0-1-16,-3 7-3 15,3 5 1-15,1 6 8 16,1 3-3-16,2 2-4 16,2 3 11-16,-3 1 1 15,-1 2 1-15,-2 1-4 16,-1 0-2-16,-1-1-4 0,-4 1-5 15,-2-3 5 1,-5-2-2-16,-1-2 0 0,-2-7-3 16,0-1 6-16,0-1-2 15,-10-6 3-15,-3 0 15 16,-5-3 13-16,-2 1-8 16,-1-1-8-16,-2-2-13 15,1 1 4-15,2-1-5 16,-1 1-4-16,-1 2-1 15,2 1 0-15,-4 0 0 16,2 2-3-16,0 2 3 16,3 1-1-16,2 1-12 0,2 1-87 15,2-3-108 1,2-5-194-16</inkml:trace>
  <inkml:trace contextRef="#ctx0" brushRef="#br0" timeOffset="286938.9428">18281 14519 747 0,'0'0'81'15,"0"0"13"-15,0 0 48 0,0 0-32 16,0 0-30-16,0 0-13 15,0 0-29-15,-42-44-27 16,42 44-6-16,0 0-5 16,0 3 0-16,0 14 0 15,0 7 0-15,0 3 6 16,0 3-3-16,0-2 0 16,5 0 5-16,2-5-3 15,2-6-4-15,-1-4 2 16,0-7-2-16,1-4 2 15,7-2 1-15,5-2 6 0,11-17 32 16,6-6-25-16,0-4-9 16,-5-2-5-16,0 3-3 15,-6 6 0-15,-8 5-14 16,-1 9-50-16,-7 8-72 16,-7 0-170-16,-4 10-230 15</inkml:trace>
  <inkml:trace contextRef="#ctx0" brushRef="#br0" timeOffset="289280.24">17341 14864 539 0,'0'0'119'0,"0"0"-40"16,0 0-18 0,0 0 58-16,0 0-55 0,0 0 7 15,0-31-12-15,0 28-7 16,0 3 23-16,0 0-41 16,0 0-15-16,0 0 2 15,0 0-18-15,0 0 11 16,0 0-12-16,0 0-2 15,0 0-3-15,-6 0-4 16,-2 4 7-16,-3 8 7 16,-2 0-2-16,-2-1-4 15,3 0 8-15,-6 1 2 16,-1 0-7-16,-2 0 4 0,0 0-1 16,-3-4 0-1,2 1 2-15,2-1-4 0,2-2 2 16,2 0 0-16,1-4-1 15,0 3 1-15,3-2 1 16,-1-2-4-16,-5 2 3 16,0 1-6-16,-6-1 2 15,-3 1-2-15,-2-1 0 16,-1-1 0-16,-2 3-1 16,1-2 4-16,-2-2-1 15,-1 0-2-15,4 2 4 16,4-3 1-16,3 0-4 15,0 0 5-15,2 0-6 16,0 0-1-16,1 0 7 16,-1 0-7-16,-2 0 1 15,0 0 1-15,0 0 0 0,2 0-1 16,-1 0-1-16,1 0-4 16,1 0 4-16,1 0 3 15,0 3-3-15,1 0 0 16,-3 0-1-16,-1 2 2 15,-1 2-5-15,-1-2 5 16,1 5-4-16,-1-5 6 16,-1 4-6-16,-3-1 2 15,-6-1 1-15,1 0 2 16,-2-3-2-16,-2 0 0 16,3 1 5-16,0-3-5 0,1 1-3 15,2 0 2-15,1 0 1 16,0 0 7-16,0-2-6 15,0 3-1-15,-2 0 0 16,-4 1 0-16,-3-1 0 16,-1 0 0-16,-3 0 0 15,2-3-1-15,1-1 1 16,3 0 0-16,-2 0 6 16,5 0-6-16,1 0 2 15,-1-5 0-15,1 0 9 16,-2-1-5-16,-2 0-6 15,2-5 1-15,-4 1 5 0,1-1-6 16,1 0 5-16,1-1-5 16,5 0 0-16,0 1 0 15,1 2-1-15,0-2 1 16,2 1 0-16,-2-1-3 16,-1 0 3-16,-1 0 0 15,-2-1 0-15,-2 3 0 16,2-3 0-16,-2 0 0 15,1-1 0-15,0 0 4 16,1 1-3-16,1-4-1 16,2-1 0-16,-2-1 3 15,-2-4-2-15,1-3-1 16,-2-2 0-16,-2-2-3 0,2 0 3 16,0-2 2-16,0-1-1 15,3-1 0-15,3 2-2 16,5 3 1-16,4 1-1 15,6 4 2-15,0-4-1 16,3 4 3-16,3-2-3 16,1 1-2-16,-1-1 1 15,1-4 1-15,-1 0 0 16,0-2 1-16,2-3-1 16,-2-3 0-16,0 1 0 15,0-1 0-15,1 1 0 16,-1 2-1-16,2 3 1 15,0 3 0-15,-1 1 0 16,-1 1 0-16,2 1 0 0,-1 0 0 16,2-1 0-16,-1-3 0 15,1 0 0-15,1-2-1 16,4 3 1-16,1 3-2 16,0 3 1-16,0 0 1 15,0 2 0-15,4 0-1 16,4 1 0-16,2-1-2 15,-1-2 1-15,2 4-1 16,-1-1 2-16,0-1 1 16,2 1 0-16,-4-2 1 15,2 1-2-15,-2 1 2 0,2 0-1 16,-4 2 2-16,2-1-2 16,-1 1 2-16,0-2-2 15,3 2-4-15,-3 3 4 16,3-2 2-16,-1 0-2 15,-1 2 0-15,2 2 0 16,-1 0 0-16,-3 2 0 16,-1 3 0-16,2-4-2 15,0 2 2-15,-1-2 2 16,2 1-2-16,-2-1 0 16,3 0-2-16,-3-1 7 15,1 0-6-15,1 0 1 16,-2 2 0-16,3 0 0 15,-3 5 0-15,0 1 0 0,-6 3 1 16,3 1-1-16,-2-2-7 16,-1 2 6-16,2 0 1 15,-2 0 0-15,1-2-1 16,1 2 1-16,-2-3 1 16,7 3-1-16,-6 0-1 15,2 0 1-15,-1 0 0 16,-1 0-5-16,1 0 1 15,-1 0-51-15,1 0-11 16,-2 11-10-16,0 0-23 16,0-1-49-16,0-1 15 15,0-4-17-15,-2-2-69 0,-5-3-49 16</inkml:trace>
  <inkml:trace contextRef="#ctx0" brushRef="#br0" timeOffset="289978.3772">13520 13369 95 0,'0'0'386'0,"0"0"-193"15,0 0-115-15,0 0-6 16,0 0 3-16,0 0-12 15,-15-11-20-15,15 6-2 16,0 1 9-16,0-2-11 16,0 2-8-16,0-1-14 15,0 1 5-15,0 0 3 16,0-1-2-16,2-2-5 0,3 0-8 16,3-6-4-16,4-3-2 15,7-2 4-15,8-5-6 16,4-1-1-16,7-2 7 15,4-2-6-15,8 2 0 16,1 1 3 0,-3 4-4-16,-4 6 0 0,-11 4-1 15,-8 7 0-15,-8 4-1 16,-4 0 1-16,-4 0 0 16,-1 0-1-16,-2 2 0 15,0 9-1-15,-2 1 1 16,1 2 1-16,2 3 2 0,1 3-2 15,0-1 0-15,2 5 0 16,-1-1 0-16,1 1 0 16,-3 4 0-16,-1-1-1 15,0 2 1-15,0 0 1 16,3-1 0-16,0 0-1 16,3 1 0-16,3 0 1 15,0-4-1-15,6 0-1 16,6-3 1-16,4 2-77 15,-3-4-160-15,-8-7-294 16</inkml:trace>
  <inkml:trace contextRef="#ctx0" brushRef="#br0" timeOffset="295649.0778">14310 11743 797 0,'0'0'120'15,"0"0"-32"-15,0 0-39 16,0 0 27-16,0 0-2 0,0 0-31 16,0 0-42-16,-7-14-1 15,7 36 0-15,0 7 8 16,0 3 10-16,3-5 2 16,6-5-10-16,-4-7 0 15,1-5-4-15,-1-7-4 16,-2-1 5-16,0-2 3 15,5 0 15-15,3-11 16 16,8-14-17-16,3-8-20 16,-1-2-4-16,0 2-33 15,-3-3-115-15,-5 2-229 16</inkml:trace>
  <inkml:trace contextRef="#ctx0" brushRef="#br0" timeOffset="298981.1675">16364 11669 796 0,'0'0'49'0,"0"0"95"16,0 0-116-16,0 0-20 15,0 0 48-15,0 0-7 16,0 0 3-16,0 0 3 0,9 30-40 16,0-19-5-16,4-2-3 15,3-3 6 1,4-6-6-16,6 0 11 0,5-4-13 16,8-15 4-16,3-4-2 15,1-2-7-15,-1 6-7 16,-5 6-17-16,-4 13-108 15,-8 0-134-15,-8 25-225 16</inkml:trace>
  <inkml:trace contextRef="#ctx0" brushRef="#br0" timeOffset="299491.7685">16354 13054 581 0,'0'0'211'16,"0"0"-95"-16,0 0-61 16,0 0 17-16,0 0 54 15,0 0-92-15,-54-25-23 16,51 44 3-16,3 5 3 16,0-3-8-16,0 1 1 15,11-4-7-15,5-3 1 0,6-1-1 16,10-5-1-16,11-1-2 15,14-5-4 1,9-3-113-16,2-15-470 0</inkml:trace>
  <inkml:trace contextRef="#ctx0" brushRef="#br0" timeOffset="301697.855">18069 11933 602 0,'0'0'135'0,"0"0"-52"16,0 0-37-16,0 0 39 15,0 0 6-15,0 0 32 16,0 0-68-16,-15-49-34 0,15 74-14 16,0 9 6-1,0 9 25-15,6-3-4 0,3-1-27 16,3-7 14-16,6-6-2 15,3-6-6-15,6-6-7 16,1-11-4-16,5-3 5 16,6-8-4-16,3-18-3 15,-1-6 6-15,-2-6-3 16,-6-3-3-16,-11-1-7 16,-2-1-83-16,-8 6-77 15,-5 5-142-15,-4 11-414 16</inkml:trace>
  <inkml:trace contextRef="#ctx0" brushRef="#br0" timeOffset="302335.2101">18151 13268 833 0,'0'0'41'16,"0"0"-18"-16,0 0 17 15,-2 101 10-15,2-76 32 16,0-3-21-16,11-5-22 15,4-10-27-15,8-2 6 16,0-5-14-16,7-5 15 16,1-16-1-16,4-7-10 15,-2-5-4-15,-7-1-4 16,-2 0-1-16,-9 5 1 0,-1 8-3 16,-7 11-12-1,-1 10-46-15,0 4-96 0,-3 25 3 16,-3 8-96-16</inkml:trace>
  <inkml:trace contextRef="#ctx0" brushRef="#br0" timeOffset="303012.173">18289 14425 660 0,'0'0'109'0,"0"0"10"16,0 0-91-1,0 0-26-15,0 0 101 0,0 0 14 16,-18 104-73-16,18-71-9 16,0 0-18-16,14-7-9 15,2-2-7-15,4-7 13 16,9-9-6-16,7-7 0 15,13-1 11-15,15-9-8 16,9-19-11-16,12-5-3 16,3-11-104-16,-2-13-423 15</inkml:trace>
  <inkml:trace contextRef="#ctx0" brushRef="#br0" timeOffset="312258.4653">14361 12344 381 0,'0'0'91'0,"0"0"-14"15,0 0 1-15,0 0 51 16,0 0-50-16,0 0 2 0,-24-83-26 16,17 69 11-1,-5 5 23-15,0-1-37 0,0 5-20 16,-3 3 10-16,-4 2-23 16,-5 0-7-16,-3 14-12 15,-3 13 0-15,0 10 0 16,-1 6 0-16,4 8 0 15,5 3 1-15,7 5 7 16,9 6-4-16,6 4 0 16,0 3 0-16,2-1-1 15,15-7-3-15,7-3 0 16,10-10 2-16,8-8 0 16,9-9-2-16,6-12 1 0,1-8-1 15,0-10 1-15,-4-4 2 16,-4-8-1-16,-2-19 3 15,-6-11 5-15,-5-7-4 16,-5-8 2-16,-9-5-6 16,-13-6-1-16,-10-10 0 15,0-1-1-15,-23-2 0 16,-16 7-1-16,-7 9-1 16,-9 8-5-16,-9 9 0 15,-4 8 1-15,-4 9 0 16,4 13 2-16,9 9 0 15,10 5-1-15,14 7-41 16,11 17-40-16,11 11-82 16,10 6-8-16,3 2-165 0</inkml:trace>
  <inkml:trace contextRef="#ctx0" brushRef="#br0" timeOffset="328287.4704">1047 9559 577 0,'0'0'12'0,"0"0"58"16,0 0-35-16,0 0 12 16,0 0 8-16,0 0-18 15,0 0-7-15,-70 6 7 0,60-1-20 16,4 1-1-16,-1 2-14 16,0 5 1-16,-3 2-3 15,-3 5 0-15,5 4 5 16,-7 5-5-16,0 10 0 15,-4 3 5-15,1 3-5 16,0 3 0-16,2-2 3 16,4-3-3-16,1-2 1 15,4-4-2-15,4 4 1 16,3 1 0-16,0 3 0 16,0 6 1-16,-3 9-2 15,-5 8 3-15,-5 10-1 16,-2 6 1-16,0 1 1 15,0-3-3-15,5-4 3 0,-2-2-3 16,3-4 0-16,4 0 0 16,1-4 0-16,-2-3 8 15,0-4-8-15,2-1 0 16,0 1-1-16,0-4 1 16,-2 0 0-16,3-2-1 15,-1 1 5-15,2 2-4 16,-1-1 2-16,2 1-2 15,1-1 0-15,0-4 0 16,0-2 1-16,0 4 4 16,0-4-5-16,4 5 0 15,2-1 2-15,-3-1-1 16,0 1-1-16,0-2 0 16,-3-1 0-16,0-1 0 0,3-1 0 15,-3-2 1-15,1-1-1 16,1 0 0-16,0-2 0 15,-2 2 0-15,0 4 0 16,0 5 0-16,0 9-1 16,-2 1 2-16,-4-3 0 15,0-3-1-15,3-7 0 16,3-2 1-16,0 2-1 16,0 5 0-16,0 3 0 15,3-1 0-15,0-2 3 16,3-5-6-16,0-2 7 0,2-2-4 15,-1-3 1 1,2-4 0-16,0-1-1 0,3-3 0 16,0-3 1-16,-2 1-1 15,2-2 0-15,-1 5 0 16,-2 0 2-16,1 3-2 16,-1-3 1-16,0 0-3 15,0 1 4-15,0-2-4 16,-2-1 3-16,-1 2-1 15,2-3 1-15,-4 3-1 16,-1-1 0-16,0 0 0 16,-3 0 1-16,0-1-1 0,0-1-1 15,0 1 1 1,3 0 0-16,-1 0 0 0,1 1 6 16,-2-2-11-16,2 1 5 15,0-1 0-15,1 0-1 16,-1 1 1-16,2-1 0 15,-2 0-1-15,3-3 1 16,0-2 1-16,2-4-1 16,-1 1 0-16,-1 1 0 15,0-1 0-15,1 2 6 16,-1 1-5-16,2 1-1 16,-1 3-2-16,-2-1-2 15,-1-1 4-15,2-2 0 16,-2-3 5-16,0-1-5 15,3-2 0-15,-4 1 0 0,7 1 1 16,-2 2 3-16,-1 1-3 16,2-1 5-16,0 4-5 15,0-3 0-15,-3 2-1 16,2 1 1-16,0-2-1 16,-2 2 0-16,0 0 0 15,-2 0 1-15,3-3 0 16,0 0 1-16,-1-5-1 15,-1 0 1-15,0-2-2 16,0-3 0-16,4-1 1 16,-3 0-1-16,0-4 0 15,3-2-28-15,3-2-22 16,-3-8-71-16,-6-3-282 0</inkml:trace>
  <inkml:trace contextRef="#ctx0" brushRef="#br0" timeOffset="332274.869">10188 5446 793 0,'0'0'62'15,"0"0"13"-15,0 0-45 16,0 0-28-16,0 0-2 15,0 0-4-15,0 0-2 16,58 2 6-16,6 0 6 16,21-2-6-16,17 0-2 15,11 0-99-15,5-11-223 16</inkml:trace>
  <inkml:trace contextRef="#ctx0" brushRef="#br0" timeOffset="335758.8868">8680 7657 637 0,'0'0'78'0,"0"0"29"16,0 0-31-16,0 0-4 16,0 0 12-16,0 0 17 15,0 0-28-15,-56-41-21 16,56 41-18-16,0 0-29 16,0 0-5-16,0 9-1 15,19 9 1-15,9 5 0 0,9 2 1 16,8-1 0-16,4-1-1 15,2-4 2-15,-2-7 6 16,-3-4-8-16,-1-8-1 16,-5 0 1-16,1-3 1 15,-4-14 3-15,-3-3-1 16,-1-4-2-16,-6 2 2 16,-8 2-2-16,-2 1 0 15,-7 7 0-15,-5 1 3 16,0 7-4-16,-2 3 1 15,-3 1-1-15,0 0 2 16,2 0-2-16,-2 0 0 0,0 3-8 16,-5 15 7-1,-12 5 1-15,-9 4 0 0,-4 0-2 16,-2 3 2-16,-4-7 1 16,-3-1 7-16,-6-2-7 15,-7-4-1-15,-3 0 0 16,-12-7 4-16,-2-4-4 15,5-5-1-15,9 0-2 16,11-3 2-16,12-13 1 16,6-1 1-16,6-3-1 15,6-1 0-15,8 4 0 16,2 3 0-16,4 3 0 16,0 2 0-16,5 1 0 15,9 2 0-15,2 6-2 0,5 0 2 16,6 1 0-16,8 15-6 15,6 3 6-15,4-1 0 16,6 0 7-16,0-1-7 16,5-3-1-16,-1-7 1 15,-4-2 0-15,2-5-6 16,-3 0 6-16,-1-6 1 16,-2-10 2-16,-6-2-6 15,-2 0 3-15,-8-3 0 16,-2-1-4-16,-7 2-13 15,-6 4 1-15,-2 5 5 16,-8 2 1-16,-2 7 7 16,-4 2 2-16,0 0 1 15,0 1-4-15,-13 16-3 16,-16 6 5-16,-8 3 4 0,-2-2 0 16,-1-2-1-16,-1-5 1 15,2-5 18-15,0-1-4 16,-2-5-7-16,-3-2-1 15,-3-4-7-15,0 0 4 16,-1 0-4-16,2-11-1 16,0-2 0-16,5 0-2 15,7 0 2-15,10 2 0 16,11 6 0-16,4 0-2 16,9 4 1-16,0 1-27 0,7 0-37 15,14 0 36-15,15 7 27 16,10 3 1-16,9-2 1 15,8-1 5-15,1 0-5 16,-3-7 0-16,-1 0-4 16,-5 0 4-16,-5 0 0 15,-9-5 1-15,-7-4-2 16,-10 4 1-16,-9 0-15 16,-5 3 0-16,-10-1 4 15,0 2 7-15,-11 1-2 16,-19 0-23-16,-10 0-1 15,-11 5 28-15,-9 9 2 16,-2 1 0-16,-3 1-1 0,6-2 1 16,5-2 16-16,11-4 11 15,10-1-3-15,14-3-12 16,9-2-4-16,10-2 3 16,0 0-6-16,7 0-5 15,26 0-1-15,13-6-1 16,15-9 4-16,3 1-4 15,0-4-9-15,-4 1-54 16,-8 5-32-16,-9 3-35 16,-14 4-108-16,-19 4-408 15</inkml:trace>
  <inkml:trace contextRef="#ctx0" brushRef="#br0" timeOffset="342360.5863">15826 16872 236 0,'0'0'187'16,"0"0"-124"-16,0 0-2 16,0 0 102-16,0 0-63 15,0 0-54-15,0 0-23 16,0 0-16-16,-64-15-7 15,64 10-13-15,0 0-71 16,0-1-183-16</inkml:trace>
  <inkml:trace contextRef="#ctx0" brushRef="#br0" timeOffset="342727.2159">15993 16760 262 0,'0'0'549'0,"0"0"-497"15,0 0-5-15,0 0 39 16,0 0 35-16,0 0-85 16,-20 14-21-16,9 3-11 15,0 7-3-15,-6 2 7 16,-4 5 5-16,-2 2 10 0,-7-1-6 15,0-1-8-15,-2-1 2 16,-4-4-1-16,3-2-4 16,-3 1 11-16,4-5-15 15,6-7 6-15,5-1-3 16,8-5-4-16,5-6 0 16,5-1 2-16,3 0-3 15,0 0-2-15,0 0 1 16,0-8-59-16,0-7-149 15,0-9-23-15,5 4-328 16</inkml:trace>
  <inkml:trace contextRef="#ctx0" brushRef="#br0" timeOffset="343058.3319">15556 16889 757 0,'0'0'79'0,"0"0"-31"16,0 0-42-16,0 0 23 16,0 0 80-16,0 0-36 15,-31 78-30-15,29-46-19 0,2 3-2 16,0 4-1 0,0 0-1-16,0 3-7 0,0-1 2 15,2-2-5-15,4-5-2 16,8-12-4-16,5-4-3 15,4-7 0-15,7-11 3 16,7 0-3-16,9-9 1 16,3-13 0-16,3-5 2 15,-2 4-4-15,-6 0-7 16,-5 7-77-16,-8 5-111 16,-9 1-234-16</inkml:trace>
  <inkml:trace contextRef="#ctx0" brushRef="#br0" timeOffset="347542.3271">10326 5496 366 0,'0'0'83'16,"0"0"-83"-16,0 0 6 0,0 0-5 16,0 0 32-16,0 0 13 15,-3 0 26-15,3-1 9 16,0 1-19-16,0 0-31 16,0-1-18-16,0-1-13 15,6-1 0-15,11-2 1 16,8-3 1-16,8-1 2 15,9-3-2-15,1-1-1 16,6 0 0-16,-1 1 2 16,0 1 0-16,-3 0-1 15,-2 2 2-15,-1 3-3 16,-4 1-1-16,1 5 0 16,-2 0 4-16,2 0-4 15,2 0-4-15,2 0 4 0,2-2 6 16,5-1-3-16,5 1-3 15,6 0 0-15,10 2 1 16,-1 0 2-16,1 0-3 16,-2 0-3-16,-3 3 3 15,-1 3 0-15,1 1-6 16,-4-3 6-16,1-1 3 16,-3-2-3-16,-1-1 0 15,1 0 2-15,1 0-3 16,2 0 2-16,4-4-1 15,9-12 1-15,17-4 8 16,17-1 62-16,12-3-37 16,10 3-26-16,1 3-5 15,-5 2-4-15,-9 6 1 16,-9 0-2-16,-10 5 2 0,-6 0 0 16,-3-2 0-16,-3 1 0 15,5-2 3-15,4 3-3 16,4-1 3-16,6 2-5 15,4 4 4-15,-1 0 8 16,3 0-3-16,1 0 1 16,-2 9-4-16,0 2 0 15,-5 1-4-15,2 1 2 16,3 1-2-16,7 0 5 16,2-2 0-16,4 0-5 0,-1 0 2 15,-1-1-1-15,3-1 5 16,-1 0 4-16,-2 0-2 15,-1-2 2-15,5 0-3 16,3 1 7-16,1-2-11 16,4-4 4-16,-2 0-7 15,-4-2 3-15,-2 1-2 16,-7 1 0-16,-5-1 4 16,-5 0-4-16,-2-1 7 15,2 1-6-15,5-2 4 16,1 0-4-16,6 0 5 15,1 0-6-15,-1 0 4 16,2-7-5-16,-3-1 5 0,-3 1-5 16,-5-3-1-16,2 3 1 15,1-1 4-15,-2 1-4 16,2 1 0-16,-2-1 0 16,-1 0-2-16,1 1 2 15,-3-2 3-15,-3 2-1 16,-3-1-2-16,-5 0-2 15,-4 1 2-15,2 4 0 16,-1-3 2-16,0 4-2 16,0 1 0-16,-6-3 0 15,-2 0-1-15,1 3 1 16,-2-3 0-16,-6 3 0 16,-2 0 1-16,-3 0-1 15,-3 0 1-15,-4 0 3 0,2 0-4 16,-7 0-1-16,3 3 1 15,0 1 2-15,4 2 1 16,1-2-2-16,-1 1 3 16,-1-2-4-16,-1-2 0 15,0 2-4-15,3 0 4 16,-3-1 0-16,-1 3 3 16,-5-2-3-16,-4 1 0 15,-2 1 0-15,-4 0 0 16,-1-1 2-16,-2 0-2 15,0-2 2-15,0 3 2 0,-6-1-1 16,4-1-1 0,-1 0 2-16,1-2 1 15,0 2-4-15,-1 0 1 0,-2 1-2 16,0-1 3-16,-1-2 1 16,-3 2-4-16,7-1 1 15,-3-1 1-15,5 2-2 16,1-1 5-16,-1 0-4 15,1 1 3-15,4-1-2 16,-1 0-2-16,4 1 9 16,-1 2-5-16,1-1 0 15,-3 0-1-15,-1 0-3 0,-4-2 6 16,-6 1-6 0,-2-3 5-16,-4 0-2 0,-1 4 2 15,-1-3 6-15,2 1-6 16,-3 0 8-16,0 0-10 15,-3 1-2-15,-5-1 1 16,-4 1-2-16,-5 2 0 16,-7-1-1-16,-7 1-6 15,1 6-9-15,-6-2-181 16,-31-9-131-16</inkml:trace>
  <inkml:trace contextRef="#ctx0" brushRef="#br0" timeOffset="424708.202">8539 7595 204 0,'0'0'22'16,"0"0"6"-16,0 0 64 0,0 0 11 16,0 0-18-16,0 0-20 15,0 0-2-15,0 0 15 16,-23-35-51-16,21 34 14 15,2 0-14-15,0 1-6 16,0 0 14-16,0 0-6 16,0 0-11-16,0 0-5 0,-1 0-11 15,1 0 1 1,0 0-3-16,0 0-5 0,0 1 4 16,0 7 1-16,4 2-1 15,2-1 1-15,3 1 2 16,0 1-1-16,0-2-1 15,0 4 1-15,1-2-1 16,-1 0 5-16,0-1-1 16,2 0-3-16,-2-2 0 15,1 2 2-15,3-3 3 16,1 0-2-16,2-2 2 16,4 0-6-1,-1 0 0-15,3-2 7 0,1-2 8 16,-3-1-8-16,6 0-6 15,-4 0 4-15,0 0-4 0,-3 0 1 16,0 0 7-16,-2 0-8 16,-1 0-1-16,4 0 1 15,-4-4-4-15,3-1 3 16,-2-1 0-16,0-1-1 16,2-2 1-16,-2 1-30 15,2-1-47-15,-2-1-39 16,-2-3-187-16</inkml:trace>
  <inkml:trace contextRef="#ctx0" brushRef="#br0" timeOffset="438176.5694">9205 5788 70 0,'0'0'194'0,"0"0"-182"15,0 0 5-15,0 0 43 16,0 0 42-16,0 0-33 15,0 0-44-15,0 0-5 16,4-2 12-16,-4 2-12 16,0 0-4-16,0 0-15 15,0 0-1-15,0-1-3 16,0 1-64-16,0-3-36 0,-6 0-256 16</inkml:trace>
  <inkml:trace contextRef="#ctx0" brushRef="#br0" timeOffset="438392.0009">9205 5788 287 0,'4'-20'136'0,"5"29"-135"16,6 5 31-16,3 4 23 15,7 8 17-15,5 8-2 16,8 4 4-16,2 6-48 15,3 6-3-15,-4 4-7 0,2 4-14 16,-8 12-1-16,-7 6-1 16,-14 6-74-16,-8-1-184 15</inkml:trace>
  <inkml:trace contextRef="#ctx0" brushRef="#br0" timeOffset="1.80838E6">8329 13165 754 0,'0'0'75'16,"0"0"-57"-16,0 0-17 15,0 0 5-15,0 0 50 16,0 0-6-16,14-6-23 16,14-5 16-16,8-4-1 15,7 0-11-15,-1 1-6 16,2-1-3-16,-2 4 2 16,0 0-6-16,2 2-4 0,3 2-3 15,5 2-1 1,2-1-1-16,0-1-2 0,0 0-4 15,-1 4 5-15,7-4-7 16,3 0 0-16,2 0-1 16,5-2 1-16,-4-1 4 15,-7 2-4-15,-5 1 0 16,-12 0-2-16,-6 0 1 16,-12 6-1-16,-5-2 2 15,-10 0-1-15,-6 1 0 16,1 1 0-16,-2 1-21 15,-2 0-26-15,0 0-17 0,0 0-48 16,0 0-26 0,-18 0-114-16</inkml:trace>
</inkml:ink>
</file>

<file path=ppt/ink/ink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1-12-18T11:18:44.370"/>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
  </inkml:definitions>
  <inkml:trace contextRef="#ctx0" brushRef="#br0">10417 4471 737 0,'0'0'89'0,"0"0"17"16,0 0-23-16,0 0 1 16,0 0 16-16,0 0-27 15,0 0-31-15,0 0-20 16,-44-8-22-16,44 8 0 15,0 0-2-15,0 0-9 16,-3 0-72-16,-3 10-136 16,-9 0-136-16</inkml:trace>
  <inkml:trace contextRef="#ctx0" brushRef="#br0" timeOffset="34935.4988">22725 9378 302 0,'0'0'76'0,"0"0"5"15,0 0-38-15,0 0 3 16,0 0 57-16,0 0-5 16,0 0-21-16,-41-52-47 15,36 42 26-15,-1 4-16 16,-2-2 22-16,2 0 6 16,0 4-14-16,0-1-18 15,0 5-10-15,5 0-17 16,-1 0 5-16,2 0-13 15,0 0-1-15,0 0-5 16,0 3-5-16,2 11 10 0,7 3 0 16,7-2 0-16,3 0 0 15,5-3 0-15,7-4 3 16,4 0 1-16,5-3 4 16,8-5 2-16,4 0 4 15,11 0 0-15,5 0 1 16,2-4-8-16,-2-2-1 15,-6 2-4-15,-6 1 0 16,-3 3-3-16,-7 0 1 16,-6 0 0-16,-5 0 2 15,-9 0-2-15,-6 0 0 16,-4 0-1-16,-7 0 0 0,-5 2 1 16,-3 0-8-1,-1-2-4-15,0 3-5 0,-9-2 0 16,-18 4 12-16,-13-3-23 15,-11 0-4-15,-5-1 11 16,-4 1 9-16,-1-1 12 16,-2-1-4-16,0 0 7 15,5 0-3-15,3 0 1 16,7 0 5-16,7 0-1 16,6-1 14-16,9-2-6 15,3 2 7-15,4 1-12 16,2 0-6-16,1 0 8 15,2 0-8-15,-1 0-4 0,3 0 4 16,1 5-4 0,-1 1 4-16,4 1-2 15,-1-4 3-15,6 0-3 16,2-3-1-16,1 0-6 0,0 0 0 16,0 3 5-16,0 0-2 15,13 4 4-15,10-2 3 16,10 0 3-16,6-5 15 15,8 0-9-15,2 0 5 16,3 0-11-16,1 0 3 16,2-6-8-16,0 2-1 15,1 0 0-15,0 4-1 0,-5 0-14 16,-2 0-116 0,-9 9-128-16,-12-1-423 0</inkml:trace>
  <inkml:trace contextRef="#ctx0" brushRef="#br0" timeOffset="167898.4093">22662 9701 556 0,'0'0'59'16,"0"0"-23"-16,0 0 15 15,0 0 61-15,0 0-33 0,0 0-1 16,0 0-36 0,0 0-10-16,-6 13-6 0,6-12-8 15,0 0-7-15,0 1 0 16,15 1-2-16,9 2 10 15,12-2 15-15,7 3-13 16,2-1-1-16,10 1-8 16,-2 0-7-16,4-1-3 15,-2 0 2-15,2-1-1 16,-5-3-1-16,-4 1 0 16,-9 1-2-16,-5-1 1 15,-7 0-1-15,-5-2 3 16,-9 0-3-16,-3 0 2 15,-5 0-2-15,-3 0 0 0,-2 0 1 16,0 0-2-16,0 0-4 16,0 0-51-16,0-7-161 15,-10-5-140-15</inkml:trace>
  <inkml:trace contextRef="#ctx0" brushRef="#br0" timeOffset="169277.521">23550 9303 485 0,'0'0'132'15,"0"0"-1"-15,0 0-25 16,0 0 34-16,0 0-29 16,0 0-33-16,0 0-37 0,0-20-31 15,0 20-9 1,4 7 3-16,8 8-3 0,0 4 15 15,2 3-12-15,2 1 6 16,1 7 5-16,-2-3-5 16,2 2-9-16,-2-3 6 15,-1 1-3-15,-1-4-1 16,-2-5-1-16,-3-2-2 16,-3-3 0-16,-1-7 1 15,-3-3-5-15,-1-3 9 16,0 0 2-16,0-4 3 15,-3-15-10-15,-7-3-6 16,-5-2 6-16,3 0 0 16,-1 2 0-16,1 2 6 15,2 4-6-15,2 6-5 0,3 3 4 16,4 2 1-16,-1 5 0 16,2 0 0-16,0 0-3 15,0 2 2-15,8 15 1 16,7 5 0-16,3-1 0 15,3 6 0-15,1-4 1 16,3 2 0-16,2 5-1 16,-3-1 0-16,0 4-32 15,-5-2-129-15,-10-4-273 16</inkml:trace>
  <inkml:trace contextRef="#ctx0" brushRef="#br0" timeOffset="170322.1311">10127 10435 907 0,'0'0'50'0,"0"0"5"16,0 0-50-16,0 0 16 15,0 0 20-15,0 0 26 16,-37 2-11-16,39 0-21 16,24-2-22-16,9 0 30 0,12 0-14 15,8-3-11 1,8-8-18-16,6-1 2 0,5-1-2 16,6 2 0-1,-4 0-97-15,-11-1-228 0</inkml:trace>
  <inkml:trace contextRef="#ctx0" brushRef="#br0" timeOffset="1.27263E6">22413 9785 607 0,'0'0'103'0,"0"0"23"16,0 0-79-16,0 0 38 0,0 0 19 15,0 0 26 1,0 0-67-16,0 0-36 0,-16-8-4 15,16 8-13-15,0 0-9 16,20 0 4-16,16 0-4 16,22 0 1-16,16 8 1 15,12 0-2-15,6 2 0 16,-2 2-1-16,-5-3 0 16,-5 2 0-16,-6-5 1 15,-6 0-2-15,-7-1 1 0,-5-2 0 16,-9 0-5-1,-11 0-37-15,-11-3-34 0,-13 3-57 16,-12-1-41-16,-3 1-41 16,-33 2-129-16</inkml:trace>
  <inkml:trace contextRef="#ctx0" brushRef="#br0" timeOffset="1.27292E6">22367 10183 957 0,'0'0'101'16,"0"0"-75"-16,0 0-25 15,0 0 1-15,0 0 0 16,113 39 7-16,-55-39 67 0,15 0-23 16,14 0-11-16,8-4-17 15,-1-8-20-15,0 1-1 16,-10-2 4-16,-5 5-6 15,-9 0 0-15,-13 4-2 16,-7 4 1-16,-11 0-1 16,-7 0 0-16,-3 0-9 15,-8 0-45-15,0 0-39 16,-8 0-98-16,-8 0-192 16</inkml:trace>
  <inkml:trace contextRef="#ctx0" brushRef="#br1" timeOffset="3.57777E6">14530 2308 825 0,'0'0'107'16,"0"0"-60"-16,0 0 1 15,0 0 23-15,0 0-16 16,-85-14 7-16,74 14-16 0,2 0-14 15,0 8-19 1,0 7-7-16,-1 7-1 0,-2 5 0 16,3 1 2-16,3 4-3 15,6-5 11-15,0 1-9 16,0-4-3-16,6-4-3 16,6-6-1-16,3-8 0 15,3-6 1-15,3 0 1 16,6-15 6-16,1-12-1 15,2-7 1-15,-3-2-7 16,-8-3 1-16,-7 3 4 16,-5-5-2-16,-3 2-2 15,-4-1 3-15,0-2-1 16,0 3-3-16,0 0 6 16,-4 3-6-16,1 7 3 0,3 7 1 15,0 5-3-15,0 10 5 16,0 5 3-16,0 0-2 15,0 2-7-15,-2 0-2 16,2 2-4-16,0 13-2 16,0 9 8-16,0 6-2 15,0 5 2-15,0 4 8 16,0 0-7-16,0 1 12 16,2-3-6-16,6-1-6 15,5-6 3-15,-1-5-3 16,6-4 5-16,3-5-6 15,3-5-4-15,4-5 4 0,5-6 0 16,6 0-17-16,3 0-71 16,-2-3-120-16,-7-7-240 15</inkml:trace>
  <inkml:trace contextRef="#ctx0" brushRef="#br1" timeOffset="3.57987E6">15505 1835 403 0,'0'0'53'0,"0"0"16"16,0 0 27-16,0 0 31 15,0 0 9-15,0 0-42 16,0 0 4-16,-6-38-22 16,-7 38-25-16,-5 0-10 15,-4 9-13-15,-7 13-7 16,-5 7-2-16,-2 5-1 15,3 3 1-15,5 2-4 16,7 1-3-16,9 1-8 16,8 0-3-16,4-2 8 15,0-1-8-15,18-2 2 16,9-3-3-16,4-5 0 0,4-3-1 16,9-8 2-16,2-3 1 15,5-5-2-15,1-5-30 16,0-4-64-16,-7 0-126 15,-8-5-210-15</inkml:trace>
  <inkml:trace contextRef="#ctx0" brushRef="#br1" timeOffset="3.58132E6">16135 1850 572 0,'0'0'132'0,"0"0"-50"16,0 0-29-16,0 0 39 16,0 0-17-16,0 0 5 15,-18-20-16-15,12 20-21 16,-3 0-28-16,-2 0 3 15,-3 0 7-15,-3 10-6 16,-2 2-9-16,-1 3 10 16,2 2-15-16,2 2 7 15,2 0 3-15,1-2-10 16,4 0 4-16,1 0-5 16,4 2 0-16,2 1-3 15,2 2-1-15,0-2 1 16,11 2 3-16,7-6-3 15,6-2-2-15,4-4-1 16,7-5 2-16,-1-5 9 16,2 0-5-16,-2-12-2 0,-3-8 0 15,-1-4 5-15,-4-1-4 16,-5-5-3-16,-7 0 5 16,-5-2-5-16,-7 2 1 15,-2 1-2-15,-2 1-9 16,-15 5 9-16,-2 3 1 15,-1 7-1-15,0 4 1 16,-2 7 0-16,0 2 0 16,-1 0-2-16,2 7 0 15,2 6 1-15,3 4-1 16,7 2-16-16,7 2-31 0,2 0-56 16,5-3-89-16,17-3-131 15</inkml:trace>
  <inkml:trace contextRef="#ctx0" brushRef="#br1" timeOffset="3.58188E6">16944 1705 604 0,'0'0'212'16,"0"0"-137"-16,0 0-10 16,0 0 65-16,0 0-5 15,0 0-53-15,0 0-21 16,-23-10-38-16,-2 12-2 16,-5 13-2-16,-2 3 1 0,-4 3 9 15,-1 3-12-15,0 4 10 16,3 0-12-16,4-2-1 15,5-2 0-15,8-2-3 16,4-2 1-16,10-4-4 16,3-2 1-16,0-3-6 15,3-2 5-15,14-2 2 16,4-4 0-16,9-3 1 16,6 0 5-16,6 0-6 15,3-12 5-15,1 0-4 16,-5 1 3-16,-3 2-3 15,-4 3-1-15,-4 0-2 0,-6 6-68 16,-8 0-80-16,-7 0-143 16,-9 3-370-16</inkml:trace>
  <inkml:trace contextRef="#ctx0" brushRef="#br1" timeOffset="3.58342E6">17555 1751 826 0,'0'0'107'0,"0"0"-22"15,0 0 27-15,0 0-13 16,0 0-27-16,0 0-12 15,-54-22-24-15,33 22-22 16,0 4 2-16,-3 11-11 16,4 3 1-16,6 2 2 15,4-1-2-15,7-3-12 0,3-2 6 16,0-1-2 0,4-3 0-16,11-1 2 0,4-9 0 15,1 0 0-15,5 0 9 16,2-12-8-16,-2-12 3 15,-2-2 1-15,-4-4-4 16,-6 1 2-16,-5-3 0 16,-5 1 2-16,-3-1-5 15,0 1 0-15,0 1 3 16,-2 4-2-16,-2 9 1 16,0 5-1-16,4 9-2 15,-1 3-1-15,-1 0-1 16,0 3-11-16,1 18 6 15,1 10 8-15,0 5 1 16,0 0 0-16,1 1-1 0,14-3-3 16,4-1-1-16,2-4 2 15,8-7-58-15,4-6-54 16,2-11-153-16,2-5-278 16</inkml:trace>
  <inkml:trace contextRef="#ctx0" brushRef="#br1" timeOffset="3.58385E6">18111 1574 870 0,'0'0'167'16,"0"0"-111"-16,0 0 18 16,0 0 2-16,0 0 8 15,0 0-38-15,0-10-38 16,0 13-8-16,-7 9 1 16,-11 7 1-16,-3 4 10 15,-5 1 5-15,1 4 2 16,0-4-5-16,1 1-12 15,6-1 8-15,3-1-7 0,8-6-2 16,5-4-1-16,2-3-1 16,0-3-2-16,0-2 3 15,12-3-2-15,12-2 4 16,9 0 1-16,10-2 1 16,3-10 1-16,0 0-5 15,-5 6-2-15,-8 3-69 16,-7 3-70-16,-14 0-166 15,-12 11-311-15</inkml:trace>
  <inkml:trace contextRef="#ctx0" brushRef="#br1" timeOffset="3.58434E6">18080 2074 857 0,'0'0'8'16,"0"0"-4"-16,0 0 13 0,0 0 36 16,82-34-7-16,-49 25-24 15,5-2-15-15,3-2-7 16,0 1-58-16,-8-5-196 15</inkml:trace>
  <inkml:trace contextRef="#ctx0" brushRef="#br1" timeOffset="3.58475E6">18691 1385 899 0,'0'0'104'16,"0"0"-76"-16,0 0-13 15,0 0 60-15,0 0-15 0,0 0-33 16,2 54 45-16,2-21-27 16,3 1-18-16,-2-1-6 15,0-2-5-15,-2-3-7 16,0 0-2-16,0-5-5 15,3-1-2-15,-1-3-42 16,-3-4-125-16,-2-3-228 16</inkml:trace>
  <inkml:trace contextRef="#ctx0" brushRef="#br1" timeOffset="3.58545E6">16682 2288 804 0,'0'0'85'16,"0"0"-73"-16,0 0 12 16,0 0 65-16,0 0 16 15,0 0-63-15,24 3-11 0,13-3 20 16,11 0-40 0,10-6-11-16,3-3-3 0,0-4-203 15,-7-1-383-15</inkml:trace>
  <inkml:trace contextRef="#ctx0" brushRef="#br1" timeOffset="3.58617E6">19291 1131 575 0,'0'0'200'0,"0"0"-155"16,0 0-11-16,0 0-26 15,0 0-4-15,0 0 59 16,34 43 23-16,-15-13-44 16,-2 4 35-16,-2 7-27 15,0 5 2-15,-6 7-17 16,-3 8-10-16,-2 6 11 15,-4 0-15-15,0 2-12 16,0 1-4-16,-18-2 0 16,-3 2-5-16,-9-3-12 15,-8-6-113-15,-2-8-199 16,-8-11-587-16</inkml:trace>
  <inkml:trace contextRef="#ctx0" brushRef="#br1" timeOffset="3.58835E6">11930 3155 844 0,'0'0'91'15,"0"0"-21"-15,0 0-32 16,0 0 30-16,0 0-9 15,0 0-9-15,-81-18-19 16,58 23-14-16,2 9-6 16,-2 5-2-16,2 5-4 15,5-1 1-15,6 4-3 0,3-2 10 16,7-3-8-16,0-4-3 16,3-4-1-16,17-4 2 15,2-5 0-15,8-5-2 16,5 0-1-16,2-16 7 15,-2-6-1-15,0-8-3 16,-7 3-1-16,-3-4 2 16,-8-1-2-16,-4 3 1 15,-7 0-1-15,-6 2 1 16,0 3-2-16,0 4 2 16,0 3 1-16,-1 4-2 15,-2 5 1-15,0 4 6 16,3 3 0-16,0 1-9 15,-2 0-2-15,1 10-5 0,1 12 4 16,0 7 3-16,0 3 1 16,0 0 3-16,0 1 4 15,7-2-8-15,2-2 9 16,2-1 0-16,2-3-5 16,0-7-2-16,4-4-1 15,1-6-1-15,6-8-44 16,7 0-75-16,2-11-177 15,0-14-515-15</inkml:trace>
  <inkml:trace contextRef="#ctx0" brushRef="#br1" timeOffset="3.58858E6">12423 3138 910 0,'0'0'169'0,"0"0"-143"15,0 0-22-15,0 0 2 16,0 0 9-16,0 0 4 16,91-6-15-16,-53 2-4 15,1 1-98-15,-6 3-120 16,-8 0-224-16</inkml:trace>
  <inkml:trace contextRef="#ctx0" brushRef="#br1" timeOffset="3.58877E6">12480 3414 811 0,'0'0'11'15,"0"0"48"-15,0 0-2 16,99-9-31-16,-62-2-13 16,4-2-13-16,1-1-93 15,-1-3-401-15</inkml:trace>
  <inkml:trace contextRef="#ctx0" brushRef="#br1" timeOffset="3.58927E6">13440 3213 940 0,'0'0'76'0,"0"0"-55"16,0 0 41-16,0 0 48 15,0 0-44-15,0 0-23 16,-19 50-1-16,19-44-26 15,0-1 3-15,11-5-17 16,4 0 0-16,4 0 11 16,0-11-9-16,-1-3 0 15,-6 3-1-15,-7 0-1 16,-5 3 0-16,0 2 2 16,-2 2-5-16,-14 4 1 0,1 0 0 15,-1 0 4-15,1 1-4 16,5 5-2-16,4 0 1 15,2-1-4-15,4 0 2 16,0 0-4-16,5-3-60 16,16 0-44-16,4-2-148 15,5-2-286-15</inkml:trace>
  <inkml:trace contextRef="#ctx0" brushRef="#br1" timeOffset="3.58975E6">13729 2983 1034 0,'0'0'102'0,"0"0"-31"16,0 0-8-16,0 0 1 15,0 0-21-15,0 0-36 16,3-3-4-16,12 3-3 16,9 0 12-16,5 0 2 15,3 0-6-15,2 0-2 16,0 0-2-16,-4 0-3 0,-3 0 4 16,-6 1-5-16,-8 5-4 15,-1 1 4-15,-7 3 0 16,-5 4-3-16,0 3 3 15,0 5 1-15,-12 5 13 16,-11-1 3-16,-2 5-7 16,-5-1 12-16,5 1-10 15,3-3-4-15,3-3 1 16,6-3-5-16,4-3-1 16,3-5-2-16,5-3 0 15,1-9-1-15,0-1-3 16,0-1-19-16,0 0-28 15,15-3-2-15,11-13-64 0,7-9-221 16,3-3-398 0</inkml:trace>
  <inkml:trace contextRef="#ctx0" brushRef="#br1" timeOffset="3.59025E6">14411 2924 548 0,'0'0'249'0,"0"0"-191"16,0 0 50-16,0 0 17 16,-85 17-13-16,63-8-35 15,0 3-20-15,3 1-17 16,4 0-14-16,3 0-9 16,8 0-11-16,2-1-6 15,2 1 4-15,3 0-8 16,15-2 2-16,6 2 2 0,4-2 3 15,2-2 4 1,-1 4-7-16,-7-1 0 0,-3 2 2 16,-7 2-1-16,-6 1-1 15,-6 0 0-15,0 3 4 16,-7 2-3-16,-16-1 1 16,-7 0 1-16,-5-2 0 15,-5-1 6-15,0-3-6 16,4-2-3-16,-1-2 0 15,6-6-11-15,0 0-43 16,2-5-116-16,1 0-285 16</inkml:trace>
  <inkml:trace contextRef="#ctx0" brushRef="#br1" timeOffset="3.59065E6">13559 3641 761 0,'0'0'178'0,"0"0"-156"0,0 0 11 15,0 0 47-15,0 0 37 16,0 0-48-16,100 4-39 16,-55-4-15-16,6 0-1 15,4 0 4-15,3 0-9 16,3 0 4-16,-2 0-11 15,0 0-1-15,-7-7 0 16,-6 4-1-16,0-3-4 16,-2 2-30-16,-4 0-57 15,-5 4-129-15,-8 0-202 0</inkml:trace>
  <inkml:trace contextRef="#ctx0" brushRef="#br1" timeOffset="3.59845E6">8328 5646 534 0,'0'0'176'16,"0"0"-141"-16,0 0-8 16,0 0 70-16,0 0 3 15,0 0-66-15,0 0 23 16,0 0 4-16,0 0-22 15,0 0-14-15,0 0 16 0,0 0-15 16,0 0-15-16,0 0-4 16,0 0-3-16,0 0-1 15,0 0-3-15,0 0 2 16,0 0-2-16,0 3 1 16,0 4-1-16,0-2 0 15,4 2 5-15,2 3 5 16,3 0-4-16,0 2-1 15,6 3 6-15,0 0 1 16,1 1-9-16,2 3-3 16,0-2 6-16,3 2-2 15,0-1-4-15,-3 1 1 16,7 2 0-16,-4 1 2 16,1 0-2-16,-2 0-1 15,-2-2 7-15,-5-1-6 0,0-3-1 16,-2-1 0-16,2-3 0 15,-3-1 0-15,0-3-4 16,1 2 4-16,-2-5 2 16,-1 2-2-16,1-2 7 15,0 1-4-15,-3 0-1 16,2-1 3-16,-1-2-3 16,0 0 2-16,-1 0-3 15,0 0 2-15,-2-1-2 16,1 1 0-16,1 0-1 0,-3 0 1 15,0 0-1 1,0 0 0-16,-2-1 1 16,1 0 0-16,0-2 0 0,-2 0-1 15,1 0 0-15,-1 0 0 16,2 0 0-16,-1 0-20 16,2 0-49-16,2-4-73 15,-1-9-183-15,0-1-470 16</inkml:trace>
  <inkml:trace contextRef="#ctx0" brushRef="#br1" timeOffset="3.59911E6">8772 5782 575 0,'0'0'230'0,"0"0"-144"15,0 0-13-15,0 0 11 16,0 0 42-16,0 0-34 15,-18-19-54-15,18 19-15 16,0 0-9-16,0 0-5 0,0 0-9 16,0 0 0-16,0 7 0 15,0 5 3-15,8 2 7 16,1 3-2-16,1 0 1 16,2 5-3-16,0 1 3 15,-2 2-5-15,3 4 3 16,-2 1-5-16,0-2 2 15,-2-1-3-15,1 1 0 16,-4-3 1-16,-1 1-1 16,-2-1-1-16,-3-1 5 15,0 0-10-15,0-2 5 16,-6-2 0-16,-7-1 5 0,-1 0-4 16,-4-4-2-1,0 1 3-15,-6-2 5 0,-3-3-6 16,1-2-1-16,-4-1 1 15,0-3 0-15,2-3 1 16,-2-1 0-16,0-1-1 16,4 0 0-16,2 0 3 15,2 0 6-15,3-3-2 16,5-4-1-16,4 1-1 16,-1 2 0-16,6-3-3 15,0 3-2-15,2-1 5 16,3 3-12-16,0 0-3 15,0-2-25-15,0 3-53 16,6-1-92-16,6 0-153 16</inkml:trace>
  <inkml:trace contextRef="#ctx0" brushRef="#br1" timeOffset="3.60446E6">10707 8144 527 0,'0'0'52'0,"0"0"24"15,0 0 21-15,0 0-46 16,0 0 38-16,0 0 8 16,0 0-20-16,0 0-7 15,-25-37-32-15,25 37-8 16,0 0-2-16,0 0-8 0,0 0-1 15,0 0-19-15,0 0 2 16,0 0-1-16,0 0-1 16,0 0-1-16,10 0 1 15,8 8 5-15,7-3-1 16,5-1 4-16,4 0-7 16,4-1 0-16,0-1 1 15,0 4 6-15,1-1-8 16,-2 2 0-16,3 3 1 15,0 0-4-15,1 1 3 16,3-2 0-16,-2 1 0 16,4-4 0-16,-1 1 5 15,3 0-5-15,0-2 0 0,-4 1 0 16,-2 0 1 0,-7-1 0-16,-4 1-1 0,-1 2 2 15,0-3-4-15,-1-2-4 16,2-1 5-16,5 0 2 15,-1-2 1-15,5 0-1 16,2 0-1-16,-3 0 1 16,1 0-2-16,-1 0 2 15,-1 0 0-15,-4 0-1 16,-1 0 0-16,0 0-2 16,-2 0 4-16,-1 0-2 15,2 0 0-15,-3 0 0 0,3 1 0 16,1-1 3-1,-1 2-3-15,0-2-6 0,-4 0 6 16,0 0 0-16,-2 0 0 16,-1 0 0-16,-4 0 4 15,3 0-4-15,-2 0 0 16,-1 0 4-16,3 0-6 16,1 2 2-16,1-2-3 15,2 0 3-15,2 0 5 16,3 0-2-16,0 0-3 15,-2-4 0-15,-1-4 0 16,-2 0-5-16,-1-1 5 16,-3 2 0-16,-3 0 6 15,-2 2-5-15,-3-2 5 16,-1 3 7-16,2 0-6 0,-1 3-6 16,2-1 2-16,6 1 2 15,-3 1-5-15,3-1 2 16,-2-1-2-16,-1-1 2 15,0 1-2-15,0 2 1 16,-2-3 1-16,2 0-1 16,-2 0 0-16,-2-1-1 15,-1 0 1-15,-2 1 0 16,-4 1-2-16,-3 1 0 16,1 1 0-16,0 0-8 15,2 0-48-15,-2 0-156 16,-3-8-356-16</inkml:trace>
  <inkml:trace contextRef="#ctx0" brushRef="#br1" timeOffset="3.61872E6">5637 7678 896 0,'0'0'50'0,"0"0"-26"15,0 0 50-15,0 0 27 16,0 0-21-16,0 0-43 15,0 0-1-15,0 0-6 16,0 26 6-16,15-28 1 0,0-10-7 16,1 1-22-16,-7 1-7 15,-3 3 9 1,-4 5-6-16,-2 2-4 0,0 0 0 16,0 0-1-16,0 0 1 15,-9 4 1-15,-2 3 0 16,2 1 1-16,3-4 3 15,5 1-3-15,-1-4-1 16,2 0 0-16,0-1 1 16,0 0-2-16,0 0 0 15,0 0 3-15,0 0-3 16,0 0-6-16,0 0-14 16,0 0-4-16,0 1-6 0,-1 4-19 15,-1 3-27 1,1 1-64-16,1-1-161 0,0-4-524 15</inkml:trace>
  <inkml:trace contextRef="#ctx0" brushRef="#br1" timeOffset="3.61927E6">5953 7579 910 0,'0'0'74'0,"0"0"-10"16,0 0 8-16,0 0 20 15,0 0-32-15,0 0-38 16,36-21-3-16,-24 21 3 15,4 4-15-15,-5 11-2 16,-2 4 0-16,-6 5-3 16,-3 1-2-16,0-1 0 15,-11 2 1-15,-9-3-1 16,-2-3 0-16,2-3 2 16,0-4 1-16,7-6 2 15,1-4-5-15,3-3 0 0,1 0-3 16,4-1 1-1,1-10-11-15,3 0 8 0,0 1 5 16,0 3-9-16,0 4 8 16,3-3-6-16,3 6 7 15,5 0 0-15,0 0 3 16,3 9-3-16,2 5 10 16,-2 2-2-16,3-1 1 15,0 2 0-15,-1-3-2 16,-1-1-1-16,1-4-4 15,-2-2-2-15,-2-4 0 16,0-3-4-16,3 0-38 0,0-6-60 16,4-13-181-1,1-3-418-15</inkml:trace>
  <inkml:trace contextRef="#ctx0" brushRef="#br1" timeOffset="3.61969E6">6409 7542 835 0,'0'0'150'15,"0"0"-39"-15,0 0-7 16,0 0-6-16,0 0-50 16,0 0-20-16,-35-31-19 15,23 32-1-15,-2 12-7 16,0 1 0-16,3 3 16 0,6-3-13 15,0 1 3-15,5-4 2 16,0 1 1-16,0 0-4 16,7-1 3-16,7-2-7 15,2 0 1-15,2-1-2 16,6 1 0-16,-4 2 5 16,-3-2-5-16,-5 3-1 15,-7 0-1-15,-5 3 1 16,0 2-3-16,-12 2 3 15,-17 2 9-15,-8-1 8 16,-2-3-3-16,-3 0-2 16,4-6-12-16,3-1 2 15,7-6-2-15,4-4-6 0,6 0-56 16,5-3-62-16,4-9-176 16,3-1-614-16</inkml:trace>
  <inkml:trace contextRef="#ctx0" brushRef="#br1" timeOffset="3.62007E6">5710 7991 764 0,'0'0'205'0,"0"0"-184"0,0 0 40 16,0 0 63-16,0 0-37 15,0 0-37-15,3 0-23 16,18 0 17-16,9 0-5 16,3 3-9-16,5-1-12 15,3 1 1-15,1 1-7 16,4-1 1-16,4-3-6 15,-3 2-2-15,0-2 3 16,-3 0-5-16,-4 0 3 16,-2 0-6-16,-3 0-4 15,-7 0 3-15,-3 0-2 0,-6 0-19 16,-3 0-34-16,-6 0-30 16,-5 0-66-16,-5 0-157 15</inkml:trace>
  <inkml:trace contextRef="#ctx0" brushRef="#br1" timeOffset="3.62389E6">6844 7521 311 0,'0'0'145'16,"0"0"-99"-16,0 0 53 15,0 0-28-15,0 0 40 16,0 0-11-16,0 0-17 15,0 0-20-15,-11-34 8 16,11 33 2-16,0 1-1 0,0-2-15 16,0 2-4-16,0 0-8 15,0 0-19-15,0 0 0 16,0 0-21-16,0 0 3 16,0 0-8-16,0 0-8 15,0 0 4-15,8 6-3 16,4 7 7-16,1 3 0 15,-2 4 4-15,1 1-3 16,-4 6 8-16,-3 2-7 16,-4 4 0-16,-1 1 7 15,0 1-9-15,0-1 1 16,-6 2 1-16,-10-3-1 0,-1-1 2 16,-5-2-3-16,-3-2 0 15,-5-3 0-15,0-4 1 16,-1-3 2-16,-2-2-3 15,8-4-1-15,3-2-32 16,6-1-52-16,2-5-36 16,3-4-167-16,2 0-512 15</inkml:trace>
  <inkml:trace contextRef="#ctx0" brushRef="#br1" timeOffset="3.6248E6">5334 7504 592 0,'0'0'163'0,"0"0"-90"16,0 0-12-16,0 0 48 16,0 0 28-16,0 0-91 15,0-29 10-15,0 29-22 16,-4 0-28-16,-8 0-3 0,-8 14 12 16,-5 4-4-16,-2 2 6 15,-1 2 3-15,5 2-2 16,1-1 2-16,3 5 7 15,4 0-18-15,3-1 10 16,5 1-1-16,7 0-11 16,0 2 2-16,0 0 4 15,13 2-3-15,-1-1-4 16,3 0-1-16,4 0-5 16,-1-2 4-16,3-3-3 15,1 2 1-15,2-3-4 16,3-2 5-16,3-1-11 15,0-5 15-15,4-3-8 0,0-1 2 16,2-6 1 0,0-2-2-16,2-2-14 0,-5-3-14 15,-1 0-35-15,-3 0-53 16,-2 0-115-16,-7 0-534 16</inkml:trace>
</inkml:ink>
</file>

<file path=ppt/ink/ink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1-12-18T11:19:39.485"/>
    </inkml:context>
    <inkml:brush xml:id="br0">
      <inkml:brushProperty name="width" value="0.05292" units="cm"/>
      <inkml:brushProperty name="height" value="0.05292" units="cm"/>
      <inkml:brushProperty name="color" value="#FF0000"/>
    </inkml:brush>
  </inkml:definitions>
  <inkml:trace contextRef="#ctx0" brushRef="#br0">7885 2534 320 0,'0'0'69'15,"0"0"-16"-15,0 0-6 16,0 0-2-16,0 0 58 16,0 0-13-16,0 0-42 15,0 0-5-15,-28 0-15 16,28-2-8-16,0 2 5 16,0 0-24-16,0 0 57 15,0 0-7-15,0 0-35 16,0 0-5-16,0 0-10 15,0 0-1-15,4 0 0 0,12 0 0 16,8 0 1-16,4 0 8 16,7 2-2-16,2-2 6 15,2 0-1 1,1 0 4-16,-3 0 4 0,-2 0-13 16,-5-3-1-16,-1-2-6 15,-5-1 1-15,0 0-1 16,-7 2 1-16,-4 2-2 15,-6 0-21-15,-7 1-137 16,0-3-99-16</inkml:trace>
  <inkml:trace contextRef="#ctx0" brushRef="#br0" timeOffset="232.3782">7919 2654 650 0,'0'0'134'0,"0"0"-133"16,0 0 0-16,0 0-1 16,0 0 6-16,0 0-2 15,106 6 5-15,-67-6-9 16,7 0 3-16,2 0-3 15,-5-14-135-15</inkml:trace>
  <inkml:trace contextRef="#ctx0" brushRef="#br0" timeOffset="5377.1387">14172 665 488 0,'0'0'43'0,"0"0"9"0,0 0-20 16,0 0 68-16,0 0-51 15,0 0 5-15,0 0-10 16,0-39-18-16,0 36 17 0,-2-1-8 16,2 4-5-1,0-1 5-15,0 1-10 16,0 0-8-16,0 0-12 0,0 0-5 16,0 0-6-16,0 12 2 15,0 7 4-15,3-1 1 16,6 2-1-16,-1-5-1 15,2 0 0-15,-1-5 1 16,1-2 3-16,0-2-3 16,0-5 2-16,2-1 10 15,1 0-1-15,9-7 62 16,5-13-51-16,3-6-10 16,0-1-10-16,-3-2 4 15,-5 6-6-15,-4 3 0 0,-1 4-1 16,-2 4-24-1,-1 4-81-15,-3 8-42 0,-2 0-89 16,-6 5-233-16</inkml:trace>
  <inkml:trace contextRef="#ctx0" brushRef="#br0" timeOffset="6420.8615">13750 2809 531 0,'0'0'147'16,"0"0"-75"-16,0 0-26 15,0 0-3-15,0 0-1 16,0 0-22-16,0-3-20 16,0 13 0-16,0 9 0 15,0 2 6-15,0 0 7 16,0-1 18-16,5-3-15 0,3-2-1 16,-2 0-7-16,-1-6 16 15,1-2 1-15,1-2-6 16,-3 0-17-16,1-3 7 15,3-1 2-15,5-1-6 16,8 0 8-16,10-11 7 16,11-13-15-16,4-6 0 15,5-3-5-15,-1 0-115 16,-8 4-143-16</inkml:trace>
</inkml:ink>
</file>

<file path=ppt/ink/ink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1-12-18T11:48:51.915"/>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
  </inkml:definitions>
  <inkml:trace contextRef="#ctx0" brushRef="#br0">13553 5660 355 0,'0'0'111'0,"0"0"-37"16,0 0-25-16,0 0 43 15,0 0 6-15,0 0-50 16,0 0-20-16,-16-24 32 0,14 24-11 16,2 0-5-1,0 0-24-15,0 0-15 0,0 0-5 16,0 0-8-16,0 0 0 16,0 0 8-16,7 1 0 15,10 8 1-15,4-2 3 16,7 3-8-16,8-2 5 15,7-1-1-15,12 2 0 16,5-3 3-16,6 0-1 16,5 2-2-16,-1-2 1 15,6-3 0-15,8-3-1 16,2 0 3-16,2 0 5 16,-4-6 5-16,-6 0 3 0,-7-2-9 15,-10 2 1-15,-11 1 9 16,-6 2-4-1,-11 1-7-15,-11 2 2 0,-7 0-8 16,-6 0 7-16,-3 0-7 16,-3 0-10-16,-2 0 9 15,2 2-1-15,2 7-21 16,-2-3-125-16,-3-3-220 16</inkml:trace>
  <inkml:trace contextRef="#ctx0" brushRef="#br0" timeOffset="10093.6618">4851 12037 704 0,'0'0'79'0,"0"0"-29"16,0 0-29-16,0 0 42 15,0 0 5-15,0 0 9 16,0 0-44-16,0 0-6 16,-20-11-7-16,20 11-4 15,0 0-16-15,0 0-4 16,0 0 3-16,0 0 0 15,0 0-7-15,12 0 7 16,12 0 1-16,3 0 4 16,4 0-2-16,4 0-2 15,-5 0 0-15,4 0 2 16,-3 0-1-16,-4 0-2 16,-3-1 2-16,-6-2-1 0,0-2 0 15,-10 3 0-15,-1 1 0 16,-4-1 1-16,-3 1-1 15,0 1 0-15,0 0-2 16,5 0-68-16,0-1-49 16,5-4-39-16,0-2-218 15</inkml:trace>
  <inkml:trace contextRef="#ctx0" brushRef="#br0" timeOffset="10846.1885">5865 11935 256 0,'0'0'167'16,"0"0"-122"-16,0 0 0 16,0 0 25-16,0 0 37 15,0 0-41-15,-3 1-29 16,3-1 14-16,0 0-25 0,0 0 15 16,0 0-20-16,6 0-13 15,8 0-6-15,6 0-1 16,6 0 1-16,-1 0-2 15,6 0 0-15,1 0 2 16,-1 0-6-16,3 0-45 16,-2 0-44-16,-7 0-229 15</inkml:trace>
  <inkml:trace contextRef="#ctx0" brushRef="#br0" timeOffset="11445.5858">6704 11957 548 0,'0'0'177'0,"0"0"-154"16,0 0-21 0,0 0 2-16,0 0-4 0,0 0 14 15,10 7 18 1,12-5-2-16,7-2-18 0,8 0-11 15,3 0-1-15,-1 0-71 16,-3 0-626-16</inkml:trace>
  <inkml:trace contextRef="#ctx0" brushRef="#br0" timeOffset="29357.1925">725 9643 848 0,'0'0'25'15,"0"0"-25"-15,0 0 0 16,0 0 35-16,0 0 88 0,0 0 12 16,0 0-38-16,-7 8-10 15,1-19-4-15,-3-10-65 16,-1-8-4-16,2-8-7 15,3-7 12-15,2-8-13 16,3-8-6-16,0-4 0 16,0 2 0-16,8 9-7 15,7 12 7-15,0 16-7 16,4 11 4-16,0 10-6 16,4 4 0-16,7 6-1 0,3 26 5 15,1 14 2 1,-1 12 3-16,-3 5-4 0,-8 0 5 15,-6-4-1-15,-7-8 0 16,-6-6-2-16,-3-4-6 16,0-7-92-16,-16-5-68 15,-11-11-98-15,-9-15-390 16</inkml:trace>
  <inkml:trace contextRef="#ctx0" brushRef="#br0" timeOffset="29517.7658">746 9539 884 0,'0'0'0'0,"0"0"-3"15,82 8 2-15,-43-5 1 0,3-3 1 16,3 0-1 0,-1-8-38-16,-5-16-610 0</inkml:trace>
  <inkml:trace contextRef="#ctx0" brushRef="#br0" timeOffset="29714.7506">1325 9215 805 0,'0'0'47'0,"-24"84"-43"16,12-27-1-16,-7-4 3 15,-1-4-6-15,-1-8 5 0,-1-5-5 16,-1-7-2-16,4-9-119 16,0-11-220-16</inkml:trace>
  <inkml:trace contextRef="#ctx0" brushRef="#br0" timeOffset="29868.8733">1155 9385 600 0,'0'0'127'0,"0"0"-120"0,0 0 48 16,88 23-11-16,-51-3-8 16,-1 2-17-16,1 2-8 0,-1-2-11 15,0-3 0-15,-5-8-419 16</inkml:trace>
  <inkml:trace contextRef="#ctx0" brushRef="#br0" timeOffset="30272.9407">1702 9535 979 0,'0'0'54'15,"0"0"10"-15,0 0 78 16,0 0-48-16,0 0-17 16,-28-92-45-16,24 54-9 15,2-11-14-15,2-4-9 16,0-3 1-16,0 0-1 16,0 8 3-16,4 6-2 15,1 13-1-15,5 10 0 16,1 11-4-16,2 8-1 15,3 0-2-15,7 13-2 16,7 11 9-16,0 12 0 16,-2 3-2-16,-6 7 2 15,-5 3 0-15,-7-4 1 16,-7-3-1-16,-3-4-1 0,0-10-47 16,-16-5-73-16,-8-6-125 15,-3-10-184-15</inkml:trace>
  <inkml:trace contextRef="#ctx0" brushRef="#br0" timeOffset="30402.5895">1736 9303 538 0,'0'0'317'15,"0"0"-292"-15,0 0-12 16,0 0 23-16,88-24-23 0,-54 24-7 16,9-1-6-1,-3-8-5-15,0-6-436 16</inkml:trace>
  <inkml:trace contextRef="#ctx0" brushRef="#br0" timeOffset="30577.698">2236 9121 544 0,'0'0'269'15,"0"0"-269"-15,0 0-40 16,0 0-136-16,90-24-174 16</inkml:trace>
  <inkml:trace contextRef="#ctx0" brushRef="#br0" timeOffset="30714.868">2302 9431 579 0,'0'0'83'0,"0"0"-9"15,0 0 11-15,0 0-16 16,0 0-69-16,101-97-48 16,-78 53-740-16</inkml:trace>
  <inkml:trace contextRef="#ctx0" brushRef="#br0" timeOffset="31179.6242">2554 8994 977 0,'0'0'128'0,"0"0"-128"16,0 0 0-16,0 0 0 16,19 71 77-16,-1-34-13 15,0 5-18-15,0 0-12 16,-5-1-27-16,1-2 11 15,-5-5-12-15,-5-10 6 16,2-12-4-16,-6-7-8 16,0-5 6-16,0-2 21 15,0-26 57-15,-9-9-53 0,-7-14-27 16,-5-7-4 0,3-5 7-16,0 0-7 0,0-2 0 15,6 9-1-15,9 12 1 16,3 9-1-16,0 14-4 15,17 8 1-15,2 7-1 16,6 6 4-16,4 5-8 16,2 19-5-16,5 14 14 15,-3 6-4-15,-2 5 8 16,-6 2-4-16,-4-2 0 0,-7-4-6 16,-4-4 6-1,-4-7 1-15,-6-5-1 16,0-5-42-16,0-9-97 15,-15-8-107-15,-4-7-231 0</inkml:trace>
  <inkml:trace contextRef="#ctx0" brushRef="#br0" timeOffset="31317.2552">2721 9107 956 0,'0'0'89'15,"0"0"-84"-15,0 0 6 16,0 0 13-16,0 0-21 15,80-37-3-15,-53 23-146 16,-6-8-554-16</inkml:trace>
  <inkml:trace contextRef="#ctx0" brushRef="#br0" timeOffset="31647.3803">2734 8508 729 0,'0'0'179'16,"0"0"-159"-16,0 0-19 15,0 0 3-15,0 0 6 16,0 0 16-16,98-52-1 16,-69 52-14-16,-1 0-3 0,-6 11 0 15,-3 8 1-15,-8 9 63 16,-3 6 26-16,-2 6-12 15,-3 1-7-15,1-4-28 16,0-2-4-16,3-10-28 16,8-7-4-16,4-8-8 15,6-6-3-15,11-4 1 16,5-2 0-16,4-15-5 16,1 0-60-16,-9 6-166 15,-12 7-274-15</inkml:trace>
  <inkml:trace contextRef="#ctx0" brushRef="#br0" timeOffset="31978.5201">2903 9936 811 0,'0'0'158'0,"0"0"-77"15,99-70-3 1,-41 25-22-16,6-4-41 0,7 1-11 16,7 3-4-16,2 2-151 15,-1 8-596-15</inkml:trace>
  <inkml:trace contextRef="#ctx0" brushRef="#br0" timeOffset="85539.6671">15972 14251 707 0,'0'0'30'16,"0"0"-9"-16,0 0-21 15,0 0 2-15,0 0 43 0,0 0-19 16,0 0 5-16,0 0-9 15,78 12-3-15,-51-10 6 16,4-1-4-16,3 1 0 16,8 0 2-16,4 0-6 15,5-2-2-15,4 3-8 16,3-1 1-16,-2 3 5 16,-3 0 1-16,-4 2 2 15,-7-2-9-15,-1-2-6 16,-4-1 3-16,-6-2 5 15,-4 0 3-15,-8 0-1 16,-4 0 4-16,-6-2-5 0,-4 0 13 16,-2 1-17-1,-2-1 9-15,1 1 11 0,-1-1-16 16,-1 0-7-16,2 2 0 16,-2-1-3-16,4 1-8 15,0 0-56-15,2 0-124 16,2 0-21-16</inkml:trace>
  <inkml:trace contextRef="#ctx0" brushRef="#br0" timeOffset="87719.5037">19273 14050 534 0,'0'0'140'0,"0"0"-91"16,0 0-48-16,0 0 63 15,0 0 32-15,0 0-38 0,-3 4-38 16,3-2-12-16,12-1 6 16,6 1 26-16,4-2-10 15,5 0 5-15,3 0 2 16,1 0-33-16,1 0 3 16,0 0-4-16,0 0 0 15,-1 3-3-15,-1-1 0 16,-6 1 0-16,-5 0 3 15,-2 0-3-15,-4 0-3 16,-1 0-1-16,-3 2-92 16,-3 0-48-16,1-3-109 15</inkml:trace>
  <inkml:trace contextRef="#ctx0" brushRef="#br0" timeOffset="90198.9944">20345 12700 502 0,'0'0'11'15,"-41"87"3"-15,17-19 0 16,-3 16 28-16,-6 11 56 16,-8 9-53-16,3 5-26 15,5 2-7-15,13-2-8 16,20 2-4-16,6-5 0 0,38-2 0 15,19-9-3 1,16-13-112-16,15-13-159 0</inkml:trace>
  <inkml:trace contextRef="#ctx0" brushRef="#br0" timeOffset="90794.9593">22159 12401 527 0,'0'0'31'0,"0"0"74"16,0 0-20 0,0 0-52-16,0 0-12 0,0 0-3 15,30 25 73-15,8 10-35 16,5 12-32-16,1 9 12 15,-2 6 2-15,-5 6-3 16,-4 6-5-16,-6 5-12 0,-8 10-4 16,-8 4-1-1,-11 8-8-15,0 3 0 16,-25 1-5-16,-15 3 1 0,-17 10-1 16,-17 1-1-16,-12-1-35 15,-11-1-123-15,-12-10-55 16,-6-13-340-16</inkml:trace>
  <inkml:trace contextRef="#ctx0" brushRef="#br0" timeOffset="95100.0212">12670 16631 853 0,'0'0'11'0,"0"0"-11"0,0 0-7 16,0 0 7-16,0 0 0 16,0 0 5-16,0 0-1 15,100 0 3-15,-66-2-5 16,-4 2-2-16,-6 0 4 15,-7 0-4-15,-4 0 0 0,-6 0-10 16,-7 0-97 0,0 9-62-16,-6 1-27 15,-16 1-108-15</inkml:trace>
  <inkml:trace contextRef="#ctx0" brushRef="#br0" timeOffset="95271.4694">12676 16719 374 0,'0'0'152'0,"0"0"17"0,0 0-66 15,0 0-46-15,0 0-15 16,0 0-20-16,-2 0-11 16,34 0 17-16,6 0 7 15,5 0-13-15,4 0-21 16,2-3-1-16,2 3 0 16,0 0-10-16,-1 0-186 0,-8-6-607 15</inkml:trace>
  <inkml:trace contextRef="#ctx0" brushRef="#br0" timeOffset="169463.71">3715 11380 603 0,'0'0'114'0,"0"0"-84"16,0 0 6-16,0 0 15 16,0 0-17-16,0 0 22 0,0 0 11 15,-65 0-4-15,62 0-44 16,-1 0 4-16,1 0 11 15,-3 0-13-15,3 0-5 16,-3 0-12-16,1 0 5 16,0 0-7-16,-3 0-2 15,-1 0 7-15,3 5-6 16,-4-1 2-16,1 0 4 16,0 1-2-16,0 0 1 15,3 0-1-15,0 2-5 16,0 3 0-16,-2 1 0 15,-2 6 0-15,1 1 4 0,0 1-4 16,-1 2 1-16,2 1-1 16,-1-1 0-16,3 0 0 15,-4 0 5-15,5 1-5 16,-1-1-5-16,0 2 5 16,-1 0 0-16,3 0 5 15,-1 1-6-15,-1 1 2 16,-3 3-1-16,-1 5 0 15,1 0-4-15,-2 0 4 16,2-1 8-16,5-1-8 16,-1-2 1-16,4 3-1 15,-1-1 0-15,1-2-1 16,-1 1 1-16,-1 4 1 0,-1 2 0 16,-1-3-1-16,2 1 0 15,3-5 0 1,0 0 0-16,0-2 0 15,0 3 0-15,6-2 0 0,0 2 0 16,0 0 1-16,-3 2 0 16,-2 3-1-16,-1 2-1 15,4 1 1-15,-4-1-1 16,7 0 4-16,-2 3-3 16,-2 1 0-16,1-1-1 15,-1-2 1-15,0-1-2 16,2-3 2-16,2 0 0 15,-3 2 4-15,1 5-4 16,-2 0 0-16,0 2-2 16,0-1 2-16,2 2 0 15,-2-1 0-15,4 0 0 0,-1-3-2 16,0-3 6-16,3-2-7 16,-3-1 3-16,1-1 0 15,-1-1 0-15,0 3 4 16,0-1-9-16,-1 0 8 15,3-1-5-15,-3-2 4 16,2 2-4-16,0-1 3 16,0 4-2-16,-1 0 2 15,-2 6-2-15,2-1 2 16,-1-1-2-16,1 0 5 16,3-2-4-16,-3-1 0 0,0 1-2 15,0-1 0 1,2-3 2-16,-4 3-1 0,6 0 1 15,-4 0 0-15,3-3 0 16,-3 4 1-16,0-4-2 16,0 0 1-16,-2 0 0 15,-2-1 0-15,2-1 2 16,-1-2-4-16,0 2 3 16,-1-3-1-16,1 1 1 15,-2 1-1-15,2-1 0 16,-1 0 0-16,1 2 1 15,-2-2 0-15,1-1-1 0,-1 0-2 16,3 2 2-16,-2-2-1 16,1 4 1-1,-2 2 2-15,1 3-2 0,-1 2 1 16,-1 1-2-16,1 1 1 16,1 0-1-16,-2 4 1 15,0 1 2-15,0-1 46 16,0 0-36-16,2-5-5 15,4 1-4-15,2-3-3 16,-4 1 0-16,0-2 0 16,0-4 1-16,1 0-2 15,0-5 6-15,4-3-9 16,1 2 6-16,-1-4-2 0,-1 2 0 16,-1-2-2-16,-3-2 2 15,-2 3 4-15,-1-4-4 16,-1 0 1-1,0-1 0-15,0 0-1 0,0 1-1 16,0 4 1-16,0 4 0 16,-6 0 1-16,-2 7 1 15,-1-1-2-15,1 6 0 16,-2 2 0-16,5 1 1 16,-2 1-1-16,0-2 1 15,2 1 4-15,2 3-5 16,-1 1 1-16,2 5 10 15,1 2-9-15,-1 3-1 16,2-7 3-16,0 3 1 0,0-4 4 16,0 0-7-16,0 0-1 15,0 0 3-15,0-3-1 16,2 3-2 0,-1-4 1-16,3-1 2 0,-1 0-4 15,0 1 1-15,1 2-1 16,1-3-1-16,0-3 1 15,1-3 2-15,-4081-3-1 16,8163-2-1-16,-4082-4 0 16,-1-5-1-16,1 0 2 15,-1-4-2-15,0 1 3 16,-2 2-1-16,1-2-1 16,-2-1 1-16,3 1 0 0,-1-3 2 15,3-1-3-15,-2-2 2 16,-2 0-1-1,0-2-1-15,1-4 4 0,0 4-4 16,1-2 0-16,0-2 0 16,2 1 0-16,1 0 0 15,-3-3 0-15,2-2 3 16,3 2-3-16,0-2 0 16,7 0-2-16,4-1 4 15,6-3 3-15,7-2-5 16,9 0 1-16,11 0-1 15,10-7 0-15,6-10-9 0,12 2-41 16,3-3-87 0,5 0-115-16,-2-1-160 0</inkml:trace>
  <inkml:trace contextRef="#ctx0" brushRef="#br0" timeOffset="171928.7869">12020 11411 600 0,'0'0'119'15,"0"0"-109"-15,0 0 7 16,0 0 16-16,0 0 12 15,0 0 30-15,0 0-43 0,-8-18-31 16,8 18-1-16,5 0-3 16,9 0 2-16,6 4 1 15,2 6-1-15,0 2 1 16,4 4 0-16,-1 2 0 16,-2 0 0-16,2 0 0 15,-1 2 0-15,-2-3 1 16,-1 3-1-16,1-2 0 15,-2 3 0-15,-2 0 1 16,0 5-1-16,-3 1 1 0,0 0 7 16,0 5-6-16,-2 1 6 15,-3 3-7-15,-1 3 9 16,0 7 4-16,0 1-4 16,2 4 13-16,-1 1-16 15,0-1 12-15,0-1-4 16,0 4 0-16,0-1-4 15,-1 2 5-15,5 2-7 16,-4 1-4-16,2 0 5 16,3 5-9-16,3 3 5 15,0 4-6-15,3 4 3 16,-1-1 5-16,-2-2-7 16,0-1 1-16,-4-1 4 15,-1-2-3-15,-2-2-2 0,1-4 2 16,0 0 4-1,-2-3-5-15,6-1-3 0,-2-1 7 16,2 1-6 0,1-4 0-16,0 1 0 0,-2 0 1 15,5 0-1-15,-5 4 0 16,3 0 0-16,-6-5 0 16,4-2 2-16,-6-1 5 15,2-1-6-15,-3 0 4 16,-3 4 1-16,-3 2-2 15,0-1 1-15,-1-3-3 0,2-1 6 16,-1-1-7 0,0-6 2-16,0 1-1 0,0-3-1 15,0-1 0-15,-2 0 0 16,1 1 3-16,1 1 1 16,-1-2 2-16,-2 1-1 15,3 3-5-15,1 2 1 16,-3 3 8-16,2 4-9 15,-1-3 3-15,-2-1 0 16,0-2-3-16,4-3 6 16,-2-2-5-16,-1 3-2 15,-1-2 6-15,2 1 5 16,-1-1-8-16,1 2 5 16,1-4-1-16,-2 2-4 15,2 0 1-15,2 2 6 16,-2-1-8-16,0 1 6 0,1-1-6 15,-2 2 1-15,-1 0-2 16,-1 0 1-16,0 0 7 16,0-1 11-16,3 2-8 15,3 1-12-15,-2 0 5 16,2 1-4-16,-4-1 1 16,1-2-2-16,0-3 2 15,0-2-1-15,-2 0-1 16,1-1 0-16,0 1 0 15,-2 0 4-15,1-3-2 16,-1-1-2-16,0-3 0 0,0 0 0 16,0-3 0-16,0 0 1 15,0-3-1-15,0 1 0 16,0-2 0-16,0-1 0 16,0 0 1-16,-1 0 1 15,-3-1-2-15,3 3 0 16,-1 0 9-16,1 1-9 15,-1 1 1-15,2 0 4 16,0-1-5-16,-3 4 1 16,2 0 0-16,1 1 1 15,-2-1 7-15,1 1-3 16,1-3-5-16,-3 0 0 16,1-1 2-16,1-4-1 0,-2-2-1 15,0-3 2 1,0-2-3-16,0-4-1 0,-1 1 1 15,1-3 4-15,-2-1-4 16,-2-2 0-16,1 1 0 16,-3 1 1-16,1-2 1 15,-3 0-2-15,-3 4 0 16,1-2 1-16,-4 3 2 16,-1 0-2-16,-1 1-1 15,-2 1 0-15,-2 0 1 16,0-1-1-16,2 0 0 15,-5-1 0-15,4 2 1 0,-2-1 5 16,3-4-5 0,-2 3 0-16,0-3-1 0,1 1 1 15,-1 0-1-15,1 2 0 16,3 1-3-16,2 1 0 16,-1-1 3-1,2 1 3-15,-2 2-3 0,3-3 0 16,2-1-5-16,1 0 10 15,-2-1-2-15,2 2-3 16,-1-5 2-16,4 1-2 16,-2 2 1-16,1-4 5 15,0-1-3-15,-1 0 1 16,0-1-4-16,1 0 0 16,1 0 2-16,1-5-1 0,0 0 0 15,2 2-1-15,0 1-54 16,0-5-107-1,-6-1-239-15</inkml:trace>
  <inkml:trace contextRef="#ctx0" brushRef="#br0" timeOffset="199383.144">15661 16704 746 0,'0'0'92'16,"0"0"-18"-16,0 0-67 16,0 0-7-16,0 0-10 15,0 0 10-15,0 0 2 16,120 15 34-16,-57-15-8 0,4 0-12 15,-3 0-5-15,-4 0-10 16,-6 0-1-16,-5-3 0 16,-7-3 3-16,-5 2-2 15,-6-3-1-15,-5 1-3 16,-7-2-99-16,-12-2-85 16,-7 0-416-16</inkml:trace>
  <inkml:trace contextRef="#ctx0" brushRef="#br0" timeOffset="199681.3474">15920 16828 531 0,'0'0'93'0,"0"0"-71"0,0 0-9 16,0 0 8-16,97-4 77 16,-48 2-62-16,4-2-10 15,1-1-10-15,-1 3-4 16,-6-1-7-16,-2 1-3 16,-4 2 0-16,2 0-2 15,-1 0-3-15,-5-1-5 16,-6-5-81-16,-8-2-251 15</inkml:trace>
  <inkml:trace contextRef="#ctx0" brushRef="#br1" timeOffset="2.973E6">5994 11942 757 0,'0'0'64'16,"0"0"-26"-16,0 0-3 16,0 0 96-16,0 0 9 15,0 0-71-15,-7 5-42 16,7-5-10-16,0 0 3 0,0 0 3 16,0 0 6-16,0 0-24 15,0 0 1-15,0 0-2 16,0 3-4-16,0-3 1 15,0 2-2-15,0-2 3 16,0 0-4-16,0 1 2 16,0-1 0-16,0 2-34 15,0 0-56-15,11 1-29 16,7-3-139-16,-2 0-275 16</inkml:trace>
  <inkml:trace contextRef="#ctx0" brushRef="#br1" timeOffset="2.97375E6">6850 11981 696 0,'0'0'76'15,"0"0"-54"-15,0 0 31 16,0 0 67-16,0 0-30 0,0 0-46 16,-3 0-39-16,3 0-4 15,0 0 4-15,0 0-1 16,0 0-2-16,0 0-1 15,0 0 0-15,0 0-1 16,0 0 0-16,0 0-1 16,0 0-17-16,0 0-58 15,0 0-32-15,6 0 25 16,5 2-48-16,1-2-117 16</inkml:trace>
  <inkml:trace contextRef="#ctx0" brushRef="#br1" timeOffset="2.98525E6">19225 13888 554 0,'0'0'104'0,"0"0"-46"15,0 0-9-15,0 0 33 16,0 0 22-16,0 0-54 16,0 0-37-16,0-10 0 15,0 10-3-15,0 0 26 16,0 0-11-16,0 0-7 15,0 0-15-15,0 0-2 16,0 0 1-16,0 0 4 16,0 2-5-16,2 7 1 15,4-1 6-15,3 3-7 0,4-2 9 16,1 3-3-16,6-2 8 16,3-1 5-16,0 1-10 15,5-6-2-15,0 1-7 16,0-2 8-16,2-3-9 15,0 0 7-15,-3 0-6 16,1 0 1-16,-1-9 2 16,-5-2 1-16,-2 0-2 15,-4-1 1-15,-2 1 1 16,-3 0 3-16,-3 0-4 16,-4 2 7-16,1 0-5 15,-4 4-3-15,-1 2-1 16,2 1 1-16,-2 2-3 15,0 0 0-15,0 0 0 0,0 0 0 16,0 0-13-16,0 0 6 16,0 0 3-16,0 9 3 15,0-1 1-15,0 1 1 16,-3 1 2-16,-3 0-3 16,-2 0-3-16,-5-1 3 15,-2 3 4-15,-7-2-3 16,-2 1 2-16,-7-3 2 15,-2 2-5-15,-3-5 5 16,3 2-3-16,-1-3-1 16,7-2-1-16,3-2 2 15,3 0-1-15,5 0 0 16,3-6 1-16,2-7 0 0,3 0-2 16,4 3 0-16,2-2 0 15,2 0 0-15,0 4-1 16,0 1 1-16,0 2 0 15,0-1-2-15,0 3 1 16,0 0 0-16,3 3-3 16,2 0-1-16,5 0-4 15,7 0 8-15,1 0-30 16,5 7-108-16,0-2-120 16</inkml:trace>
  <inkml:trace contextRef="#ctx0" brushRef="#br1" timeOffset="2.99158E6">15557 14154 377 0,'0'0'111'0,"0"0"-65"0,0 0-34 15,0 0 159-15,0 0-111 16,0 0-49-16,0 0 34 16,0 0 24-16,0-12 0 15,0 10-18-15,0 2 1 16,0 0-38-16,0 0-4 16,0 0-9-16,0 0-1 15,0 0-14-15,7 5 13 16,4 4 1-16,3 2-3 15,-2 0 3-15,6 1 0 16,-1 0 3-16,1 0-2 0,3 0-1 16,1-2 0-1,1 1 4-15,-1-1 2 0,1 0-6 16,-1-3 2-16,-2 3 1 16,0-3 2-16,3 0 6 15,-2-3-10-15,0 1 0 16,0 0 0-16,1 1 6 15,0 0-7-15,2 2-5 16,0-1 5-16,-1 0 7 16,-1-1-6-16,1 1 0 15,3-2-1-15,-2 0 0 16,1-1 0-16,2-1 0 16,3-2 1-16,3-1-1 15,2 0 1-15,4 0 3 0,5-1-4 16,0-6 1-16,0 2-6 15,0 0 10-15,-2-2-6 16,-3 2 1-16,-3-2 0 16,-1 2 0-16,-2-3 0 15,0 1-5-15,-3-1 5 16,4 0 0-16,-1 0 0 16,-2 0-1-16,1-1 8 15,-4 0-9-15,0-1 2 16,1-2 0-16,-1 2 0 15,-1 0 1-15,-3 2 0 16,0-1-1-16,-1 2 0 0,-3 0 0 16,2 0 0-16,-4 1-1 15,-2 0 2-15,-2-2-1 16,-2 3 9-16,3-2 5 16,-3-2 6-16,0 1-9 15,0 1-5-15,-2-2 9 16,2 1-5-16,-2 0-7 15,0-3 5-15,-2 4-6 16,-2-1 15-16,-1 1-8 16,-1 3 4-16,-1-2-3 15,0 4-4-15,1-1-1 16,-2 1-5-16,-2 2 0 16,0 0 0-16,0 0 1 0,0 0-1 15,0 0-1-15,0 0 1 16,0 0 0-16,0 0 3 15,0 0-3-15,0 0-4 16,0 0 2-16,0 0 0 16,0 2 2-16,0 6 1 15,0-1-1-15,-6 2 2 16,0-1-4-16,-1 1 2 16,1-1 0-16,-2-1 1 15,-2 0 2-15,1-2-1 16,0 2-2-16,-3-4-6 15,3 2 5-15,-2-2-37 0,-2 1-36 16,0-4-52 0,-1 0-63-16,-2 0-253 0</inkml:trace>
  <inkml:trace contextRef="#ctx0" brushRef="#br1" timeOffset="2.99489E6">19267 13894 82 0,'0'0'0'0,"0"0"-1"15,0 0-7-15,0 0 8 0,0 0 0 16,0 0 0-16,0 0 0 15,-3 0 7-15,3 0-2 16,-1 1 13-16,1 0-3 16,0 0-7-16,0 4 0 15,0-2-6-15,0 3-2 16,1 0 1-16,7 3-1 16,3-2 0-16,1 1-108 15</inkml:trace>
  <inkml:trace contextRef="#ctx0" brushRef="#br1" timeOffset="2.99583E6">20019 13864 323 0,'0'0'169'0,"0"0"-76"16,0 0-3-16,0 0 35 15,0 0-39-15,0 0-12 16,7-22-24-16,-7 22-18 0,0 0-7 16,0 0-10-16,0 17-9 15,0 9 73-15,-12 3-37 16,-2 4-9-16,-3 0-2 16,1-4-21-16,1-4-2 15,3-2-6-15,4-9-2 16,4-2 1-16,1-6-1 15,1-6 0-15,-1 0-39 16,2-5-89-16,-1-17-197 16,-2-4-141-16</inkml:trace>
  <inkml:trace contextRef="#ctx0" brushRef="#br1" timeOffset="2.99604E6">19908 13908 68 0,'0'0'408'0,"0"0"-396"0,0 0-8 15,0 0 73-15,0 0 83 16,0 0-78-16,39 16-28 16,-16-4 9-16,5 0-32 15,2 1-6-15,3 3 6 16,1-1-21-16,3 1-1 16,2-1-9-16,-3 1 0 15,-4-2-26-15,-3-5-162 16,-5-5-541-16</inkml:trace>
  <inkml:trace contextRef="#ctx0" brushRef="#br1" timeOffset="2.99895E6">20966 14185 670 0,'0'0'97'16,"0"0"-51"-16,0 0 90 15,0 0 57-15,0 0-84 16,0 0-78-16,0 0-2 16,-44-15-15-16,18 7-1 15,-6 0 10-15,0-3-8 16,-1 2 0-16,4-3-4 16,7 2-4-16,9 2 8 15,4 0 8-15,6 5-5 0,1-1-11 16,2 1 0-16,0 1-6 15,0 2-1-15,0 0 0 16,0 0-3-16,0 0-4 16,5 5 3-16,7 10 4 15,-2 7 0-15,1 6 0 16,-3 3 3-16,-3 5-3 16,-5 5 0-16,0 4 0 15,0 5 1-15,0 1 0 16,0 0-2-16,-3 4 0 15,-5 1 1-15,3-1 1 16,0-1 0-16,1 4-1 0,1 0 0 16,1 1 0-16,2-4 0 15,0-2 1-15,0-7 5 16,0-6-3-16,0-2-3 16,0-7 0-16,2-3 0 15,1-3 1-15,0-8-1 16,-2-5 0-16,1-7-2 15,-2-2 2-15,1-3 0 16,-1 0 1-16,0 0 3 16,0 0 4-16,0 0 7 15,0 0 17-15,3 0-12 16,3 0-12-16,7-11-8 16,10-3 0-16,8 0-1 15,8-3-1-15,10 4 4 16,1-1-4-16,3 2-11 0,1-2-34 15,-6 2-25-15,-8-4-116 16,-18-3-272-16</inkml:trace>
  <inkml:trace contextRef="#ctx0" brushRef="#br1" timeOffset="2.99976E6">21442 14139 826 0,'0'0'132'0,"0"0"-58"16,0 0-71-16,0 0 102 16,0 0 33-16,0 0-84 15,7 1-53-15,18-1-1 16,2 0 0-16,2 0 0 16,-7 0 0-16,2 0 1 15,-6 0-2-15,-6 0 1 16,-3 0-3-16,-3 0 3 15,-2 6 0-15,-2 5-4 16,-1 7 4-16,1 4 15 0,-1 6 14 16,-1 5-15-16,2 9 8 15,-2 5 1-15,2 3-13 16,0 5 2-16,1 2-10 16,1 4 4-16,1-1-5 15,-1 1 1-15,0 5-2 16,-3-2 0-16,1-3 2 15,-2-7-2-15,0-7-4 16,0-10 4-16,1-6 5 16,1-9-2-16,-1-7-3 15,-1-5-1-15,0-5 1 16,1-4 0-16,-1-1 2 16,0 0-2-16,0 0 10 0,2 0 13 15,-2 0 10 1,0 0-8-16,0 0-16 0,0 0 0 15,0 0-9-15,0 0 0 16,-10 2-1-16,-13 0 1 16,-7 2 1-16,-5-1 1 15,-7-3 1-15,-7 0-3 16,-5 0-8-16,0 0-54 16,2-14-77-16,1-3-278 15</inkml:trace>
  <inkml:trace contextRef="#ctx0" brushRef="#br1" timeOffset="3.00169E6">21200 14134 555 0,'0'0'95'15,"0"0"-6"-15,0 0-67 16,0 0 13-16,0 0-27 15,0 0-8-15,2 0-21 0,2 0-167 16</inkml:trace>
  <inkml:trace contextRef="#ctx0" brushRef="#br1" timeOffset="3.00198E6">21030 14330 711 0,'0'0'75'16,"0"0"-42"-16,0 0-27 15,0 0 89-15,0 0-42 0,85 0-19 16,-54 0-12-16,2 0-12 15,0 0-5-15,-3 0-2 16,-2 0-3-16,-2 0-66 16,-8 0-106-16,-8 0-282 15</inkml:trace>
  <inkml:trace contextRef="#ctx0" brushRef="#br1" timeOffset="3.00222E6">21087 14567 538 0,'0'0'28'15,"0"0"-13"-15,0 0 164 16,0 0-27-16,0 0-62 16,112-6-54-16,-81-2-18 15,-3 0-5-15,-7 4-12 16,-7 3-2-16,-5 1 1 15,-6 0-3-15,-3 0-77 16,0 5-38-16,-8 11-25 16,-10 2-155-16,-1 2-65 15</inkml:trace>
  <inkml:trace contextRef="#ctx0" brushRef="#br1" timeOffset="3.00264E6">21175 14719 153 0,'0'0'124'0,"0"0"-10"0,0 0-44 16,0 0-18-16,0 0 45 15,0 0-1-15,55 42-65 16,-28-42-16-16,0-3-12 16,1-1 4-16,-7-1-7 15,-5 5 3-15,-11 0-3 16,-5 0-13-16,0 5-77 16,-11 9-2-16,-14 6-144 15,-2 1 8-15,-1 4 209 16,2-1 19-16,4-2 102 0,7-5 33 15,3-3-23 1,5-4-59-16,4-2 3 0,1-4 27 16,2-1-36-16,0-3-35 15,0 2-6-15,3-1 4 16,6 2-9-16,2 0-2 16,-5 2 1-16,-2 3-34 15,-2 0-43-15,-2 3 17 16,0-1 19-16,0-2 30 15,1 0 10-15,0-3 1 16,1-2 3-16,0 0 128 16,2-2 13-16,2 1-36 15,3-2 1-15,9 0-27 16,3 0-62-16,4 0-20 16,-1 0-73-16,-5-5-857 0</inkml:trace>
  <inkml:trace contextRef="#ctx0" brushRef="#br1" timeOffset="3.00762E6">19167 14436 524 0,'0'0'110'16,"0"0"-27"-16,0 0-43 15,0 0 62-15,0 0-18 16,0 0-42-16,0 0 7 16,0 0-36-16,-3-11 12 0,-24 11-6 15,-7 0-11-15,-4 0 8 16,-1 0 5-16,3 0 5 16,3 0-13-16,6 0 16 15,12 0-17-15,3 0 9 16,8 0 15-16,4 0-15 15,0-3-13-15,0 3 2 16,0 0-2-16,0 0-8 16,0 0-3-16,0 0 2 15,0 0-1-15,0 0-1 16,0 12 2-16,1 5-6 16,3 7 6-16,-4 6 1 15,0 5 3-15,0 4 2 16,0 7-5-16,0 3-5 0,0 4 5 15,-2 7-1-15,2-3 6 16,0 0-5-16,0-8 1 16,0-6-1-16,0-9 0 15,9-7 1-15,-1-3-8 16,0-9 15-16,-2-4-9 16,-1-3 1-16,-1-2 0 15,2-1-2-15,-2-2 2 16,2 3 0-16,0-4 1 15,2 2 0-15,4-1 0 16,1-1-1-16,8-1 0 16,6-1 1-16,9 0 1 15,7 0-1-15,11 0-2 0,8 0-39 16,3-6-275 0</inkml:trace>
  <inkml:trace contextRef="#ctx0" brushRef="#br1" timeOffset="3.00853E6">20072 14400 675 0,'0'0'89'0,"0"0"-57"0,0 0 29 16,0 0 49-16,0 0-38 16,0 0-40-16,-8 0-22 15,22 0-5-15,13 0 13 16,3 0 11-16,1 0-10 16,1 0-11-16,-7 0-8 0,-7 0 1 15,-5 0-1-15,-7 0 3 16,-4 1-2-16,-2-1 5 15,0 0 33-15,0 2 7 16,0-2-24-16,0 1-10 16,0 5-12-16,0 4-7 15,0 7 7-15,1 4 19 16,4 4-18-16,-2 4 9 16,6 2 2-16,-5 2-7 15,4 4 6-15,-2 2-11 16,0 5 2-16,2 4 5 15,-3 3-7-15,1-3 2 16,0 0-2-16,0-6 1 16,-1-3-1-16,0-3-3 15,0-4 3-15,-2-4 0 0,-2-6 0 16,1-4 1-16,-1-6 3 16,-1-3-4-16,0-5-4 15,0-4 4-15,2 1 1 16,-2-1 4-16,0 0-1 15,0 0 8-15,0 0 25 16,0 0-14-16,0 0-2 16,0 0-12-16,-9 0-3 15,-18 0-4-15,-9 0-2 16,-12 0 0-16,-5 0 0 16,-14 0 0-16,-11 0-62 15,-23 0-178-15,-26 0-675 0</inkml:trace>
  <inkml:trace contextRef="#ctx0" brushRef="#br1" timeOffset="3.01401E6">12439 11088 721 0,'0'0'65'0,"0"0"4"15,0 0-43-15,0 0 0 16,0 0 70-16,0 0 34 16,0 0-73-16,-11-40-19 15,11 40-32-15,0 0-6 16,0 12 0-16,0 9 0 16,0 5 30-16,0-2-3 0,5-2-16 15,-1-3 1-15,4-4-9 16,0-4 6-16,3-3-1 15,5-7-5-15,5-1 10 16,7 0-3-16,9-17 0 16,2-5-1-16,-1 0-7 15,-4 1-2-15,-5 1 0 16,-6 5-90-16,-1 3-100 16,-3 1-167-16</inkml:trace>
</inkml:ink>
</file>

<file path=ppt/ink/ink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1-12-18T11:49:38.934"/>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
  </inkml:definitions>
  <inkml:trace contextRef="#ctx0" brushRef="#br0">10801 14863 307 0,'0'0'245'0,"0"0"-241"16,0 0-1-16,0 0 5 15,0 0 22-15,0 0 60 0,0 0-21 16,-23-33-41-16,23 33-21 16,0-1-1-16,0 1 2 15,0 0 9-15,0 0 3 16,0 0-5-16,8-2 2 16,16 1 40-16,11 0-19 15,12-2-12-15,10 0 5 16,7-1-15-16,3 0-7 15,1 1-1-15,-2 2-6 16,-2 1 5-16,-1 0-5 16,-1 0 1-16,0 0-2 15,8 4-1-15,6 4 11 16,7 0 1-16,7 6 8 0,5-3-17 16,1 1-2-1,-1-1-1-15,2 1 5 0,-1-3-5 16,0-3 1-16,0-1 0 15,2-5-1-15,4 0 2 16,2 0-3-16,-1-2 2 16,0-6-1-16,-6 2 0 15,-3 1-1-15,-6 1 1 16,-7 1 1-16,-3 1-1 16,-6 0-1-16,0 2 1 15,-8-3 0-15,-3 3 4 16,-4-3-4-16,-5-2-2 15,-3 2 1-15,-1-3 2 16,-9 3 7-16,-3-2-8 0,-8 1 0 16,-9 2-1-1,-4 2 1-15,-6 0-1 0,0 0-2 16,-3 0-27-16,-1 8-104 16,-5 6-26-16,0-5-342 15</inkml:trace>
  <inkml:trace contextRef="#ctx0" brushRef="#br0" timeOffset="19760.4913">18486 7969 357 0,'0'0'71'0,"0"0"10"16,0 0 3-16,0 0-7 16,0 0 21-16,0 0-31 15,0 0-2-15,0 0-35 0,-23-52 21 16,23 52-22-16,0 0-15 15,0 0 0-15,0 0-10 16,0 0-8-16,0 0-2 16,0 15-4-16,0 6 10 15,9 4 2-15,-3 3-2 16,2-2 6-16,2 0-4 16,-4-3-2-16,1-2 0 15,1-3 0-15,1-7 3 16,-3-2-3-16,0-5 3 15,-2-4 2-15,5 0 8 16,5-6 3-16,3-15 32 16,4-8-28-16,2-1-10 15,-1 0-10-15,-1-2 0 16,0 6-4-16,1 1 2 16,0 5-43-16,0 3-91 0,-2 6-39 15,0-1-336-15</inkml:trace>
  <inkml:trace contextRef="#ctx0" brushRef="#br0" timeOffset="53893.4787">17954 9433 861 0,'0'0'72'16,"0"0"-69"-16,0 0-3 15,0 0 0-15,0 0 14 16,0 0 27-16,81-55-31 16,-51 47-10-16,1 3 0 15,0 0-9-15,-5-2-81 16,-5 3-194-16</inkml:trace>
  <inkml:trace contextRef="#ctx0" brushRef="#br0" timeOffset="55952.4021">13959 9462 836 0,'0'0'27'0,"0"0"-16"16,0 0 9-16,0 0 13 15,0 0 33-15,0 0-32 16,0 0-14-16,4 12-14 0,20-11 8 15,6 0 22 1,7-1-3-16,8 0-19 0,7 0 5 16,2 0-8-16,2-7-6 15,3-4-2-15,-4 3-3 16,-6-2 2-16,-9 1 2 16,-9 1-3-16,-7 1 0 15,-10 2-1-15,-8 0 1 16,-2 2 0-16,-3 0-1 15,-1 2 2-15,0 1 7 16,0-2-9-16,0-1-13 16,0 1-167-16,0-2-193 15</inkml:trace>
  <inkml:trace contextRef="#ctx0" brushRef="#br0" timeOffset="59109.3826">6736 9503 80 0,'0'0'823'0,"0"0"-785"0,0 0-13 16,0 0-21-1,0 0 3-15,0 0 9 0,0 0 20 16,-7 0-8-16,25 0-24 15,8 0 22-15,6 0 24 16,4 0-17-16,0 0-15 16,-1 0-2-16,0-5-4 15,-5-2 7-15,-2 0-7 16,-5-1 7-16,-3 4-19 16,-8-3 4-16,-6 4-3 15,-1 2 1-15,-5 1 7 16,0 0-7-16,0 0 4 15,0 0 0-15,0 0-5 16,0 0-1-16,0 0 0 16,0 0 2-16,0 0-1 0,0 0-2 15,0 0-40-15,1 0-77 16,3 0-136-16,-2 0-183 16</inkml:trace>
  <inkml:trace contextRef="#ctx0" brushRef="#br0" timeOffset="61043.0192">11184 12835 694 0,'0'0'42'0,"0"0"-20"16,0 0 17-16,0 0 39 16,0 0-23-16,0 0 24 15,0 0-10-15,-27 0-36 16,27 0-7-16,0 0 3 15,0 0-9-15,0 0-12 16,0 0-4-16,0 0-3 16,11 0 0-16,8 0 9 0,5-1 31 15,6-6-13-15,0-1-15 16,4 0 7-16,2 0-19 16,-3 1 5-1,-2 0-6-15,-4 0 2 0,-4 2-2 16,0 3 0-16,-4 2-4 15,-4 0-156-15,-15 0-338 16</inkml:trace>
  <inkml:trace contextRef="#ctx0" brushRef="#br0" timeOffset="63437.0514">13167 12607 66 0,'0'0'189'0,"0"0"-138"0,0 0-46 15,0 0-4-15,0 0-1 16,0 0 0-16,0 0-46 16</inkml:trace>
  <inkml:trace contextRef="#ctx0" brushRef="#br0" timeOffset="66833.9357">9643 13730 512 0,'0'0'12'0,"0"0"43"15,0 0-16-15,0 0 16 16,0 0 64-16,0 0 0 15,0 0-93-15,-25-14 21 16,25 14-30-16,0 0-11 16,0 0-6-16,2 2 1 15,18 10 3-15,13-1 10 16,6-2-7-16,10 0 21 0,3-6 1 16,3-1-17-16,2-2 5 15,2 0-13-15,3 0 5 16,-1 0-6-16,-5-5 2 15,-6 3-5-15,-6-3-3 16,-6 3 3-16,-5-1-1 16,-5-1 1-16,-7 2 0 15,-3 1 1-15,-3 1-1 16,-4-2 0-16,-1 1 0 16,-4-1 1-16,1 0 1 15,-5-1-2-15,-1 3 7 0,-1 0 22 16,0-3-7-1,0 2 15-15,0-1-28 0,0 2-2 16,0 0-7 0,0 0-1-16,0 0-28 0,0-1-158 15,-21-1-217 1</inkml:trace>
  <inkml:trace contextRef="#ctx0" brushRef="#br0" timeOffset="67857.8411">7521 13989 428 0,'0'0'72'0,"0"0"17"16,0 0-33-16,0 0 57 15,0 0-37-15,0 0-3 16,-8-31-18-16,8 31-37 15,0 0-2-15,2 0-11 16,10 0 0-16,10 0 6 16,5 0 22-16,4 0-4 15,10-3 23-15,5-1-14 16,6-4-17-16,2-2-6 0,3-2-6 16,-1-1 3-1,-1 0-11-15,-3 1 2 16,-7 1 2-16,-7 2-5 0,-9-2-1 15,-9 3 1-15,-4 3 1 16,-7-1 0-16,-4 2 0 16,-5 2-1-16,3 2 0 15,-2 0-1-15,1 0-40 16,-2 0-170-16,0 9-165 16</inkml:trace>
  <inkml:trace contextRef="#ctx0" brushRef="#br0" timeOffset="71441.4345">8238 5606 325 0,'0'0'277'15,"0"0"-202"-15,0 0-5 16,0 0-1-16,0 0 18 15,0 0-41-15,0 0 18 16,0 0-34-16,0-10-15 16,8 5 2-16,6 5-16 0,8 0-1 15,6 0 0 1,6 0 0-16,3 5 0 0,1 8 9 16,1 1-8-16,-2 0-1 15,-3-2-3-15,-4 0 3 16,-5-3 1-16,-5-4 3 15,-8-1-4-15,-4-4-42 16,-8 0-93-16,0 0 2 16,-5-8-206-16</inkml:trace>
  <inkml:trace contextRef="#ctx0" brushRef="#br0" timeOffset="71721.6887">8459 5551 180 0,'0'0'354'0,"0"0"-258"15,0 0-5-15,0 0-50 16,0 0-18-16,0 0-23 16,19-9 9-16,1 17 10 15,7 3-1-15,-2 2-4 16,-3 6-6-16,-1 3 14 16,-6 3 0-16,-3 1 26 15,-3 3 3-15,-9-3-25 16,0 2 23-16,-9 0 5 15,-15-3-10-15,-6 1-14 16,-3-2-5-16,-5-2-21 0,1-1-1 16,-1 1-3-1,1 0-11-15,0-3-204 0,-1-9-307 16</inkml:trace>
  <inkml:trace contextRef="#ctx0" brushRef="#br0" timeOffset="77740.779">18938 10558 818 0,'0'0'89'0,"0"0"-48"15,0 0-8-15,0 0 31 16,0 0 22-16,0 0-33 15,0 0-37-15,0 0-16 16,0-2-3-16,10 24 3 16,3 10 17-16,0 9-3 15,1 4 14-15,-2 3-7 16,1 1-4-16,1-8 1 16,1-6-1-16,-2-7-9 15,3-7-3-15,0-9 2 16,1-7-2-16,0-5 3 15,7-2 8-15,4-20 26 16,3-9-18-16,0-7-16 0,-1-4-7 16,-7 0 1-1,-6 5-2-15,-1 8-14 16,-7 9-61-16,1 12-105 0,-4 6-146 16</inkml:trace>
  <inkml:trace contextRef="#ctx0" brushRef="#br0" timeOffset="78291.3849">19458 10891 506 0,'0'0'255'0,"0"0"-200"15,0 0 29-15,0 0-2 16,0 0 5-16,0 0-21 15,-4 19-44-15,-4-6-3 16,2 2 16-16,1 2-10 0,5-3-9 16,0-1-7-16,0-1 1 15,0-5-4-15,5-2-6 16,3-2 8-16,2-3-6 16,5 0 0-16,3 0 12 15,1-11-4-15,2-3-3 16,-6 2-7-16,-4 0 3 15,-4 7-3-15,-6 0 5 16,1 5 7-16,-2 0 8 16,0 0-20-16,0 2-3 15,0 14-5-15,0 5 8 16,0 5 2-16,3-1 2 0,1 0 7 16,1-2-7-16,3-4-3 15,2-1-1-15,0-7 0 16,8-7-3-16,4-4-100 15,1-1-210-15</inkml:trace>
  <inkml:trace contextRef="#ctx0" brushRef="#br0" timeOffset="78535.3009">20004 10651 535 0,'0'0'428'0,"0"0"-388"16,0 0-29-16,0 0 0 15,0 0 48-15,0 0-59 16,71-37 0-16,-44 32-59 15,-7 5-219-15</inkml:trace>
  <inkml:trace contextRef="#ctx0" brushRef="#br0" timeOffset="78670.5933">20056 10872 538 0,'0'0'97'15,"0"0"-7"-15,0 0-55 16,0 0-26-16,0 0 55 0,0 0-14 15,88 14-50-15,-46-37-72 16</inkml:trace>
  <inkml:trace contextRef="#ctx0" brushRef="#br0" timeOffset="79017.4932">20663 10389 919 0,'0'0'137'16,"0"0"-99"-16,0 0-38 15,0 0 1-15,0 0 93 16,-3 78-13-16,11-35-50 16,0 3 14-16,0-1-24 15,-1 1 3-15,0-6-15 16,0-3-7-16,0-5 0 0,-1-10-1 16,2-7-1-1,2-11-39-15,2-4-139 0,3-15-145 16</inkml:trace>
  <inkml:trace contextRef="#ctx0" brushRef="#br0" timeOffset="79212.277">20887 10442 860 0,'0'0'108'15,"0"0"-105"-15,0 0 16 16,0 0 77-16,9 101-51 15,-8-64-25-15,-1-2-13 16,0-1-5-16,0-1-2 0,0-7-43 16,-16-6-190-16,-5-7-306 15</inkml:trace>
  <inkml:trace contextRef="#ctx0" brushRef="#br0" timeOffset="79345.7666">20730 10674 789 0,'0'0'101'0,"0"0"-62"16,0 0 10-16,0 0 68 16,0 0-82-16,88-26-35 15,-53 26 0-15,2 0 0 0,-5 0-200 16</inkml:trace>
  <inkml:trace contextRef="#ctx0" brushRef="#br0" timeOffset="79858.9832">21316 10378 886 0,'0'0'123'0,"0"0"-35"16,0 0 1-16,0 0 25 15,0 0-24-15,0 0-59 16,0-20-31-16,0 28-1 15,0 19-3-15,0 10 4 16,0 5 13-16,2 1-8 16,4 0 7-16,1-2-2 15,1-5-5-15,4-6 1 16,-2-8 2-16,-1-8-7 0,2-5-1 16,-5-8 1-1,3-1 2-15,8-10 13 0,4-19 37 16,2-9-43-16,-1-6-7 15,-7-4-3 1,-6 1-3-16,-3 8 2 0,-2 10-26 16,-1 12-33-16,1 17-33 15,-3 0-101-15,3 22-258 16,-1 13-227-16</inkml:trace>
  <inkml:trace contextRef="#ctx0" brushRef="#br0" timeOffset="80357.0896">21615 10803 890 0,'0'0'112'0,"0"0"31"16,0 0-52-16,0 0-7 16,0 0-57-16,0 0-20 15,35-32-3-15,-12 28-8 0,-2 1 4 16,0 3 0 0,-8 0 0-16,0 0-5 15,-7 12 4-15,-6 0-4 16,0 2 1-16,-2 0 4 0,-12 0 4 15,-2-1 9-15,7-3 7 16,1-3-1-16,7-3-17 16,1-1-2-16,0-2 0 15,0 3-1-15,18 2 5 16,2-1-3-16,3 3 1 16,1-2 0-16,-6 5 3 15,-6 3-6-15,-5 3 1 16,-7 4-7-16,0 3 7 15,-15 1 1-15,-10 1 6 16,-3-4 16-16,-2-1 5 16,3-2-3-16,-2-2-16 0,-1-4-7 15,1-1-2 1,-3-3 0-16,-3-4-90 16,-3-5-320-16</inkml:trace>
  <inkml:trace contextRef="#ctx0" brushRef="#br0" timeOffset="93483.4915">13729 12288 702 0,'0'0'132'15,"0"0"-106"-15,0 0 67 16,0 0-21-16,0 0 28 16,0 0 16-16,-12-36-98 15,9 35 9-15,3 1 9 0,0 0-21 16,0 0-11 0,0 0-4-16,0 0-1 0,-2 14-12 15,2 4 13-15,-1 4 5 16,1-1-3-16,0-3 0 15,0-1-1-15,0-3 2 16,0-4 3-16,0-4-6 16,0-4 0-16,0 0 4 15,0-2-2-15,0 0 2 16,0 0 5-16,0 0-1 16,0-7 12-16,0-9-10 15,0-1-9-15,0 1 0 16,0 2-1-16,0 4-2 15,0 5 2-15,0 5 2 16,0 0-2-16,0 0-5 16,0 0-2-16,0 2-4 0,0 13 4 15,0 8-13-15,0 0-83 16,0-1-112-16,0-6-150 16</inkml:trace>
  <inkml:trace contextRef="#ctx0" brushRef="#br0" timeOffset="96465.2001">7645 13798 276 0,'0'0'86'0,"0"0"27"15,0 0-15-15,0 0-6 16,0 0-70-16,0 0 29 16,0 0-8-16,-27-19-20 0,27 19 62 15,0 0-33 1,0 0-8-16,0 0-11 0,0 0-33 15,0 0-2 1,12 0-8-16,14 0 10 0,12 0-1 16,5 3 4-16,6 0-4 15,3 1 2-15,-1-4-1 16,3 0 1-16,-2 0 2 16,-6 0-3-16,-7 0 0 15,-8-1 1-15,-14-2-1 16,-5 1 0-16,-10 1 8 15,0 1-8-15,-2 0-3 16,0 0 3-16,0 0 9 16,-3 0-9-16,-6 0-76 15,5 0-29-15,1 0-158 16,3 0-320-16</inkml:trace>
  <inkml:trace contextRef="#ctx0" brushRef="#br0" timeOffset="97871.694">9648 13744 528 0,'0'0'10'0,"0"0"11"15,0 0-7-15,0 0 92 16,0 0-9-16,0 0-11 16,-6-23-45-16,6 23-12 15,0 0-1-15,0 0 15 0,0 0-22 16,0 0-16-16,0-3-2 15,13 1-3-15,7 2 0 16,5 0 2-16,5 0 1 16,4 0-3-16,2 0 0 15,3 0 2-15,-1 0 4 16,1 5-6-16,-1-2 0 16,2 0-2-16,-4 0 2 15,3 0 0-15,-1 1 1 16,-6-1-1-16,2-2 2 15,-9-1-2-15,-1 2 0 16,0-1-6-16,-2 1 6 16,-1-2 7-16,2 0-7 15,-4 0 0-15,-2 0-3 16,0 0 3-16,-3-5 0 16,1 1 1-16,-2 0 2 0,-1 0-3 15,-2 1 2-15,-2-2 1 16,2 5 0-16,-4-5-2 15,0 5-1-15,2 0 0 16,-4 0 1-16,2 0-5 16,-2 0 4-16,-2 0 0 15,-2 0 2-15,0-2 7 16,0 2 2-16,0-1 24 16,0-1 15-16,0 2-7 0,0 0-6 15,0 0-7-15,0-1-8 16,0 0-14-16,3-2-5 15,-3 1-2-15,0 2 5 16,0 0-6-16,0 0 0 16,0 0 0-1,0 0 1-15,0 0-1 0,0 0-3 16,0 0-27-16,0 0-72 16,0 0-103-16,-3 0-107 15</inkml:trace>
  <inkml:trace contextRef="#ctx0" brushRef="#br0" timeOffset="99726.3887">10312 12760 428 0,'0'0'28'16,"0"0"30"-16,0 0 29 16,0 0 2-16,0 0-23 15,0 0-29-15,-82-14 27 16,71 14-21-16,-1 0-14 16,-5 0-19-16,4 0 0 15,0 0 4-15,-1 0-13 16,1 3 8-16,0 3-7 15,-1 4-2-15,-1 0 0 16,5 2 4-16,-3 2-2 0,1 3-2 16,4-2-2-1,-5 2-2-15,7-1 8 0,-2 1-1 16,3 3-3-16,1 2 1 16,1 0-1-16,-1 2 1 15,4 0 6-15,0 0-7 16,0-2 0-16,-2 2 3 15,2 0-3-15,0 0 8 16,0 0-8-16,0 1 1 16,0-3 0-1,-1 2 0-15,1-2 7 0,0 2-8 16,0-4 1-16,0 0-1 16,0 0 0-16,0 4 3 15,3-4-3-15,4 3 1 0,2-2 2 16,-1 2-3-1,-2 2 3-15,3 0-3 0,-1-2-5 16,1 1 5-16,1-4 5 16,3 0-4-16,-1-3 0 15,1 1 0-15,1 0-1 16,3 1 0-16,-2 1-3 16,6-2 3-16,-1 1 0 15,5 3 1-15,2-2-1 16,6-3 0-16,0 4 1 15,4-6 0-15,-1 1 0 0,4-2-1 16,-1-5 3 0,1 2-2-16,-3-3-1 0,-1-2 0 15,-3-2 1 1,0-3-1-16,-2-1 1 0,-1 0 2 16,0 0-2-16,-2-5 4 15,3-8 3-15,-2 1-5 16,-1-1-1-16,-1-3 7 15,-2 0-7-15,-1-2 2 16,-1 0 14-16,-3-2-11 16,-2 0 8-16,-3-2-3 15,-2 0 9-15,-4 0-4 16,1-1 0-16,-3 1-14 16,-1 0 8-16,-5-1-3 0,1 0 4 15,-2 1-4 1,0-2-8-16,0 1-5 0,-10 0 5 15,-3-1 5-15,1 4-5 16,-4-3-3-16,0 1 3 16,0 2 2-16,3-2-1 15,-2 0 10-15,2 0-9 16,-3 0 2-16,-2 1 10 16,3-1-11-16,3 0 0 15,-6 2 0-15,2-1 0 16,-1 1 4-16,-2 0-7 15,1 2 1-15,0 1-6 16,-1 1 11-16,-1 0-8 16,-1 0 6-16,-2 1-4 15,0-1 3-15,-2-1-3 0,-1 0 3 16,1 0 3-16,0 2-1 16,-2-1 4-16,3 2-2 15,0 0 1-15,2 2 0 16,1-1 2-16,4 2-3 15,0 5-4-15,2-2 0 16,0 1-1-16,3 2 1 16,1 1-5-16,-1 1 2 15,2 3-1-15,-3 0 0 16,-1 0-4-16,0 0 5 16,3 0 0-16,-4 6 0 15,1 0-1-15,-1 3 1 16,-1-3-1-16,4 0 1 15,-3 2 0-15,6-2-1 0,2-3-4 16,0 4 5-16,5-3-2 16,2 2-50-16,0 4-46 15,2-1-65-15,14-1-67 16,-1-2-318-16</inkml:trace>
  <inkml:trace contextRef="#ctx0" brushRef="#br0" timeOffset="100854.8692">10738 12975 468 0,'0'0'160'0,"0"0"-118"16,0 0-42-16,0 0 12 0,0 0 52 15,0 0-38-15,0 0-9 16,60-25-2-16,-47 20 8 16,-2 1-5-16,-1 2 16 15,1-3-5-15,1 1 0 16,-3-1-17-16,2-2 3 15,0 2 18-15,1-3-11 16,0-1 3-16,-2-1-17 16,0 2 23-16,-2-1 5 15,-1 2-30-15,-2 0 13 16,1 2-15-16,3 0-3 16,-2 1-1-16,4 0-6 15,2 0 5-15,-2-1 2 0,1 4 5 16,1-1-6-16,-2 1 0 15,0 1 0 1,-3 0-4-16,-1 0 7 0,-3 0-6 16,3 0 1-16,-3 0-2 15,-1-2-35-15,0 2-47 16,-1 0-68 0,-2-3-206-16</inkml:trace>
  <inkml:trace contextRef="#ctx0" brushRef="#br0" timeOffset="102884.3574">11314 12485 305 0,'0'0'98'15,"0"0"-29"-15,0 0 21 16,0 0 42-16,0 0-81 15,0 0-39-15,0 0 15 16,0-10 54-16,0 10-33 0,-3 0-40 16,0 0 27-1,-3 0 13-15,-1 0-40 0,-2 0 6 16,-3 0 3-16,-2 0-6 16,-2 9 13-16,1 1 5 15,0 2-14-15,0 3 3 16,-1 2-8-16,-1 2-9 15,2 0 2-15,-1 5 3 16,2-1-4-16,1 0 0 16,1-1 3-16,3 0-3 15,-3 0-2-15,3-5 0 16,0 0 1-16,1-4 1 16,0 0 4-16,0-2-3 15,1 0 4-15,-3-1 5 16,2 0-1-16,-1 0 2 15,-1-1 1-15,1 0-9 0,2-1 4 16,0 0-8-16,3-2 5 16,-3 2-6-16,2-2 0 15,0 0 1-15,1 1-1 16,-1 0 0-16,1 0 1 16,-2 1-1-16,-1 1 0 15,1 2 0-15,-2 0 0 16,-1-1 1-16,3 0-1 15,-1-2 1-15,4 0-1 16,-2-4 0-16,2 1 0 16,0-2 0-16,1 0 7 0,0-3-6 15,1 2-1-15,-1-2 0 16,1 0-6 0,-4 0-41-16,-3 0-70 15,1-7-141-15,-5-7-147 0</inkml:trace>
  <inkml:trace contextRef="#ctx0" brushRef="#br0" timeOffset="103302.2796">10796 12702 24 0,'0'0'584'0,"0"0"-507"16,0 0-66-1,0 0 43-15,0 0 55 0,0 0-30 16,0-4-71-16,0 4-8 16,0 11 0-16,-1 2 13 15,-4 6 15-15,2-2 1 16,2 5 1-16,-2 2 4 15,3 2 1-15,0 3-12 16,0 3-1-16,0-1-4 16,0 1-15-16,3-2 9 15,1-5-7-15,1-5-3 0,1-3 1 16,-2-6-3-16,2-3 0 16,-1-3 1-1,4-3-1-15,5-2 4 0,9 0 2 16,7-15 9-16,6-5-15 15,5 2-7-15,0-1-145 16,-5-3-200-16</inkml:trace>
  <inkml:trace contextRef="#ctx0" brushRef="#br0" timeOffset="108900.8582">15927 13433 394 0,'0'0'10'16,"0"0"-4"-16,0 0 49 16,0 0 73-16,0 0 3 15,0 0-46-15,0 0-28 16,0 0-2-16,-19 0-7 15,19 0 8-15,0 0 6 16,0 0-43-16,0 0-12 0,0 0-7 16,0 0 6-16,3 0-6 15,13 3 0-15,8-1 1 16,6-1 2-16,1 0 3 16,4 1-4-16,-1-1-2 15,-2 1-2-15,-2 0-30 16,-2-2-146-16,-8 0-226 15</inkml:trace>
  <inkml:trace contextRef="#ctx0" brushRef="#br0" timeOffset="109631.5913">16785 13490 487 0,'0'0'162'15,"0"0"-110"-15,0 0-16 16,0 0 35-16,0 0 21 0,0 0-39 15,-7 0-31 1,14 0 6-16,12 0 45 0,3 0-16 16,5-1-27-16,0-2-13 15,-1 0-8-15,1-1 2 16,0 4-7 0,-1 0-3-16,-2 0-2 0,-8 0-169 15,-12-2-539-15</inkml:trace>
  <inkml:trace contextRef="#ctx0" brushRef="#br0" timeOffset="129118.1668">15671 13549 453 0,'0'0'36'16,"0"0"-32"-16,0 0-4 16,0 0 0-16,0 0 0 15,0 0-2-15,0 0-1 16,0 0 3-16,1 0 6 15,1 0-6-15,-1 0 0 16,1 0 0-16,-1 0-1 16,1 2-1-16,1 1 2 15,0-1 0-15,0 1-19 0,-1 0-31 16,3-1-27 0,-1-2-61-16,-2 0-31 0</inkml:trace>
  <inkml:trace contextRef="#ctx0" brushRef="#br0" timeOffset="129849.2236">15671 13549 368 0,'39'2'56'0,"-42"-5"0"16,-2 1-55-16,2 1 101 15,1 0-3-15,1-1-93 16,-2 2 15-16,1-3 8 16,0 1-21-16,-1-1-5 15,0 3 6-15,-2-2 30 0,4 1-10 16,-1-1 31-1,1 2-54-15,-1-1 42 0,1 1-4 16,-1-2-34 0,1 1 1-16,1 1 35 0,0 0-8 15,0 0-13-15,0 0-9 16,0 0 3-16,0 0-10 16,0 0-5-1,-2 0 4-15,2 0-7 0,0 0 0 16,0 0 0-16,0 0-1 15,0 1 1-15,0 7 7 16,0 0-2-16,5 1-2 16,4-2 26-16,1 1-18 15,4 1-6-15,1 0 0 16,4 2-4-16,3-2 11 0,-1 1-7 16,3-1 1-16,0-3-7 15,1 0 11-15,-1-1-9 16,0-2 4-16,1-3-4 15,-2 0 0-15,0 0 2 16,-3 0-2 0,0 0 0-16,0-6 0 0,-3-2 10 15,2-3-11-15,-2 2 12 16,2 1-4-16,-1 0-4 16,-2-1 5-16,-1 1-8 15,-1 0 0-15,-4 2 2 16,3 0-3-16,-2 1-1 0,-3 0 2 15,0 0 2 1,0 1-1-16,-5 1 0 0,1-2 5 16,-1 4 9-16,-1-2-7 15,-1 3-2-15,2 0 3 16,-3 0-7-16,0 0 7 16,0 0-10-16,0 0-1 15,0 0 0-15,0 0 0 16,1 0 2-16,-1 0-2 15,0 0-3-15,0 0 0 16,0 0 0-16,0 0-4 16,0 0-24-16,0 0-10 15,0 7-29-15,0 0-50 0,0-1-163 16,-7-3-445 0</inkml:trace>
  <inkml:trace contextRef="#ctx0" brushRef="#br0" timeOffset="130871.0203">16720 13551 263 0,'0'0'606'15,"0"0"-547"-15,0 0-58 16,0 0 0-16,0 0 8 15,0 0 11-15,34 0 14 16,-1 0-5-16,1 0-16 16,-3 0 9-16,-3 0 0 15,-5 0-11-15,-2 0-2 0,-9 0-3 16,1 0-6 0,-7 0 2-16,-3 0-2 0,-3 0 0 15,0 0 11-15,0 0-7 16,-9 0 49-16,-12 0-17 15,-11 0-36-15,-3 0 2 16,-1 0-5-16,2 0 8 16,5 0-5-16,9 0 1 15,6 3 9-15,9-3-6 16,2 0-2-16,3 0-2 16,0 2-1-16,0-2-3 15,0 2-2-15,0 1-1 0,0 1 7 16,10-3 0-16,11-1 0 15,9 0 7-15,8 0 2 16,4-10 6 0,2-1-13-16,-3 0 4 0,-4 3-6 15,-3 4 0-15,-2 2 0 16,-4 2-1-16,-8 0-167 16,-16 0-398-16</inkml:trace>
  <inkml:trace contextRef="#ctx0" brushRef="#br0" timeOffset="137582.7203">20241 11615 406 0,'0'0'309'15,"0"0"-212"-15,0 0-10 16,0 0 24-16,0 0 55 16,0 0-79-16,0 0-37 15,0 0-23-15,-13 0-12 16,13 0-8-16,9-3-7 0,13 1 3 15,9-2-2 1,7-1 3-16,-1 2-4 0,-3 0-2 16,-5 3-80-16,-10 0-126 15,-13 6-131-15</inkml:trace>
  <inkml:trace contextRef="#ctx0" brushRef="#br0" timeOffset="137774.7205">20259 11953 154 0,'0'0'570'15,"0"0"-560"-15,0 0 13 16,0 0 68-16,0 0 1 16,0 0-8-16,106-6-74 15,-73-4-10-15,4 1-2 0,-4-3-184 16,-2 0-625-16</inkml:trace>
  <inkml:trace contextRef="#ctx0" brushRef="#br0" timeOffset="138243.4651">20975 11755 787 0,'0'0'84'15,"0"0"-7"-15,0 0-30 16,0 0 115-16,0 0-86 16,0 0-70-16,10-8-6 15,-3 29 0-15,1 5 42 0,2 8-2 16,-2 5 6-16,-2 0-14 15,0 2-11-15,-1-2-3 16,0-6-11-16,1-4-3 16,-3-5-1-16,0-8-1 15,-1-4-2-15,-1-7-1 16,3-3-52-16,3-2-102 16,5-11-121-16,0-17-405 15</inkml:trace>
  <inkml:trace contextRef="#ctx0" brushRef="#br0" timeOffset="138461.8811">21233 11816 538 0,'0'0'264'0,"0"0"-264"15,0 0 2-15,0 0 32 16,0 0 27-16,0 0-20 0,0 88-39 15,-3-62 15-15,-2-1-16 16,-3 0-1-16,-1-4 0 16,-2-3-1-16,-4-3-85 15,-1-4-48-15,-2-5-188 16</inkml:trace>
  <inkml:trace contextRef="#ctx0" brushRef="#br0" timeOffset="138655.9028">21040 12026 382 0,'0'0'330'0,"0"0"-220"16,0 0-67-16,0 0 30 16,0 0 58-16,0 0-55 15,29-33-39-15,-13 30-13 16,4 2-16-16,-2-1 3 16,2-1-8-16,0 0 1 15,0-2-4-15,3-1-43 16,-2-4-184-16,-5-3-217 15</inkml:trace>
  <inkml:trace contextRef="#ctx0" brushRef="#br0" timeOffset="139204.3881">21412 11501 772 0,'0'0'79'16,"0"0"-13"-16,0 0 73 15,0 0-17-15,0 0-65 0,0 0-53 16,-2-9-4-16,1 20 0 15,1 7 1-15,0 4 31 16,0-1 7-16,0-1-18 16,0 0 7-16,0-6-17 15,0-2-7-15,4-3 6 16,2-4-9-16,2-3 2 16,4-2-3-16,1 0 10 15,5-4-8-15,0-10 6 16,1-4-4-16,-5 1-3 15,-1 2 3-15,-7 1-4 16,-2 4 0-16,-2 3 2 0,0 3 2 16,-1 4-4-16,-1 0 0 15,2 0 0-15,-2 0 0 16,0 0-4-16,1 0 3 16,2 17-5-16,0 1 6 15,1 5 6-15,-1-2-5 16,4-1 0-16,0 0 1 15,2-3 1-15,-2-3 0 16,2 1-3-16,5-2-5 16,-2-4-5-16,2 0-144 15,2-5-210-15</inkml:trace>
  <inkml:trace contextRef="#ctx0" brushRef="#br0" timeOffset="139869.6536">21946 11843 548 0,'0'0'126'0,"0"0"-35"16,0 0 9-16,0 0 31 16,0 0-27-16,0 0-12 15,-40-10-54-15,25 10-5 16,-5 8-9-16,0 11 10 16,1 0 5-16,5 6-6 15,2 1-13-15,4 4-19 16,8-1 7-16,0-1-6 0,0-1 0 15,11-3 5 1,8-2-7-16,1-3 2 16,2-6-6-16,2-1 9 15,-2-5-10-15,4-1-16 16,-3-6-98-16,3 0-42 0,-1 0-109 16,-7-7-288-16</inkml:trace>
  <inkml:trace contextRef="#ctx0" brushRef="#br0" timeOffset="140606.193">21901 11814 702 0,'0'0'123'15,"0"0"-46"-15,0 0 5 16,0 0 76-16,0 0-69 16,0 0-26-16,-10-20-36 15,10 20-8-15,0 0-18 16,0 0-1-16,0 11-7 16,0 10 7-16,0 4 13 15,0 7 24-15,0 1-12 16,0 3-15-16,0 1 11 0,0-1-10 15,5-2-3-15,3-5-4 16,1-5-4 0,1-4 0-16,-2-6 0 0,-3-8 7 15,1-1-7-15,-5-5 0 16,8 0 4-16,3-5 3 16,9-13 41-16,5-7-15 15,-1-4-21-15,-2-3-11 16,-3 2 2-16,-5 2 8 0,-4 0-11 15,-2 3 2 1,-4 6-6-16,-2 4 7 0,0 5-6 16,-3 3-7-16,0 2-38 15,0 3-30-15,1 2-54 16,4 0-131-16,-4 0-234 16</inkml:trace>
  <inkml:trace contextRef="#ctx0" brushRef="#br0" timeOffset="141310.3434">22249 12184 344 0,'0'0'424'0,"0"0"-285"15,0 0-65-15,0 0 75 16,0 0-47-16,0 0-67 16,0-5-31-16,0 6-3 15,0 13 28-15,0 5 33 16,-3 3-10-16,1-3-32 16,1 3-2-16,1-2-6 15,-2 0-2-15,2-3-6 16,0 0-1-16,0-1-3 0,0 1 0 15,0-5-58-15,0-6-214 16,0-5-737-16</inkml:trace>
  <inkml:trace contextRef="#ctx0" brushRef="#br0" timeOffset="146050.7421">20994 11851 483 0,'0'0'37'0,"0"0"49"15,0 0 3-15,0 0-50 16,0 0 27-16,0 0-30 16,0 0-27-16,0-8-6 15,0 8-3-15,0 0-5 16,0 0 5-16,2 7 3 16,-1 4 10-16,2 5 26 15,-1 4 3-15,5 4-7 0,-3 5 7 16,0 0 11-16,0 2-23 15,-1 0 15 1,2-1-21-16,-2-1-10 0,5-6 2 16,-3 1-11-16,2-4 5 15,3-5-5-15,-3-3 4 16,2-2-6-16,-4-3-2 16,0-2 7-16,1-3-8 15,-3 1 0-15,5-3 1 16,-2 0-1-16,1 0-34 15,1-12-154-15,-4-6-81 16</inkml:trace>
  <inkml:trace contextRef="#ctx0" brushRef="#br0" timeOffset="146646.1472">21231 11725 407 0,'0'0'105'16,"0"0"-17"-16,0 0 45 16,0 0-89-16,0 0 1 15,0 0 41-15,-6-17-34 16,5 17-6-16,1 0-25 15,0 0-21-15,0 0-1 16,0 4 1-16,0 13 13 16,0 5 36-16,6 1-6 15,1 5-16-15,1 3-4 16,1 3-5-16,-2 2-1 0,-1-2 9 16,0 1-6-16,-3-2-5 15,3-4 2-15,-2-4-9 16,1-1 3-16,-2-5-8 15,2-3-2-15,-2-3 3 16,0-6-4-16,-3-2 0 16,1-5 0-16,1 0 2 15,-2 0 4-15,0 0-2 16,0 0-2-16,0 0 5 16,0 0-7-16,0 0-25 15,0-11-76-15,0 1-87 0,0 2-6 16,-6 1-157-1</inkml:trace>
  <inkml:trace contextRef="#ctx0" brushRef="#br0" timeOffset="146979.7732">21112 12046 311 0,'0'0'268'0,"0"0"-152"16,0 0-32-16,0 0-9 0,0 0 0 15,0 0-21-15,0 0-25 16,-4-4-13-16,4 4-6 16,7-1 8-16,8-1 8 15,1-2 19-15,5 1-22 16,-1-1-11-16,1 1-6 15,-2 0-3-15,-1-1 1 16,0 1-2-16,-2 2-2 16,-1-1 0-16,-4 1-21 15,-3 1-129-15,-5 0-40 16,-3 0-170-16</inkml:trace>
  <inkml:trace contextRef="#ctx0" brushRef="#br0" timeOffset="147626.7916">21200 12512 525 0,'0'0'181'0,"0"0"-100"16,0 0-33-16,0 0 39 15,0 0-15-15,0 0-8 16,-6-3-39-16,20 0-17 15,9 1 23-15,4-5 3 16,6 1-15-16,0-3-7 16,4 2-9-16,-1-3-2 0,0 3 0 15,-5 0 3-15,-7 2-4 16,-5 0-28-16,-8 3-149 16,-8 1-13-1,-3 1-228-15</inkml:trace>
  <inkml:trace contextRef="#ctx0" brushRef="#br0" timeOffset="147900.0601">21151 12618 546 0,'0'0'76'0,"0"0"-4"0,0 0 45 15,0 0-8-15,0 0-15 16,0 0-28-16,15-6-8 16,7-2-10-16,5-3-22 15,5 1-8-15,0 0-6 16,3-1 6-16,5-1-15 16,0 4 1-16,3-1-4 15,-1 5 0-15,-3 1-51 16,-9 0-215-16,-8 3-365 15</inkml:trace>
  <inkml:trace contextRef="#ctx0" brushRef="#br0" timeOffset="157333.7307">19051 9772 508 0,'0'0'18'16,"0"0"64"-16,0 0-31 16,0 0 7-16,0 0 11 15,0 0-13-15,0 0-33 16,0 0-23-16,-9-6 0 15,9 6 0-15,-2 0 0 16,1 0 1-16,-1 3 1 0,-2 11 4 16,0 7 51-1,-1 2-14-15,0 2-3 0,1 1-17 16,1-1 12-16,3-3-18 16,0 1-8-16,0-3-6 15,0-6 3-15,0-2 1 16,0-3-7-16,0-5 0 15,0 0-5-15,0-1 5 16,0-3 0-16,0 0-97 16,0 0-17-16,-16 0-120 15,-6-3-427-15</inkml:trace>
  <inkml:trace contextRef="#ctx0" brushRef="#br0" timeOffset="157711.2508">18815 9910 182 0,'0'0'491'16,"0"0"-456"-16,0 0-32 16,0 0-6-16,0 0 6 15,0 0 9-15,3 0-11 16,6 12 1-16,1 5 44 0,1 4-16 15,-1 1-10 1,2 2-6-16,1 1 24 16,0-2-10-16,0-1-10 0,2-2-3 15,-1-1-11-15,2-5 2 16,-1-3 0-16,0-4-1 16,0-3 0-1,-1-4 4-15,3 0 12 0,2 0-5 16,3-12 1-16,1-4-12 15,1-1 1-15,-3-2-6 16,-2 1-9-16,1 2-59 16,-3-1-82-16,-1 0-177 15</inkml:trace>
  <inkml:trace contextRef="#ctx0" brushRef="#br1" timeOffset="2.97233E6">15965 9026 505 0,'0'0'56'0,"0"0"86"0,0 0-100 15,0 0 6-15,0 0 57 16,0 0-63-16,0 0 46 15,0 0-38-15,-20-23-28 16,20 23-10-16,0 0-2 16,0 0-9-16,0 0-1 15,0 0 0-15,0 0 2 16,0 0-1-16,5 0-2 16,2 0 1-16,1 1 0 15,2 2 3-15,-2 0 2 16,4-1-4-16,1 1 5 0,0-1 0 15,2 0-5-15,0-2-1 16,1 0-2-16,0 0 2 16,4 0-10-16,1 0-158 15,-6 0-119-15</inkml:trace>
  <inkml:trace contextRef="#ctx0" brushRef="#br1" timeOffset="2.97543E6">19701 3839 681 0,'0'0'141'0,"0"0"-65"0,0 0-27 16,0 0 43-16,0 0 12 16,0 0-11-16,0-39-52 15,0 39-17-15,0 0-12 16,0 0-9-16,3 0-3 16,3 13-5-16,1 13 5 15,3 10 14-15,3 3 0 16,-4 2-9-16,-1-7 6 0,3-6-5 15,-3-8-4-15,-1-9 0 16,-3-5 1-16,-2-3 19 16,4-3 0-16,3 0 36 15,8-19-8-15,8-10-30 16,3-7-20-16,-4-2 5 16,0 2-5-16,-6 4 1 15,-3 6-1-15,-6 9 0 16,-3 9-1-16,-5 3-19 15,5 5-39-15,-4 5-115 16,3 13-102-16,-2 3 2 16</inkml:trace>
  <inkml:trace contextRef="#ctx0" brushRef="#br1" timeOffset="2.97605E6">20146 4054 855 0,'0'0'83'15,"0"0"-83"-15,0 0 1 16,0 0 63-16,-5 80 26 16,5-51-23-16,0-3-58 15,0 0-7-15,0-6 5 16,2-2-7-16,10-7-5 0,5-5-29 15,9-6-208-15,4-8-533 16</inkml:trace>
  <inkml:trace contextRef="#ctx0" brushRef="#br1" timeOffset="2.98117E6">19145 4959 486 0,'0'0'127'0,"0"0"12"16,0 0-80-16,-2-75 22 16,2 58 16-16,5 5-19 15,1 2 6-15,-1 6-36 16,-3 1-19-16,-1 3 7 16,1 0-30-16,-1 0-6 15,4 19 0-15,0 10 0 16,-1 8 14-16,-1 6-1 15,0-1-3-15,3-1 0 16,0-6 3-16,0-10-7 16,3-6 4-16,-2-9-3 15,1-5-5-15,0-5 5 16,7 0 7-16,4-17 40 0,6-11-31 16,2-6-21-16,-4-1-1 15,-1 2-1-15,-3 7-11 16,-3 7-72-16,1 8-80 15,-3 10-168-15,-3 1-367 16</inkml:trace>
  <inkml:trace contextRef="#ctx0" brushRef="#br1" timeOffset="2.98157E6">19545 5173 855 0,'0'0'95'0,"0"0"-7"0,0 0-59 16,0 0 46-16,0 0-34 15,0 0-30-15,37-21-11 16,-28 31 1-16,-3 10-2 16,-3 3 1-16,-3 2 0 15,0 2 0-15,-13-3 9 16,-7-2-5-16,2-5 9 15,0-3-7-15,0-6-5 16,6-4 5-16,2-4-3 16,1 0 4-16,3 0 7 15,6-8-12-15,0-1 2 0,0-2-4 16,9 4 0 0,9 4-4-16,1 2 2 0,2 1-3 15,3 0 5-15,3 4-2 16,-1 7 4-16,0-1-2 15,-5 2 4-15,1-3-4 16,-1-3 0-16,3-4-60 16,-1-2-133-16,0-5-213 15</inkml:trace>
  <inkml:trace contextRef="#ctx0" brushRef="#br1" timeOffset="2.98252E6">20761 3693 936 0,'0'0'149'0,"0"0"-83"0,0 0-49 16,0 0 18-16,0 0 10 15,0 0-19-15,41 3-15 16,-11-3-10-16,2-4-1 16,-4 3-55-16,-8 1-147 15,-11 2-46-15,-9 18-369 16</inkml:trace>
  <inkml:trace contextRef="#ctx0" brushRef="#br1" timeOffset="2.98266E6">20770 3970 585 0,'0'0'187'16,"0"0"-170"-16,0 0-4 0,0 0 131 16,0 0 3-16,0 0-80 15,94-3-62-15,-53-9-5 16,-1-5-156-16,-4-1-337 15</inkml:trace>
  <inkml:trace contextRef="#ctx0" brushRef="#br1" timeOffset="2.98343E6">21321 3824 741 0,'0'0'334'0,"0"0"-261"16,0 0-41-16,0 0 52 15,0 0-4-15,0 0-48 16,93-77-3-16,-67 50-16 16,-6-1-10-16,-6 0-3 15,-4 2 0-15,-10 4 0 0,0 5 9 16,0 6-9-16,0 7-1 16,0 4-2-16,0 0-2 15,-6 8-6-15,-7 12 11 16,-1 2 2-16,3 3 1 15,1-2-3-15,6 3 0 16,2-2-1-16,2 0 1 16,0-3 0-16,2-2-3 15,12-4 0-15,3-4 2 16,4-3 1-16,4-8-1 16,0 0 2-16,2-5-1 15,3-12 0-15,-4-3-1 16,-3-1-13-16,-2 4 14 15,-7 5 1-15,-7 6-1 0,-3 6-6 16,-2 0 3-16,-1 5-8 16,1 14 4-16,-2 5 3 15,0 1 4-15,0 0 0 16,-3-7 0-16,-3-3 1 16,2-6-5-16,1-3 8 15,3-4-5-15,0-2 2 16,0 0-2-16,1-5-8 15,14-11-23-15,1-2 5 16,2 1 11-16,-2 3-6 16,3 4 13-16,-5 7-2 15,-2 0 5-15,-1 3-3 16,-1 0 7-16,-1 0-4 0,0 0 5 16,-3 0-1-1,4 0 2-15,-3 0 0 0,0-3 1 16,2-3-1-16,-2 0 0 15,1-5-48-15,-2 0-196 16,-3-1-180-16</inkml:trace>
  <inkml:trace contextRef="#ctx0" brushRef="#br1" timeOffset="2.98395E6">21360 3863 843 0,'0'0'129'0,"0"0"-72"16,0 0 54-16,0 0-24 16,0 0-20-16,0 0-39 15,24-52-15-15,-9 37-8 0,0-2 6 16,0 1-7-1,-5 2-4-15,-3 3-1 0,-1 3-28 16,-6 5-101-16,0 0-140 16,0 0-368-16</inkml:trace>
  <inkml:trace contextRef="#ctx0" brushRef="#br1" timeOffset="2.98479E6">21842 3832 833 0,'0'0'98'0,"0"0"-69"0,0 0 36 15,0 0 56 1,0 0-64-16,0 0-28 0,53-83-14 16,-38 64 1-16,3-3-14 15,-4 2-1-15,-3 6 1 16,-5 6 3-16,-4 4-5 16,-2 4 0-16,0 0-3 15,0 0-10-15,0 14 6 16,-6 6 7-16,-3 1-2 15,5 0 7-15,2-3-10 16,2-3 5-16,0-5-1 16,3 0 1-16,9-8 1 15,4-2 8-15,5 0-7 0,4-2 1 16,5-13-1 0,-1-2 1-16,-1-3-2 0,-1-3 3 15,-3-5-2-15,1-3-2 16,-4-5 1-16,-3-1 5 15,0-4-2-15,-5 0-3 16,2 2 0-16,-3 1-1 16,-1 5 2-16,-3 8-2 15,-3 5 14-15,-2 7 26 16,-1 7-23-16,-2 3 12 16,0 3-12-16,0 0-11 15,0 0-6-15,0 3-7 0,0 16 7 16,-2 5-1-16,-5 5-3 15,2 5 4-15,0 2 3 16,4 1-3-16,-1 1 1 16,2-3 1-16,0-3-2 15,0-6-1-15,2-4 1 16,7-8 4-16,2-6-4 16,1-6-3-16,2-2 3 15,4 0 10-15,-1-20-10 16,-1-9-29-16,-7-4-207 15,-9-5-381-15</inkml:trace>
  <inkml:trace contextRef="#ctx0" brushRef="#br1" timeOffset="2.98493E6">22204 3481 701 0,'0'0'48'16,"0"0"-37"-16,0 0 14 15,80 8-24-15,-52-1 0 16,0 7-2-16,-6 3-323 16</inkml:trace>
  <inkml:trace contextRef="#ctx0" brushRef="#br1" timeOffset="2.98552E6">22410 3713 762 0,'0'0'65'16,"0"0"69"-16,0 0 83 0,0 0-59 15,0 0-85-15,0 0-58 16,73-68-7-16,-49 44-6 16,-2 2-1-16,-3 4-1 15,-5 7 2-15,-7 7-2 16,-5 4 0-16,-2 0 0 16,0 14-20-16,0 8 16 15,-8 4 4-15,2-2 1 16,1 1-1-16,5-2 2 15,0-6-1-15,5-4 0 16,12-4-1-16,8-7 0 16,10-2 1-16,5-4 6 15,5-15-4-15,-2-3-3 0,-9-3-12 16,-7 4-19 0,-12 3 10-16,-9 7 20 0,-5 6-8 15,-1 3 9-15,0 2-12 16,-5 0-2-16,-9 7 6 15,2 10 5-15,1 4 3 16,4 0 0-16,7-5-1 16,0 1-2-16,0-6 3 15,9-5-3-15,5-4 3 16,7-2 7-16,5-2-2 16,1-18 0-16,-1-6-3 15,2-6 1-15,-5-2 1 0,-3-4-3 16,-2-2-1-16,-6 5 6 15,-3 3-2-15,-6 10 13 16,-2 7 29-16,-1 9-4 16,0 1-19-16,0 5-23 15,2 12-9-15,-1 14 7 16,7 11 2-16,2 3 1 16,9 2-1-16,14 0 0 15,11-3-69-15,6-6-74 16,-2-5-371-16</inkml:trace>
  <inkml:trace contextRef="#ctx0" brushRef="#br1" timeOffset="2.98654E6">23813 3037 917 0,'0'0'87'15,"0"0"-8"-15,0 0 11 16,0 0 33-16,0 0-50 16,0 0-48-16,-31-25-18 15,4 22-7-15,0 3 0 16,4 0 0-16,8 0 2 15,5 0 1-15,6 0-3 16,4 0 2-16,0 0-2 16,0 0 0-16,0 0-3 15,0 0-2-15,0 14 1 16,0 10 4-16,9 5 0 16,-3 5 4-16,-1 8 0 0,-2 6-4 15,-2 3 5-15,-1 4 0 16,0 3-3-16,0 1 7 15,0 3-4-15,0-1 1 16,0-2-5-16,6-5 2 16,1-11-3-16,3-6 2 15,0-5-4-15,2-10 6 16,0-4-6-16,0-7 5 16,6-8-3-16,7-3 0 15,8-3 2-15,5-19-2 16,6-7-71-16,-4-12-185 0,-6-4-378 15</inkml:trace>
  <inkml:trace contextRef="#ctx0" brushRef="#br1" timeOffset="2.98712E6">24264 2985 738 0,'0'0'186'0,"0"0"-160"0,0 0-25 15,0 0 20-15,0 0 77 16,0 0-36-16,71-15-27 16,-41 10-30-16,-4 4-3 15,-6 1-2-15,-6 0 2 16,-5 0 6-16,-2 0-5 16,-4 11 4-16,-3 6 6 15,0 4 38-15,0 3-12 0,0 3-8 16,0 5-4-1,-1 2-8-15,1 5-6 0,0 2-3 16,0 4-6-16,3 2-3 16,4 1 0-16,2 2 2 15,0 4-2-15,-4-1 0 16,1-3 4-16,-3-6-5 16,-2-10-2-16,-1-12 2 15,0-5 0-15,0-9 3 16,0-2-3-16,0-3 0 15,-14-1 11-15,-9-2 12 16,-10 3 6-16,-9-3-13 16,-1 0-3-16,-3 0-6 15,4 0-2-15,3-9-5 16,6-1 0-16,6-1-36 0,5-3-152 16,5-3-506-16</inkml:trace>
  <inkml:trace contextRef="#ctx0" brushRef="#br1" timeOffset="2.98843E6">20305 4983 768 0,'0'0'132'15,"0"0"-6"-15,0 0 12 16,0 0-31-16,0 0-32 16,0 0-30-16,0 0-37 15,51-22-6-15,-21 12-2 0,1 1 0 16,-1 4 0-1,-6 2-85-15,-6 3-85 0,-8 0-136 16,-10 15-130-16</inkml:trace>
  <inkml:trace contextRef="#ctx0" brushRef="#br1" timeOffset="2.98859E6">20369 5218 587 0,'0'0'113'16,"0"0"-58"-16,0 0 27 15,0 0 67-15,0 0-33 16,0 0-71-16,109 5-45 16,-67-17-1-16,-1-3-55 15,-4 3-208-15</inkml:trace>
  <inkml:trace contextRef="#ctx0" brushRef="#br1" timeOffset="2.98953E6">21170 4940 443 0,'0'0'118'0,"0"0"-37"15,0 0 13-15,0 0-5 16,0 0-2-16,0 0-57 16,0 0-16-16,0 0-11 15,3 0 1-15,0 0-4 16,2 0-41-16,-1 0-98 0,-1 0-231 15</inkml:trace>
  <inkml:trace contextRef="#ctx0" brushRef="#br1" timeOffset="2.98982E6">21170 4940 508 0,'63'-80'75'16,"-60"77"-5"-16,-2-1 61 0,1-1 9 15,-2 1-23-15,0 1-43 16,0-2-23-16,0 2-25 15,0 1-26-15,0 2 0 16,0 0-122-16,0 7-120 16,0 5 22-16,0 2-279 15</inkml:trace>
  <inkml:trace contextRef="#ctx0" brushRef="#br1" timeOffset="2.99023E6">21321 4872 658 0,'0'0'131'0,"0"0"-49"0,0 0-12 16,0 0 2-16,-91-29 15 15,70 27-21-15,4-1-28 16,6 3 3-16,3-2 0 16,5 2-11-16,3-2 9 15,0 2-28-15,0-1-3 16,0 1-7-16,0 0-1 15,0 0-1-15,0 0 1 16,3 0 5-16,2 8-2 16,-1 1 1-16,2 12 0 15,2 3 5-15,-4 6 6 16,1 6-2-16,-2 3 0 16,-2 4-1-16,2 2-9 0,2 2 8 15,2-5-11-15,-1-3 6 16,1-3-5-16,-1-7 1 15,3-5-2-15,-1-4 1 16,-5-7-2-16,3-5 3 16,-5-4-2-16,1-1 0 15,-1-3 0-15,1 0-36 16,1-3-106-16,1-18-239 16</inkml:trace>
  <inkml:trace contextRef="#ctx0" brushRef="#br1" timeOffset="2.99085E6">21569 4908 722 0,'0'0'80'16,"0"0"-78"-16,0 0 96 16,0 0 54-16,0 0-2 15,3 102-91-15,3-69 5 16,4 2-18-16,-3-4-14 15,2-5-13-15,-1-6-11 16,-5-2-7-16,3-6 1 0,-3-3 0 16,-2-4-2-1,-1-1-73-15,0-4-143 0,-7 0-178 16</inkml:trace>
  <inkml:trace contextRef="#ctx0" brushRef="#br1" timeOffset="2.99106E6">21296 5170 874 0,'0'0'110'0,"0"0"-80"16,0 0 65-16,0 0 3 15,0 0-18-15,0 0-32 16,94-4-34-16,-54-2-13 0,1 0-1 15,1 2-1 1,-4 0-70-16,-7-1-197 0,-6 0-326 16</inkml:trace>
  <inkml:trace contextRef="#ctx0" brushRef="#br1" timeOffset="2.9918E6">22046 4966 741 0,'0'0'124'16,"0"0"-71"-16,0 0-29 15,0 0 140-15,0 0-64 16,0 0-29-16,-20 82-22 16,16-60-38-16,-1 0 7 15,1-5-8-15,1-2-8 16,-3-5-2-16,2-3 0 0,-2-3-62 15,-2-4-65-15,-7 0-145 16,0-4-263-16</inkml:trace>
  <inkml:trace contextRef="#ctx0" brushRef="#br1" timeOffset="2.99201E6">21855 5068 515 0,'0'0'293'15,"0"0"-195"-15,0 0-9 16,0 0 60-16,0 0-78 15,0 0-22-15,30 2 6 16,-9 9 0-16,-1 3-37 16,4 2-2-16,-1 1-2 15,2-2-7-15,0 0-5 0,-4 0 0 16,-3-1-4-16,2-2-51 16,-7-4-121-16,2-5-225 15</inkml:trace>
  <inkml:trace contextRef="#ctx0" brushRef="#br1" timeOffset="2.99312E6">22491 4838 560 0,'0'0'165'0,"0"0"-88"16,0 0 33-16,0 0 43 15,0 0-25-15,0 0-39 16,3-27-45-16,-3 27-29 16,2 0-2-16,0 0-10 15,-1 8 2-15,4 7 30 0,-2 6-16 16,0 2 3-1,0 5-8-15,-3 3 0 0,1 2 2 16,-1 0-9-16,0-2 4 16,0-1-3-16,0-4-6 15,0-7 3-15,0-7-2 16,0-2-2-16,0-9 3 16,2 1-4-16,-2-2 6 15,2 0 16-15,7-8 18 16,4-9-17-16,3-7-19 15,2 3-3-15,1 2 0 16,-1 0-1-16,2 5 0 16,0 2 1-16,0 3-3 15,2 4 2-15,-1 2-22 0,-1 3-57 16,-3 0-6-16,-1 3-107 16,-4 6-165-16,-5 1-367 15</inkml:trace>
  <inkml:trace contextRef="#ctx0" brushRef="#br1" timeOffset="2.9934E6">22840 5085 570 0,'0'0'351'15,"0"0"-227"-15,0 0 5 0,0 0 6 16,0 0-51-16,0 0-68 15,-8-3-10-15,8 19-1 16,0 5 24-16,0 3-8 16,3 1-10-16,1 1 7 15,-1 1-7-15,0-3-9 16,-1-3 3-16,-1-1-4 16,2-6-1-16,-3 2 0 15,0-3-47-15,0-6-106 16,0-4-254-16</inkml:trace>
  <inkml:trace contextRef="#ctx0" brushRef="#br1" timeOffset="2.99606E6">11815 12543 323 0,'0'0'80'16,"0"0"-36"-16,0 0 22 15,0 0 94-15,0 0-55 0,0 0-54 16,0 0-11 0,6 0-4-16,12 0 5 0,9 0-9 15,10-6 0-15,7 2-1 16,7 0 1-16,8 1-14 16,0 3-7-16,2 0-7 15,2 0-3-15,-2 0 6 16,2 0-7-16,1 0 2 15,2 0 0-15,4 0-2 16,4 0 2-16,4-5-2 16,0-1-3-16,-4-4 2 15,-1 0 1-15,-3 0-1 16,-5 3 1-16,-7 1 0 16,-8 1 4-16,-5 3-4 15,-5 1-5-15,-4 1 5 0,-5 0 1 16,-1 0-1-16,-1 0 0 15,-1 0 0-15,-1 0 1 16,-4 0-1-16,3 0 1 16,-2 0 5-16,-3-4-4 15,-8 2-1-15,-5 2-1 16,-4-3 0-16,-4 3 7 16,3 0 20-16,-3-2 21 15,0 0 2-15,0-1-30 16,0-1-13-16,1 1-4 15,0 1-3-15,5-1-6 16,-3 3-84-16,1 0-191 0,-4 0-317 16</inkml:trace>
  <inkml:trace contextRef="#ctx0" brushRef="#br1" timeOffset="2.99726E6">19497 6567 524 0,'0'0'132'0,"0"0"-30"15,0 0-54-15,0 0 51 16,0 0 9-16,0 0 2 15,4-72-26-15,-4 68-41 16,0 1 0-16,0 3 3 16,0 0-26-16,3 0-20 0,5 15 2 15,3 10 4 1,0 6-2-16,-2 5 5 0,3-3 8 16,-2-3-2-16,1-4-1 15,2-8-8-15,-2-9-2 16,-1-7-4-16,3-2 2 15,7-3 25-15,2-21 5 16,7-8-26-16,-2-3 2 16,-4 1-5-16,-8 5-3 15,-3 5 2-15,-6 9-4 16,-3 7-1-16,-1 8-32 16,-1 0-74-16,1 11-168 15,-2 10 76-15,0 1-216 16</inkml:trace>
  <inkml:trace contextRef="#ctx0" brushRef="#br1" timeOffset="2.99786E6">19865 6729 567 0,'0'0'173'16,"0"0"-85"-16,0 0 5 16,0 0-19-16,0 0-28 15,0 0-20-15,22-16-11 0,-8 14 19 16,-2 2-4-16,0 0-19 16,-2 0 16-16,-4 4-19 15,0 6-5-15,-4 2 7 16,-2 0-7-16,0 3 5 15,0-2 4-15,-2 1 0 16,-11 0-4-16,1 1-5 16,-3-3 3-16,-2-2-4 15,1-2-2-15,3-3 0 16,2 1 2-16,7-6 1 16,4 0 0-16,0 0-2 15,0 0 5-15,0 0-6 0,7 0 0 16,8 0 3-1,0 0-3-15,-2 0 0 0,-3 0-3 16,-4 0 0-16,1 7 2 16,-3 3 1-16,-2 1-1 15,-1 2 1-15,-1 2 0 16,0-1 1-16,0 2 0 16,0-1-1-16,-4 0 2 15,-2-3 3-15,-3-2 12 16,-2 0 7-16,1-2 4 15,-6-2-16-15,-1-4 9 16,1 1-11-16,-2-3-1 16,3 0-6-16,-2-3-3 15,6-5 6-15,2 2-12 16,1 3-22-16,6-2-67 0,2 2-122 16,0-1-195-16</inkml:trace>
  <inkml:trace contextRef="#ctx0" brushRef="#br1" timeOffset="2.99843E6">20593 6498 875 0,'0'0'83'0,"0"0"-21"15,0 0-51-15,0 0 43 0,0 0 33 16,0 0-54-16,108-12-26 15,-68 4-7-15,-6 4-59 16,-12 1-237-16</inkml:trace>
  <inkml:trace contextRef="#ctx0" brushRef="#br1" timeOffset="2.99859E6">20604 6745 850 0,'0'0'21'15,"0"0"24"-15,0 0 105 16,0 0-29-16,113-41-79 16,-70 19-26-16,3 5-16 15,-2 0-2-15,-6 0-228 16,-12 0-304-16</inkml:trace>
  <inkml:trace contextRef="#ctx0" brushRef="#br1" timeOffset="2.99888E6">21088 6367 769 0,'0'0'278'16,"0"0"-266"-16,0 0-9 0,0 0 16 15,0 0 93-15,0 90-31 16,12-61-17-16,-1 0-27 16,-2 1-19-16,-2-5-13 15,-1 0-3-15,0-8-2 16,-3-1 0-16,0-6 0 16,0-2-70-16,2-8-129 15,5-1-157-15</inkml:trace>
  <inkml:trace contextRef="#ctx0" brushRef="#br1" timeOffset="2.9991E6">21331 6367 394 0,'0'0'517'0,"0"0"-439"0,0 0-51 15,0 0-3-15,0 0 118 16,0 0-79-16,0 92-22 15,0-58-28-15,0-1-13 16,0-1 3-16,0-6 5 16,0-3-8-16,-3-6-15 15,-7-3-88-15,-5-3-122 16,-5-7-67-16</inkml:trace>
  <inkml:trace contextRef="#ctx0" brushRef="#br1" timeOffset="2.99925E6">21166 6621 724 0,'0'0'154'16,"0"0"-111"-16,0 0 31 15,0 0 26-15,0 0-67 16,95-29-23-16,-59 25-10 16,3 0-1-16,-2-2-183 15,-6 1-301-15</inkml:trace>
  <inkml:trace contextRef="#ctx0" brushRef="#br1" timeOffset="2.99985E6">21932 6302 577 0,'0'0'240'0,"0"0"-89"16,0 0-33 0,0 0-28-16,0 0-21 0,0 0-35 15,-1 19-14-15,-5 6 37 16,-6 4-9-16,3-1-34 15,-3-1-6-15,-1 0-5 16,-1-1-2-16,0-6-1 16,-1-1-1-16,3-5-90 15,1-7-101-15,1-7-118 16,-1 0-213-16</inkml:trace>
  <inkml:trace contextRef="#ctx0" brushRef="#br1" timeOffset="3.00001E6">21768 6453 722 0,'0'0'158'0,"0"0"-72"0,0 0-7 16,0 0 54-16,0 0-56 16,0 0-57-16,83-17 1 15,-58 28-20-15,0 1 0 16,2 1 7-16,-2 1-8 16,2-5-38-16,-4-4-192 15,-1-5-200-15</inkml:trace>
  <inkml:trace contextRef="#ctx0" brushRef="#br1" timeOffset="3.00036E6">22215 6272 788 0,'0'0'132'0,"0"0"-21"16,0 0-66-16,0 0-28 15,0 0 24-15,0 0 81 16,-5 58-73-16,14-30-2 16,1 0-12-16,-2 2-6 15,2-1-6-15,-1-3-14 16,-3-5 9-16,-1-4-7 16,1-6-8-16,-3-6-1 15,-2-4 8-15,1-1-8 16,-1 0 35-16,7-6 20 0,7-14-21 15,4-8-29-15,0-5-6 16,1-3 0-16,-3 0-1 16,-2 7-40-16,2 7-22 15,-4 10-35-15,0 8-92 16,-6 4-205-16</inkml:trace>
  <inkml:trace contextRef="#ctx0" brushRef="#br1" timeOffset="3.00071E6">22501 6520 851 0,'0'0'221'16,"0"0"-128"-16,0 0-53 0,0 0 55 15,0 0-19-15,86-51-36 16,-68 51-21-16,-2 0-5 15,-2 9-12-15,-2 5-2 16,-8 3 0-16,-4 2 0 16,0 0 0-16,-4 1 5 15,-8-2-5-15,3-2 0 16,1-3 1-16,8-3-8 16,0-2 7-16,0-2 0 15,5 2 2-15,12-4 4 0,5-2-1 16,3-2 8-16,2 0 9 15,0 0-17-15,-3 0-5 16,-3 0 0-16,-2 0 0 16,-2-2-11-16,-6 2-66 15,-4 0-134-15,-5 0-233 16</inkml:trace>
  <inkml:trace contextRef="#ctx0" brushRef="#br1" timeOffset="3.00832E6">22517 6997 568 0,'0'0'73'0,"0"0"-51"0,0 0 8 15,0 0 55-15,0 0-13 16,0 0-40-16,0 0-6 15,0 0-6-15,0-16-20 16,0 13-3-16,0-1-30 16,0 0-128-16,0-2-494 15</inkml:trace>
  <inkml:trace contextRef="#ctx0" brushRef="#br1" timeOffset="3.00931E6">22632 6154 205 0,'0'0'87'0,"0"0"58"16,0 0-14-16,0 0 57 0,0 0-71 16,0 0-27-16,0 0 8 15,16-11-20-15,-10 8-17 16,6-4-11-16,6 1-18 16,3-5-7-16,3 1 9 15,1-4-22-15,-1-3-7 16,-2-3 4-16,-3-1-4 15,-5-6-3-15,-3 1 2 16,-7-2 5-16,-4-3-7 16,0-3-2-16,0 0 8 15,-1 1-8-15,-8 0-1 16,-3 7 1-16,0 2 1 16,0 5-1-16,-1 4 2 0,2 1-4 15,-2 1 8-15,-1 2-6 16,-2 2 0-16,-2-2-3 15,-3 5 3-15,-1-2-1 16,1-3 1-16,0 3-2 16,0-2 2-16,3 2 0 15,-1-2 0-15,2 3 1 16,1 0-1-16,1 0 0 16,-3 0 0-16,4 1 0 15,1 0 0-15,1 3 0 0,4-1 1 16,0 3 3-1,2-2-1-15,0 0 8 0,0 2-11 16,-1-1 2-16,2-1 0 16,-1 3-4-16,0 0 1 15,-2 0 1-15,-2 0 3 16,0 0-3-16,-3 0 0 16,1 0-2-16,1 0 0 15,-1 7-2-15,2 1-6 16,-1 2-63-16,1 2-33 15,1 0-67-15,1 0-82 16,-3-7-287-16</inkml:trace>
  <inkml:trace contextRef="#ctx0" brushRef="#br1" timeOffset="3.01022E6">22553 5576 566 0,'0'0'172'0,"0"0"-119"15,0 0 18-15,0 0 41 16,0 0 0-16,0 0-61 16,-70-28-14-16,45 27-13 15,2-1-5-15,-4 2 0 16,-3 0-8-16,0 0 2 15,-1 0-4-15,0 0-9 16,-2-3 9-16,-3 1-3 16,-2 0-4-16,-4 2-1 15,-1-1 1-15,-2 1 4 16,0-2-5-16,2 2 3 0,-3 0 1 16,-1 0-5-16,0 0 0 15,0 0 2-15,1 0 0 16,1 0-1-16,-3 2-1 15,-2 6 1-15,-1 1-1 16,-5 1 0-16,0 0 5 16,0-3-5-16,6 0-1 15,4-2-4-15,6 0 5 16,1-1 1-16,-1-2 2 16,0 1 2-16,-2-1-3 15,-5 1 4-15,-1-3-1 0,-2 3-4 16,-2-1 0-1,-2-2 1-15,-1 3-2 0,4-3 0 16,-1 0 0-16,2 0 1 16,8 0 0-16,1 0 5 15,4 0-10-15,7 0 8 16,5 0-2-16,4 0-2 16,-1 0 0-16,2 0-3 15,-2 0 6-15,-3 0-5 16,-5 0 2-16,-3 0-2 15,-3 0 2-15,-1 0 5 16,0 0-3-16,4-5-2 16,5-1 0-16,6 1 0 15,2 1 0-15,5-3 0 16,4 2 1-16,2-2 1 0,2-3 1 16,0 6-3-16,0-4 1 15,3 3-1-15,-1 2 1 16,2 0-1-16,1 0 1 15,1 3-1-15,1 0-1 16,-1-3 0-16,1 3-4 16,0 0-50-16,0 0-63 15,0 0-96-15,0 0-1 16,1-2-139-16</inkml:trace>
  <inkml:trace contextRef="#ctx0" brushRef="#br1" timeOffset="3.01074E6">20209 5412 677 0,'0'0'76'16,"0"0"-57"-16,0 0 3 0,0 0 91 16,0 0-18-16,0 0-83 15,-43-15-10-15,26 15 14 16,-3 0-9-16,2 0 28 15,1 0 16-15,2 0-10 16,5 0-22-16,-1 0-2 16,2-2-14-16,4 2 9 15,0-3-2-15,4 3-7 16,1 0-3-16,0 0 0 16,0 0-1-16,0 0-1 15,0 5-1-15,-3 12 1 0,2 5 4 16,-1 6-2-1,1 4 1-15,-2 6 0 0,3-1 0 16,0 2 0-16,0-3 0 16,10-4-1-16,5 0-1 15,10-4 1-15,13-4-1 16,15-7-41-16,16-10-163 16,8-7-172-16</inkml:trace>
  <inkml:trace contextRef="#ctx0" brushRef="#br1" timeOffset="3.01197E6">21282 7589 791 0,'0'0'222'0,"0"0"-148"0,0 0-6 16,0 0 7-16,0 0 10 15,0 0-32-15,0-4-35 16,0 4-17-16,0 0-1 16,0 14-9-16,0 15 9 15,0 9 24-15,0 4 18 16,0-5-35-16,0-3-4 15,0-3 1-15,4-8-4 16,3 0 0-16,-1-7 0 16,-2-6 0-16,1-5-10 15,1-5-92-15,8 0-77 0,4-17-73 16,0-12-177-16</inkml:trace>
  <inkml:trace contextRef="#ctx0" brushRef="#br1" timeOffset="3.01217E6">21506 7624 630 0,'0'0'245'0,"0"0"-203"16,0 0-41-16,0 0 31 15,0 0 99-15,0 0-45 16,15 58-49-16,-12-34-15 16,-2 2-11-16,-1-4-8 15,0 1-3-15,0-5 0 0,0-3 0 16,-4-1-103-16,-10-5-98 15,-5-6-103-15</inkml:trace>
  <inkml:trace contextRef="#ctx0" brushRef="#br1" timeOffset="3.01233E6">21343 7782 511 0,'0'0'283'0,"0"0"-221"15,0 0-29-15,0 0 53 16,0 0 10-16,0 0-42 15,103-17-41-15,-65 13-4 16,5 4-9-16,-5-6-71 16,-2-4-189-16</inkml:trace>
  <inkml:trace contextRef="#ctx0" brushRef="#br1" timeOffset="3.01264E6">21956 7514 791 0,'0'0'73'0,"0"0"2"15,0 0 15-15,0 0-14 16,0 0-28-16,0 0-16 0,-80 46 11 15,68-19-17-15,0 2 0 16,6 1 15-16,3 1-13 16,3-2-9-16,0-3-2 15,8 0-1-15,9-5-12 16,7-4-3-16,4 0-1 16,2-3 0-16,5-2 0 15,-1-2-41-15,-3-6-149 16,-2-4-245-16</inkml:trace>
  <inkml:trace contextRef="#ctx0" brushRef="#br1" timeOffset="3.01303E6">22229 7499 798 0,'0'0'134'0,"0"0"-21"0,0 0-24 16,0 0-37-16,0 0-7 16,0 0 22-16,-24 57-26 15,24-31-13-15,0 2-4 16,0-3-9-16,2-3-6 16,6-5-8-16,-1 0 1 15,-3-4-1-15,-1-2-1 16,2-5-59-16,1-6-127 15,-2 0-182-15</inkml:trace>
  <inkml:trace contextRef="#ctx0" brushRef="#br1" timeOffset="3.01324E6">22400 7508 507 0,'0'0'402'0,"0"0"-349"15,0 0-47-15,0 0 15 16,0 0 96-16,0 0-69 16,0 87-37-16,0-64-7 15,0-1-4-15,0-2-3 16,-3-6-180-16,-10-2-48 16,-4-7-398-16</inkml:trace>
  <inkml:trace contextRef="#ctx0" brushRef="#br1" timeOffset="3.01338E6">22304 7681 507 0,'0'0'296'0,"0"0"-227"0,0 0 4 16,0 0 78-16,0 0-40 15,0 0-51-15,61-12-48 16,-33 12-6-16,1-1-2 16,1-1-4-16,-2 0-95 15,-3-5-226-15</inkml:trace>
  <inkml:trace contextRef="#ctx0" brushRef="#br1" timeOffset="3.01373E6">22657 7525 856 0,'0'0'133'0,"0"0"10"15,0 0-44-15,0 0-34 16,0 0-45-16,0 0-19 16,-1 28 11-16,14-2 21 15,4 2-26-15,-4 1 9 16,-1 0-1-16,0-4 0 16,-3-4 4-16,0-7-16 15,-2-4 5-15,-2-7 1 0,-1-3-8 16,2 0 17-1,6-13 43-15,2-9-36 0,8-7-17 16,-5-2-8-16,-3 2-1 16,-5 8-3-16,-2 5-9 15,-2 9-43-15,1 7-32 16,0 0-140-16,0 0-170 16</inkml:trace>
  <inkml:trace contextRef="#ctx0" brushRef="#br1" timeOffset="3.01399E6">22953 7718 802 0,'0'0'165'0,"0"0"-28"16,0 0-27-16,0 0 7 15,0 0-57-15,0 0-45 16,1-5-15-16,5 27 4 15,0 4 17-15,0 3-6 16,-1 0-15-16,0-4 7 16,0-4-7-16,1-5-2 15,-1-8 0-15,2-3-9 16,5-5-105-16,3-11-108 16,4-16-301-16</inkml:trace>
  <inkml:trace contextRef="#ctx0" brushRef="#br1" timeOffset="3.01425E6">23238 7422 881 0,'0'0'136'0,"0"0"-131"15,0 0 103-15,0 0-26 16,83 51-26-16,-65-18-6 16,0 3-20-16,-7 4-17 0,-8-1-5 15,-3 1-6 1,0-1-2-16,-13-2 0 0,-7 1-40 16,-3-3-106-16,-5-6-212 15</inkml:trace>
  <inkml:trace contextRef="#ctx0" brushRef="#br1" timeOffset="3.01483E6">21012 8561 559 0,'0'0'346'15,"0"0"-260"-15,0 0-57 16,0 0 77-16,0 0-20 0,88-28-48 15,-55 16-36-15,1 5 1 16,-7 4-6-16,-8 3-105 16,-10 3-199-16,-9 19-283 15</inkml:trace>
  <inkml:trace contextRef="#ctx0" brushRef="#br1" timeOffset="3.01496E6">21118 8819 516 0,'0'0'58'0,"0"0"42"16,0 0 6-16,0 0-22 16,99-3-43-16,-64-14-41 0,-3-2-46 15,-2-4-345-15</inkml:trace>
  <inkml:trace contextRef="#ctx0" brushRef="#br1" timeOffset="3.01524E6">21755 8585 902 0,'0'0'158'0,"0"0"-151"15,0 0-1-15,0 0 85 0,0 0 1 16,46 75-29-16,-32-45-15 15,-4 4-25-15,1-1-8 16,-2-5-8-16,-2-2-3 16,0-6-3-16,-1-7 0 15,-3-4-1-15,-1-7-50 16,1-2-103-16,0-11-104 16,6-15-487-16</inkml:trace>
  <inkml:trace contextRef="#ctx0" brushRef="#br1" timeOffset="3.01544E6">21973 8507 870 0,'0'0'175'0,"0"0"-24"0,0 0-51 16,0 0-45-16,0 0-43 16,0 0 14-16,41 38 4 15,-24-13-16-15,-1 1-11 16,-2 0 3-16,-2-2-6 15,-5-2-1-15,-4-2-2 16,-3-1-85-16,0-4-87 16,-15-4-203-16</inkml:trace>
  <inkml:trace contextRef="#ctx0" brushRef="#br1" timeOffset="3.01563E6">21854 8710 838 0,'0'0'276'16,"0"0"-223"-16,0 0-37 0,0 0 60 16,0 0-22-16,0 0-40 15,101-31-4-15,-62 18-10 16,0-4-51-16,-1-5-241 16,-5-2-479-16</inkml:trace>
  <inkml:trace contextRef="#ctx0" brushRef="#br1" timeOffset="3.01591E6">22187 8213 851 0,'0'0'111'0,"0"0"10"15,0 0-69-15,0 0-38 16,0 0 28-16,0 0-14 15,72-9-14-15,-55 21-11 16,-6 4-1-16,-3 2-2 16,-7 4 4-16,-1 3 49 15,0 1-11-15,0 2-18 16,-3-4 21-16,3-4-21 16,0-4-20-16,0-3-2 15,17-4 6-15,7-3-6 0,7-6-2 16,4 0-12-16,0 0-172 15,-4 0-326-15</inkml:trace>
  <inkml:trace contextRef="#ctx0" brushRef="#br1" timeOffset="3.01637E6">22714 8577 501 0,'0'0'405'0,"0"0"-343"16,0 0-28-16,0 0 90 16,0 0-35-16,0 0-47 15,8 22-5-15,5-1 12 16,1 3-14-16,-1 0-10 16,-3 1-4-16,-3-3-10 15,1-5 2-15,-2-6-5 16,0-5-3-16,-2-6 1 0,2 0 1 15,4-13 32 1,7-13-4-16,5-11-32 0,-3-6-1 16,-2-2 0-16,-3 3-2 15,-5 6-37-15,-2 12-5 16,-2 11-7-16,-4 11-38 16,-1 2-111-16,0 0-284 15</inkml:trace>
  <inkml:trace contextRef="#ctx0" brushRef="#br1" timeOffset="3.01665E6">23056 8751 776 0,'0'0'124'15,"0"0"-109"-15,0 0 134 16,0 0-18-16,0 0-47 16,9 80-47-16,-9-56-24 15,0-1-10-15,-2 5-3 0,-8-3-52 16,-7-3-248-1</inkml:trace>
  <inkml:trace contextRef="#ctx0" brushRef="#br1" timeOffset="3.01927E6">13141 14629 287 0,'0'0'420'0,"0"0"-356"0,0 0-41 16,0 0 42-16,0 0 24 15,0 0-30-15,0 0-46 16,11-1-5-16,14 1 67 15,6 0-12-15,3 0-43 16,6 0-4-16,8 0 8 16,2 2-11-16,3 1-1 15,1-2 1-15,0 1-13 16,-5-1 1-16,-3-1-1 16,-8 0 0-16,-3 0 0 15,-8 0-49-15,-6 0-116 16,-12 0-111-16</inkml:trace>
  <inkml:trace contextRef="#ctx0" brushRef="#br1" timeOffset="3.02184E6">12634 14479 407 0,'0'0'275'0,"0"0"-211"16,0 0-48-16,0 0 23 15,0 0 33-15,0 0-18 16,0 0-27-16,0 0-14 0,0 0-6 15,1 4 0 1,7-4 15-16,1 4 56 0,7 2-13 16,4-2-29-16,7 2-22 15,4-2 17-15,6-2-11 16,3-2-12-16,5 0-6 16,3 0-1-16,1 0 4 15,-4 0-5-15,-5-4-1 16,-7-1 1-16,-8 2-2 15,-7 1 1-15,-6 0-62 16,-3 2-40-16,-4 0-55 16,-3 0-19-16,-2-3-119 15</inkml:trace>
</inkml:ink>
</file>

<file path=ppt/ink/ink1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1-12-18T11:55:34.842"/>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
  </inkml:definitions>
  <inkml:trace contextRef="#ctx0" brushRef="#br0">1110 3776 245 0,'0'0'512'0,"0"0"-448"0,0 0-12 16,0 0-25-16,0 0 21 16,0 0 2-16,0 0 21 15,-64-66-1-15,61 60-41 16,1 4 9-16,1 1-4 16,1 1-22-16,0 0-4 15,0 0-8-15,0 1-1 16,0 19-5-16,7 12 4 15,11 5 2-15,1 4 7 16,1-1-5-16,4-6-2 16,-6-1 2-16,4-2 0 15,-1-6-2-15,-6-4 0 16,4-3 4-16,-5-4-4 16,-6-3 0-16,2-6 0 15,-6-2-5-15,-4-2-10 0,2-1-71 16,-2 0-50-16,0 0 19 15,-3 0-53-15</inkml:trace>
  <inkml:trace contextRef="#ctx0" brushRef="#br0" timeOffset="332.1117">1007 4110 548 0,'0'0'125'0,"0"0"-10"16,0 0-81-16,0 0 13 16,0 0-1-16,0 0-34 15,-3 36 4-15,9-11 43 16,8 3-1-16,6-1-30 16,1-4 5-16,6-5-8 15,-1-5-14-15,-1-5 13 16,2-5-9-16,-2-3-7 15,5-2 2-15,0-19 9 16,1-9-8-16,-4-9-5 0,-2-7-2 16,-5-4-4-1,-4 1-14-15,-4 4-41 0,1 7-25 16,-2 10-32-16,-1 10-31 16,-1 9-121-16</inkml:trace>
  <inkml:trace contextRef="#ctx0" brushRef="#br0" timeOffset="10146.6885">953 4368 800 0,'0'0'24'0,"0"0"72"0,0 0-66 15,0 0 32-15,0 0 31 16,0 0-28-16,0 0-19 16,-77-18-2-16,65 18-17 15,-3 6-22-15,-10 12-2 16,-1 8-3-16,-8 8 6 15,-2 5 5-15,-1 3-3 16,3 5 9-16,0 1-17 16,2 5 6-16,10 5 0 15,2 8-6-15,8 4 4 16,9 1-4-16,3-1-3 16,5 3 3-16,19 4 0 0,6 3-6 15,13 5-3-15,9 2-66 16,6 5-55-16,9 2-47 15,9-3-16-15,5-6-368 16</inkml:trace>
  <inkml:trace contextRef="#ctx0" brushRef="#br0" timeOffset="11416.367">12688 4428 628 0,'0'0'155'0,"0"0"-82"15,0 0-17-15,0 0-18 16,0 0-2-16,0 0 44 16,-31-31-15-16,31 31-33 15,0 0-23-15,0 0-9 16,13 0-3-16,12 8 3 15,5 7 1-15,1 1 1 16,2 6 2-16,0 0-3 16,0 4 0-16,-2 1 6 15,0 2-3-15,-4 2 1 16,-2 8-1-16,-6 4 3 0,-6 3-4 16,-4 4 1-1,-6 0 6-15,-3 0 0 0,0-1-1 16,0-2 8-16,-6-2-9 15,-3-1 0-15,-4-2 1 16,-1-2-3-16,-2 1 5 16,-4-7-9-16,-5-1 11 15,-4-2 2-15,-2-3-14 16,1-2 12-16,-1-5-4 16,2-1 2-16,4-5-10 15,3 0 4-15,1-5-5 16,2 1-1-16,3-5-1 15,2 1 1-15,3-2-1 16,3-1-55-16,2 1-63 16,3-2-115-16,0-3-225 0</inkml:trace>
  <inkml:trace contextRef="#ctx0" brushRef="#br0" timeOffset="12503.188">13362 4352 616 0,'0'0'121'15,"0"0"-113"-15,0 0-6 16,0 0-2-16,0 0 55 15,0 72 17-15,-3-43-18 16,-6 4-18-16,-2 2 16 16,-3 1-3-16,-1 0 4 15,-3-1-8-15,1-4-20 0,0-2-4 16,3-5-19-16,1-7 15 16,4-7-17-16,4-3 1 15,4-4-1-15,-1-3-9 16,-2-3-49-16,-1-18-154 15,-1-4-233-15</inkml:trace>
  <inkml:trace contextRef="#ctx0" brushRef="#br0" timeOffset="12806.375">13167 4521 632 0,'0'0'162'0,"0"0"-147"0,0 0-11 16,0 0 56-16,0 0 19 15,-11 96 6-15,11-64-15 16,0 7-47-16,0 3 9 16,3-1-17-16,8-3 2 15,1-6-1-15,4-6-13 16,3-2 6-16,3-7-6 15,3-8 2-15,6-6-5 16,9-3 0-16,6 0 0 16,9-17-99-16,4-6-154 15,-3-4-593-15</inkml:trace>
  <inkml:trace contextRef="#ctx0" brushRef="#br0" timeOffset="31701.0611">7888 2590 301 0,'0'0'55'16,"0"0"8"-16,0 0-36 16,0 0 21-16,0 0 10 15,0 0-18-15,0 0 6 16,-7-29-41-16,7 27 0 15,-1 2-3-15,1 0 1 16,0 0 29-16,-1 0 4 16,1 0-20-16,-3 0 1 15,1 0 8-15,-1 0-4 16,0 0-5-16,-1 0 8 0,0 6 1 16,-1 0 0-1,-1 2-13-15,6 1-1 0,-5 2 6 16,2 0-8-16,2 2-5 15,-1 2-2-15,1 1 4 16,1 1 3-16,0 1-3 16,0 0 1-16,0 1 14 15,0 2-8-15,0-2-2 16,0-3 9-16,0 1-3 16,0-1-2-16,0-1-4 15,0-1-5-15,0-1-2 16,0 0 4-16,0-2-7 15,0-1 1-15,0-1 7 16,0 2-7-16,0-1 4 0,0-2-3 16,0 0 4-16,0 0-3 15,0-2 3-15,0 2-2 16,0-2 2-16,0 2 1 16,0-4-5-16,0-3-2 15,1 2 2-15,-1-3-3 16,0 0 0-16,0 0 1 15,0 0 2-15,0 0-2 16,0 0 5-16,0 0-3 16,0 0-3-16,0-6-31 15,0-2-100-15,0-1-6 16,-4-1 22-16,-6 4-125 16,-1-2-173-16</inkml:trace>
  <inkml:trace contextRef="#ctx0" brushRef="#br0" timeOffset="32143.4153">7676 2844 363 0,'0'0'157'15,"0"0"-57"-15,0 0-17 16,0 0-18-16,0 0 1 15,0 0 2-15,-18-8-34 0,18 8-19 16,0 0-15 0,0 0-1-16,0 0 1 0,0 6-5 15,0 7 5-15,0 5 0 16,2 0 17-16,5 2-13 16,4-2 7-16,0 1-2 15,0 1 0-15,2-1 10 16,2-1-12-16,0-3-1 15,-3-4-4-15,0-3 3 16,0-4-1-16,-3 0-2 16,0-3 2-16,1-1-2 15,1 0 0-15,-1 0 23 16,2-6-3-16,-1-5-6 0,3-2-8 16,-2 0-8-1,0 0 0-15,0-4-1 16,0 4 1-16,1-1-72 0,1 3-38 15,1-1-45-15,-3 1-257 16</inkml:trace>
  <inkml:trace contextRef="#ctx0" brushRef="#br0" timeOffset="435679.8692">2445 5632 216 0,'0'0'345'0,"0"0"-267"16,0 0-33-16,0 0 10 16,0 0 15-16,0 0-5 15,0 0 8-15,0 0-7 16,-11-15-18-16,10 15-10 16,1 0-11-16,0 0-15 15,0 0-1-15,0 0-8 16,0 0-3-16,0 0 0 15,0 0-1-15,6 0 6 16,5 0-5-16,12 0 0 16,1 0 1-16,4 0-1 15,5 0 0-15,3 0-1 0,3 0 1 16,7 0 2 0,2 0-2-16,10 0 0 0,3 0-5 15,2-7 5-15,3 1 0 16,-7 0 0-16,-5-3 0 15,-5 4 1-15,-13-1-1 16,-6 2 0 0,-8 1-3-16,-8 2-72 0,-7-1-50 15,-3 1-22-15,-4-1-131 16</inkml:trace>
  <inkml:trace contextRef="#ctx0" brushRef="#br0" timeOffset="435940.1736">2749 5741 679 0,'0'0'67'16,"0"0"-67"-16,0 0-8 15,0 0 8-15,0 0 1 16,0 0 24-16,90 16 23 16,-50-16-15-16,12 0-25 0,11 0-6 15,9-8-2 1,2-5-78-16,-2-6-608 16</inkml:trace>
  <inkml:trace contextRef="#ctx0" brushRef="#br0" timeOffset="490350.0475">18438 1126 740 0,'0'0'48'0,"0"0"-6"15,0 0-39-15,0 0-2 16,0 0 5-16,-93-57 19 0,72 49 29 16,-2 3-11-16,-2 0-15 15,-4 3-17-15,-7 2-10 16,-7 0 2-16,-15 2 1 16,-13 11 1-16,-14 2-5 15,-13 7 0-15,-14 1 1 16,-9 4-1-16,-4 2 5 15,-3 1-1-15,0 1 18 16,1 2 11-16,1 3-3 16,3 3-3-16,6 4-13 15,3 10-6-15,7 4 2 0,6 5-6 16,7 4 2 0,5 0-2-16,11 3-3 0,9 4-2 15,5 6 1-15,9 4 0 16,7-2 0-16,14 2-1 15,7 2 0-15,9 0 1 16,6 0 0-16,5 4 0 16,5 0 0-16,2 1 1 15,0-5-1-15,11-1 0 16,10-6 1-16,7 0-1 16,11-3 0-16,12-6 0 15,7 1 1-15,9-5-1 16,10-1 3-16,7-2 0 0,12 2-2 15,3-3-1 1,1-1-3-16,3 2 3 0,3-1 0 16,4-3 0-16,1-2-1 15,2-8 1-15,1-4-1 16,6-2 1-16,6 1 0 16,8 0 4-16,5 1-3 15,11 2 0-15,4-3-2 16,3 0 1-16,5 4 0 15,1-4 1-15,-1 2 5 16,3-3 6-16,0-3 7 16,1-3-16-16,-3-9 0 15,-4-8 2-15,-1-11 3 16,-7-7-1-16,5-1-1 0,5-3-1 16,5-15 4-16,11-5 8 15,5-5 4-15,6-3 0 16,2 0 7-16,6-2-15 15,-5 0-5-15,-7-3-7 16,-7 0 9-16,-12-5-9 16,-8-1 1-16,-10-4-1 15,-6 0 2-15,-4-4-3 16,-5-2 1-16,-8-3 3 16,-5-3-4-16,-7-2-2 15,-9-4 1-15,-9-5 1 16,-5-2-2-16,-13-2 2 15,-12 3 0-15,-13 2 2 0,-8 1-6 16,-10-3 4-16,-9 2 0 16,-4 5 5-16,-6 2-4 15,-6 5-1-15,-1 0 3 16,-7 4 9-16,0-1-4 16,0 0-1-16,-3-1 4 15,-11-2-7-15,-1-5-4 16,-4-7-3-16,0-7 3 15,0-1 2-15,-1-1-2 16,-2 7 6-16,0 6-6 16,-2 5 0-16,-2 5 0 15,-4 1-4-15,-6 3 3 16,-2 3 1-16,-7-3 1 16,-7 2 0-16,-3-4 8 15,-8 3 0-15,-1-4-8 0,0 0 0 16,-3-3 7-16,-3 1-8 15,1 1 1-15,-3-6 1 16,0 3-1-16,1 3-2 16,1 5-7-16,-7 8 6 15,-1 7 2-15,-7 3 0 16,-3 1 5-16,-1 2-6 16,-5-1 1-16,-2-2 0 15,-1 4-1-15,0-1 4 16,-1 3-6-16,-5 0 6 15,2 5-5-15,2 3 3 16,2 3-2-16,2 5-10 0,-5 1 11 16,-5 2 0-1,-5 2 0-15,-4 2-3 0,-2 0 3 16,-2-1-2 0,4 0 2-16,-1-1 0 0,7-3 2 15,1-2-2-15,7 1-6 16,3 1 6-16,-3 0-3 15,6 2 4-15,2 2-1 16,1 3 0-16,2 0 5 16,4 5-5-16,-1 5 0 0,1 1 0 15,2 2 0 1,8-3 0-16,4 1-5 0,9-1 4 16,10 0-1-16,-1-2-10 15,5 2 11-15,1-1-5 16,1-1 6-16,6 2-3 15,1-1 1-15,2 0 2 16,3 0 2-16,1-1-2 16,3-1 4-16,2 1-7 15,6 1 4-15,2-3-2 16,4 0 2 0,3-1-1-16,3 1 0 0,0 3-1 15,-2-1-2-15,-3 1 2 16,-2 1 1-16,0 1 0 15,-5-1 0-15,-4 0-3 0,-4-1 3 16,-3 1 0-16,-7-3-1 16,-4 3-2-16,-3-2-2 15,-6 1 1-15,-3-2-5 16,-4 1-3-16,-1 3-38 16,-6 5-67-16,-6 1-125 15,-14-6-614-15</inkml:trace>
  <inkml:trace contextRef="#ctx0" brushRef="#br1" timeOffset="498893.528">16834 2738 398 0,'0'0'199'16,"0"0"-181"-16,0 0 31 16,0 0 26-16,0 0-18 15,0 0-10-15,0 0-16 16,0-36-7-16,0 33 7 15,0 1 11-15,0 1 4 16,0-1-1-16,0 2-9 0,-1 0 3 16,-4 0-26-1,2 0-7-15,-1 0-6 0,-3 0 1 16,2 5 0-16,0 2-1 16,2 3 2-16,3-2-2 15,0 3 2-15,0-2-2 16,0-1 3-16,3 2 0 15,4-6-3-15,3-1 2 16,0 2-1-16,1-5-1 16,2 0 4-16,-2 0-4 15,-1 0 1-15,-1 0 0 16,-5-7-1-16,-2-1 0 0,-2-1 0 16,0 1 0-1,0-2 0-15,-9 1-1 0,-4 0 0 16,-3 4 1-16,3 2-1 15,1 1 1-15,3 2-3 16,-1 0 3-16,2 0 1 16,3 0-1-16,0 0 0 15,-1 2 0-15,2 8-1 16,-1 1 1-16,2 0 0 16,3 3 3-16,0-4-3 15,0-1 1-15,0 0 0 16,3-3 1-16,5 1 0 15,2-4-1-15,0-1 2 16,1-2-2-16,-1 0 2 16,1 0-1-16,-5-2 0 0,-2-5 4 15,0-2-2-15,-4 0 3 16,0-2 0-16,0 1 1 16,-5 0-2-16,-7 0 2 15,-2 3-6-15,-2 2-2 16,2 3-1-16,1 2-1 15,1 0 2-15,2 0-4 16,2 5 3-16,1 6 0 16,2 1 0-16,4-1 0 15,1 0 1-15,0-3 0 16,0-1 0-16,0-2 0 16,6 0 0-16,6-2 0 0,1-1-18 15,1-2-31 1,2 0-101-16,-4-2-71 0,-4-10-425 15</inkml:trace>
  <inkml:trace contextRef="#ctx0" brushRef="#br1" timeOffset="499944.6795">16781 2704 454 0,'0'0'97'0,"0"0"-88"0,0 0 24 16,0 0 49-16,0 0-20 15,0 0-31-15,0 0-28 16,-41-7 4-16,40 7 13 16,-2 0-6-16,3 5 2 15,0 2-5-15,0 3 1 16,0 0-1-16,0-1 0 16,6-3 10-16,0 0-9 15,1-1 1-15,2-1-3 16,-1-3-3-16,-2 1-5 15,1-2 2-15,0 0 2 16,-3 0 5-16,3 0-8 0,-4-5 5 16,0-2-4-1,-3-3 1-15,0 0-3 0,0-1-2 16,0 1 2-16,-3 0-2 16,-2 3 1-16,-2 2 2 15,0 0-3-15,2 3 4 16,1 2-1-16,1 0 0 15,-2 0-3-15,4 0-2 16,-2 0 1-16,1 8 1 16,2 1 0-16,0 1 0 15,0 1-1-15,0 0-11 16,2 0-98-16,2-4-179 0</inkml:trace>
  <inkml:trace contextRef="#ctx0" brushRef="#br1" timeOffset="519413.2382">18811 14358 814 0,'0'0'4'0,"0"0"7"15,0 0-3-15,0 0-6 16,0 0 43-16,0 0 50 16,0 0-53-16,-21-21-22 15,21 21-19-15,18 0-1 16,8 0 3-16,13 0-3 15,12 0 9-15,9 0-9 16,8-7 1-16,7-1 1 16,2-1-2-16,8-5 1 15,0 1-1-15,-1 2 0 16,-5 4 0-16,-7 4 0 16,-4 1 0-16,-5 2 2 15,-5 0-2-15,2 0 0 0,-5 0 0 16,-3 0 1-16,-4 0-1 15,-6 0 0-15,-6 0 6 16,-8-1-5-16,-3-1-1 16,-9 0-2-16,-8 2 2 15,-5 0 0-15,-2 0-1 16,-1 0-4-16,0 0-2 16,0 0-7-16,0 10 6 15,0 9 8-15,0 8 0 16,-1 9 2-16,1 5-1 0,0 14 3 15,0 5 0-15,11 13 1 16,3 10 3-16,1 9-5 16,0 3 19-16,-4 3-15 15,-4 3 5-15,-1 1 8 16,-6 0-4-16,0 4 0 16,0-1-13-16,0-2 3 15,0 1 4-15,-6 3 1 16,-4 2-11-16,-7-2 10 15,4-4-10-15,1-8 0 16,-1-3 5-16,5-2-1 16,-1-4-2-16,3-8 1 15,2-3-2-15,-1-7 0 16,4-5-1-16,-2-8 0 16,-1-6 0-16,3-5 0 0,-3-6 0 15,-4-4 0 1,1-7 0-16,-1-5 0 0,1-6-2 15,-2-7 2-15,0-1 1 16,-5-5 0-16,-5 3-1 16,-6 0 0-16,-5 1-15 15,-7 3 11-15,-11 2 3 16,-7 2 0-16,-16 3-7 16,-2 0 8-16,-8 2-3 15,-4 3 5-15,-5-2-3 16,-1 3 2-16,-1 0-2 15,1 3 0-15,-5 1 1 16,-2-1 0-16,1 3 0 16,-2 2 0-16,-2-3 0 15,5-1 0-15,-1-1 0 0,2-1-6 16,5-2 7-16,7-4-2 16,8-2-4-16,7-6 3 15,14 0-5-15,12-3 4 16,14-5 3-16,11 0 0 15,7-2 8-15,7-1-8 16,3 0 1-16,0 0 1 16,0 0 7-16,0 0 0 15,0 0-9-15,0-4 11 16,5-9-11-16,3-2 4 16,0-7-1-16,0-4 2 15,-2-9-1-15,-1-10-2 16,-2-6-1-16,-1-18 0 15,-2-12-1-15,0-15 0 0,0-14-1 16,-2-11-1-16,-2-2 4 16,0 3 1-16,2 0-3 15,2 0-1-15,0 1-2 16,0 1 3-16,0-3 2 16,0-1-2-16,7 4-3 15,1 4 3-15,-1 11 5 16,-1 8-5-16,-2 3-1 15,4 5-2-15,0 5 3 16,1 4 0-16,-1 8 0 16,0 12-1-16,-4 7 1 15,-2 10-1-15,-2 4 2 0,0 8-2 16,0 2 1-16,-3 1-5 16,-3 5 5-16,-2 3 1 15,4 4 2-15,0 4-3 16,1 1 0-16,0 2 2 15,1 1-2-15,1-3-1 16,-1 0 1-16,0 1 0 16,-1-3 0-16,0 0 0 15,-1 3 0-15,3-2 1 16,-2 3-1-16,1 1 0 16,2 1-2-16,-1 0 4 0,1 3-2 15,0-1 3 1,0 1-2-16,0-1 1 0,0-1-2 15,0 3-2-15,7-3 1 16,8 1 1-16,7 1 0 16,7-3 0-16,6 0 0 15,12 0 0-15,5-4-1 16,11 1 2-16,9-1-2 16,3-5 1-16,6 0-4 15,-3 0 4-15,-4-2 0 16,-5 3 0-16,-4-1 0 15,-2 1 0-15,0 0 0 16,1 1 0-16,-1 0 0 16,-7 1 0-16,-4 1-1 15,-7 4 1-15,-3-2 0 0,-5 1-6 16,-3 0 5-16,-3 0 2 16,-2-1 3-16,-5-1-3 15,-7 1-2-15,-7 1-4 16,-3 4 5-16,-7 0-1 15,0 2 2-15,0 1-2 16,0 0-24-16,-17 0-118 16,-12 9-6-16,-10 2-155 15</inkml:trace>
  <inkml:trace contextRef="#ctx0" brushRef="#br1" timeOffset="521648.0607">18347 14829 479 0,'0'0'87'0,"0"0"-64"16,0 0 34-1,0 0 65-15,0 0-48 0,0 0-32 16,0 0-30-16,0 7-11 15,-8 3 3-15,-7 2 22 16,0 5-11-16,-2 2 13 16,3 0-2-16,1 4-5 15,5-3-4-15,3 3-7 16,5 2 17-16,0 0-9 16,0 3 4-16,7-3-14 15,5 1-4-15,7 0 0 16,2-5-2-16,2-4 1 15,3-5 3-15,4-3-5 16,1-2 3-16,4-3-1 0,2-4 0 16,-3 0-3-16,2 0-2 15,-2 0 2-15,1-8 2 16,-4 2-2-16,2-4 2 16,-6 2 3-16,3-1-5 15,-2 3 0-15,0-1-4 16,0 1 3-16,-1 2 1 15,2-1 0-15,-3 3 0 16,3-2 6-16,0 0-6 16,-3 2-1-16,3 0 1 15,-4 1 0-15,0 1-3 16,-2-2 3-16,0 1-2 16,-2 0 2-16,2-3 0 0,-1 1 0 15,-1 1 0 1,1-1 0-16,1-3 1 0,2 1-1 15,0-2 0-15,0 0 0 16,1-1-1-16,-4 0 1 16,-1 3 0-16,-4-2 0 15,0 1 1-15,-3 1 2 16,1-1-3-16,-3 3 0 16,3-3 0-16,-3 1 0 15,5 3 0-15,-1-1 0 16,0 0 1-16,-1 0-1 15,1 2 0-15,-1-2 0 0,3 2 0 16,-1 0 0-16,0-2 0 16,-3 1 0-16,1-1 0 15,-3 1 0-15,1-1 0 16,-4-1 0-16,2-3 0 16,-3 1 0-16,0 0 0 15,-1 0 0-15,-1-3 1 16,3 0 0-16,-3-1 1 15,0 0-2-15,0 0 0 16,-2-1 0-16,0-3 0 16,0 1 0-16,-4-4 0 15,0 0 2-15,0-3-4 16,0 3-1-16,0 4 3 16,-3 2 0-16,-3 4-5 0,-3 0 4 15,-1 2 1-15,-2 1-1 16,1 1 1-1,-2 0-1-15,-1 2 0 0,1-3 0 16,0 1 1-16,1-1-1 16,-2-1 2-16,2 3-1 15,-1-4 1-15,0 3-1 16,2 0 0-16,-5 1 0 16,1-1 0-16,-3 1-1 15,0 0 0-15,1-1 1 16,-2 2 0-16,1-1-4 15,-3 2 4-15,-1-3-2 16,2 3 2-16,0-3 3 0,-1 2-3 16,1-1-1-16,-5 1 1 15,1-1 0-15,0 0 0 16,1-1 6-16,4-1-6 16,2 2 0-16,-1-1 0 15,-2-1 0-15,0 3 0 16,0-1 0-16,-2 2 0 15,-2 0 0-15,-1 0 0 16,-2 0 0-16,-1 0 0 16,-2 0 1-16,-1 0-1 15,-2 0 0-15,1 0-3 16,4 0 3-16,4 0 0 16,0 0 0-16,3 0-6 0,-1 0 6 15,2 0 0 1,1 0 0-16,1 0 0 0,0 0 0 15,0 0 0 1,2 0-1-16,0 0 1 0,0 4 0 16,0 2 0-16,1 1 0 15,-4 2-1-15,1 0 1 16,-5-3 0-16,1 4 1 16,0-3-1-16,5 2-1 15,2-1 1-15,3-1-2 16,2-1 2-16,-2 2 0 15,2 1 1-15,1-3 1 0,0 1-2 16,4 0-1 0,-1 0 0-16,2 0 1 15,-2 3 0-15,-3-1-1 0,-1 2 1 16,-1-2 1-16,-1-4 0 16,3 2-1-1,2-5 0-15,-2 0 0 0,3-1 0 16,1 1 0-16,1 1 0 15,-2 2-1-15,0 5-54 16,-1-1-138-16,-6-6-363 16</inkml:trace>
  <inkml:trace contextRef="#ctx0" brushRef="#br1" timeOffset="523534.9595">18790 14961 527 0,'0'0'56'0,"0"0"25"16,0 0-55-16,0 0 23 15,0 0 14-15,0 0-45 16,0 0-11-16,34-25-7 15,-17 22 0-15,9-1-3 0,3 4 3 16,3-3-86 0,4 0-94-16,2 1-99 0</inkml:trace>
  <inkml:trace contextRef="#ctx0" brushRef="#br1" timeOffset="526411.0548">19440 15397 419 0,'0'0'82'0,"0"0"-37"16,0 0-32-16,0 0 50 16,0 0 63-16,0 0-62 15,-9-14-45-15,9 9-13 16,0 2-5-16,9-1 6 15,5-1 19-15,5 0 2 16,3 1-1-16,6-3-14 16,2-1 8-16,4 2-11 15,4-1-2-15,1-2-5 16,4 1-1-16,-1-1 4 16,4 1-6-16,0 1 2 15,-4 1-2-15,-3 0 2 16,-8 4 0-16,-6-2 4 15,-6 4-6-15,-3-1-5 16,-3 1 5-16,-5 0 5 16,1 0-5-16,-6 0-9 15,-2 0 9-15,1 0 0 0,-2 0 0 16,0 0-1-16,0 0 0 16,4 1 1-16,-4 5 0 15,2 1 0-15,-2 4-6 16,0 0 6-16,0 6 1 15,0-1 1-15,0 4 0 16,0 0-2-16,0 2 0 16,0 2 0-16,0-1 0 15,0 5-2-15,0 1 0 16,1 1 2-16,5 3 5 0,0-2-5 16,0 3 0-16,-1-1 0 15,0 0 0-15,-1 0 0 16,-1 1 0-16,0 0-1 15,-2 0 2-15,2 2-1 16,-2 3 3-16,-1 3 6 16,0 1-9-16,0 1 3 15,0 0 2-15,0-2-5 16,0-3 4-16,0 0-3 16,0-3 5-16,0 1 0 15,0-1 9-15,0 0 1 16,0 0 14-16,-1-2-9 15,-3-1 1-15,1-1-5 16,0 1-3-16,-1 0-6 0,-1-1 8 16,3 1-6-16,-1 1-4 15,-2 0-2-15,0 2-2 16,-1-4 1-16,3-1 1 16,1-5-4-16,2-4 1 15,0-4 2-15,0-1-2 16,0-2-1-16,2-4-1 15,1-1 1-15,3-1 1 16,-2-1 0-16,-1 1 0 16,0-2-1-16,0-1-1 15,-1-2 1-15,0 1 0 0,0-4 0 16,-2 2 0-16,0-3 0 16,0 0 1-16,0 0 1 15,0 0 3 1,0 1-3-16,0-1-1 0,0 0-1 15,0 0 0-15,0 0-1 16,0 0 0-16,0 2-1 16,0 3-5-16,0 0 7 15,-8 2 0-15,-3 3-5 16,-4-3 5-16,0 3 0 16,-3-1 0-16,-5-1 1 15,0 2 4-15,-3 2-10 16,1 0 5-16,-4-3 0 15,1-1 0-15,3 1 0 16,0-4 0-16,0 2 0 0,5-3 3 16,-4-1-3-16,3-1 7 15,-1 1-7-15,4 2 0 16,-2-5 0-16,2 1 0 16,-1-1 0-16,3 0 0 15,-2 2 0-15,1-2 0 16,5 0 0-16,2 0 0 15,3 0 1-15,2 0-1 16,2 0 1-16,0 0 4 16,1 0-1-16,1 0-3 15,1 0 1-15,0 0-4 16,0 0 3-16,0 0-1 0,0 0 0 16,0 0-1-16,0 0 1 15,0 0-3-15,0 0 3 16,0 0 0-16,0-8 3 15,0-3 4-15,-4-4-7 16,0-5 0-16,-1-6 2 16,-1-2-2-16,0-3 0 15,0-3 0-15,-2-1 2 16,2-2-2-16,2-1 0 16,-2 0 5-16,3 1-5 15,0 2 0-15,0-2 3 16,0 2-1-16,0-2-2 15,-2 3-1-15,4-4 1 0,-2 1 4 16,0 3-3 0,0-5-1-16,-1 4 3 0,-1-3-2 15,0 1 2-15,-1 1 5 16,2 0-8-16,0 1 0 16,1 0 2-16,-2-2-1 15,1 2 2-15,1-2-1 16,-4 2 2-16,3-2-4 15,1 0 1-15,-1 1 0 16,-1 0-1-16,1 4 0 16,-2-3 0-16,0 2 0 15,0-3 0-15,2-1 1 0,-4 3-2 16,5 1 0 0,0 6 1-16,-2 7 1 15,1 1-1-15,-1 4 0 16,1-1-1-16,0 2 1 0,-1 1 0 15,2 1 1 1,-2 3-1-16,1-2 0 0,1 2 0 16,0-5 0-16,2 3 0 15,1-3 0-15,0 3-1 16,0 1 1-16,0 2 1 16,0 1-1-16,0 2 0 15,0 2-2-15,0 3-1 16,0-1 6-16,0 1-2 0,0 0-1 15,0 0-1 1,0 0 1-16,0 0-2 0,0 0 2 16,0 0 0-16,0 0 1 15,0 0 0-15,0-2-2 16,0 1 2-16,0 0-2 16,0 1 2-16,0-1-1 15,0 1 1-15,0 0-2 16,0 0 2-16,0 0-3 15,0 0 2-15,0 0 0 16,0 0-2-16,0 0 2 16,0 0 0-16,6 0-1 15,9 0-2-15,4 0 5 0,7-3-6 16,3-3 8-16,6-2-3 16,2 1-1-16,2-1 0 15,3-1 0-15,3-2 0 16,5 2 0-16,0 0 0 15,3 1-24-15,-6 3-69 16,-3 1-98-16,-13-1-117 16</inkml:trace>
  <inkml:trace contextRef="#ctx0" brushRef="#br1" timeOffset="531748.3991">19579 16165 604 0,'0'0'81'0,"0"0"-19"16,0 0-47-16,0 0 20 15,0 0-12-15,0 0-13 16,0 0 4-16,85-37-5 16,-55 25-1-16,1 2-8 15,-3 0 0-15,1 1 3 16,-3 3-3-16,-2 1 1 16,-4 2-1-16,-2 0 0 15,-5 1-3-15,-1 2-30 16,-6 0-82-16,-6 0-40 15,0 0-90-15</inkml:trace>
  <inkml:trace contextRef="#ctx0" brushRef="#br1" timeOffset="532587.8346">19501 16201 331 0,'0'0'89'16,"0"0"-18"-16,0 0 45 15,0 0 19-15,0 0-64 16,0 0-41-16,0 0-13 15,28-10-16-15,-1 4 13 0,6-2 17 16,1-1-13-16,4 1-14 16,-2 0-3-16,2 4 1 15,-2-1-4-15,-3 2 5 16,1 1-6-16,1 1-2 16,-4-2-100-16,-3 0-179 15</inkml:trace>
  <inkml:trace contextRef="#ctx0" brushRef="#br1" timeOffset="533337.8413">19515 16198 512 0,'0'0'80'16,"0"0"-47"-16,0 0-31 0,0 0 16 15,0 0 44-15,92-24-36 16,-52 21-25-16,4 0-1 16,3 2-24-16,0-1-180 15</inkml:trace>
  <inkml:trace contextRef="#ctx0" brushRef="#br1" timeOffset="535545.36">19744 16131 466 0,'0'0'35'0,"0"0"-14"15,0 0-16-15,0 0 14 16,0 0 27-16,0 0-2 15,-3 0 5-15,9 5 14 16,6 2-20-16,2 0-7 16,0-2-19-16,3 2 0 15,0-2 16-15,3-1 1 16,4-1-22-16,3 0 10 16,4-3 1-16,4 0-12 15,0 0-4-15,6 0 17 16,3-6-10-16,1-7 3 0,6-2-6 15,-1-5-6 1,-1-2 0-16,-3-3-2 16,-5-5-2-16,1-4 6 0,-4-6-6 15,0-5-1-15,0-3 0 16,-1-1 0-16,-2-4 0 16,3 0 0-16,-1-2 2 15,1-2 3-15,-1 4-5 16,-5 1 0-16,-3 3-8 15,-7 2 8-15,-1-1 8 16,-1 5-8-16,-1-1-1 16,-1 1 1-16,-3 0 0 15,-2 3-7-15,-2-2 14 16,-4 3-14-16,0 2 8 0,-2-2-1 16,0 1 0-16,-1-1 0 15,1 2 0-15,-2-1 0 16,-2 6 0-16,-1 6-1 15,3 1 2-15,-3 6 3 16,1 3-4-16,1 1 6 16,1 6-4-16,-2 1 10 15,1 4-5-15,-1 2 4 16,-1 2-5-16,0 0-3 16,0 0-3-16,2 0 0 15,-2 0-6-15,1 0 4 16,-1 2 1-16,0 2 1 15,0 3 0-15,0 2-8 0,0 1 6 16,0 0-46 0,-6 3-57-16,-4-2-55 0,-4-4-122 15</inkml:trace>
  <inkml:trace contextRef="#ctx0" brushRef="#br1" timeOffset="535912.3848">20705 14711 686 0,'0'0'28'16,"0"0"-18"-16,0 0-9 0,0 0 10 15,84-78 16-15,-53 70 12 16,3 1-32-16,-1 7-5 16,-5 0 5-16,-2 0-6 15,-5 5 0-15,-1 10 4 16,-3 4-1-16,-4 3-4 16,-4 3 13-16,-3 1-3 15,-4 5 3-15,-2 3-3 16,0 1 20-16,0 1-26 15,-7-3-4-15,0-3-2 16,-2-1-19-16,0-3-148 16,0-7-399-16</inkml:trace>
  <inkml:trace contextRef="#ctx0" brushRef="#br1" timeOffset="536629.5503">21212 14149 524 0,'0'0'87'0,"0"0"-38"15,0 0-28-15,0 0 43 0,0 0-28 16,0 0-30-16,0 30 36 15,0 6 4-15,0 7 0 16,0 6 5-16,0 1-17 16,0 1-2-16,0-1-3 15,0-2-9-15,6-4-7 16,4-7-4-16,2-3-7 16,2-8-1-16,-2-5 0 15,-2-7-2-15,0-5-89 16,0-2 5-16,-6-7-74 0,-4-2-228 15</inkml:trace>
  <inkml:trace contextRef="#ctx0" brushRef="#br1" timeOffset="538333.1145">21181 14101 494 0,'0'0'41'15,"0"0"-36"-15,0 0 0 0,0 0 65 16,92-25 21-16,-59 13-33 15,13-1-31-15,11 1-6 16,12-2-4-16,11-2-11 16,4-1 3-16,5 0 3 15,1 0-5-15,-5 2-4 16,0-1-4-16,-8 3 2 16,-2 3-1-16,-3 1 2 15,-4 2-2-15,-3 2 0 16,-6-2 1-16,-8 2 1 15,-5-2-1-15,-3-1 2 16,-3 1-3-16,-3-1 11 0,2 1-6 16,-4 0 12-16,-1 2-12 15,-7 2 10-15,1 1-2 16,-6 2-2-16,-3 0-2 16,-3 3-7-16,-2 11 3 15,-4 7-4-15,-4 7 11 16,-3 11-12-16,-3 9 11 15,0 12-1-15,0 6 8 16,0 8-17-16,0 4 15 16,-3 2-7-16,-3 2-2 15,0 0-1-15,2-1 0 16,0 5 8-16,1 4 1 16,1-2-4-16,2 0-3 0,0-4-2 15,0-2-3-15,2-3 4 16,7 1-1-16,-3-3-3 15,-2-4-2-15,1-3-1 16,0-4 0-16,-1-1 0 16,2-1 4-16,0 0 2 15,-3 2-4-15,-2 5 4 16,-1 4-5-16,0-1-2 16,0-2-2-16,0-7 3 15,0 1 2-15,0-4 4 16,0 2-2-16,0-2 1 15,0 1-1-15,0 2 2 16,0-1 1-16,0-6-5 16,0-1-1-16,0-4 6 15,5-4-6-15,-3-3 7 16,1-4 16-16,0-1-15 0,1-4-7 16,2-2 6-1,-2-3-7-15,-1-10-1 0,-1-5 0 16,-2-9-3-16,0-4-3 15,0 0-3-15,0-4-2 16,0 0 8-16,0 0-4 16,0 0 5-16,-13-9-6 15,2 1 1-15,-4 1 2 16,-6 4 3-16,-6 3-9 0,-10 0 4 16,-17 3-11-16,-13 12 17 15,-9 3 1-15,-3-1-2 16,0 2 0-16,4 1 2 15,0-1 2-15,-1 2 0 16,1 0-2-16,0-2 0 16,4 1 4-16,8-1-4 15,5-7 15-15,8 3-7 16,3-5-4-16,6-3-3 16,6-2 0-16,3-1 2 15,7-3 1-15,5 1 0 16,9-2-4-16,2 0-9 15,6 0 9-15,2 0 5 16,-1 0-4-16,-1 0 0 16,-2 0 3-16,-1-10-4 0,2-4 11 15,-2-1-11-15,-1-6-3 16,2-4 3-16,1-6 2 16,-1-5-2-16,3-9-3 15,-1-10 3-15,2-5 5 16,-2-4-4-16,-3-3 4 15,1 3 2-15,1-4-7 16,0-3 14-16,1-2-2 16,3-2-3-16,-2-2 5 15,2-4-6-15,0 0 6 0,0-3-5 16,0-2-6 0,-3-5 6-16,-1-3-8 0,-2 2 3 15,-3 4 2 1,-2 8-4-16,0 10 2 0,-3 4-4 15,1 5 2-15,-3 1 0 16,1 5 3-16,-2 5-2 16,-1 0 1-16,1 4 1 15,3-1-3-15,2 1 2 16,3 2-4-16,2 2 4 16,0 2-1-16,6 5-1 15,1 2 1-15,0 4 0 16,0 2 0-16,0 2-3 0,0-1-1 15,1 2 1-15,2 0 4 16,1 2-4-16,-1-1 0 16,-2 0 0-16,-1 1 1 15,0-4-1-15,0-5 1 16,0-1-1-16,0-2 0 16,0-2-2-16,-1 2 2 15,-6 5 0-15,4 1-5 16,-1 4 5-16,4 3 0 15,-2 2 0-15,-1 3 0 16,2 3-8-16,-3 1 3 16,3 0-3-16,-3 4-13 15,1-1-4-15,2 4-11 16,1 5-27-16,0 0-47 0,0 0-158 16,0 12-41-16</inkml:trace>
  <inkml:trace contextRef="#ctx0" brushRef="#br1" timeOffset="539494.3131">21612 14400 334 0,'0'0'191'0,"0"0"-124"16,0 0-45-16,0 0 9 16,0 0 57-16,0 0-19 15,57-46-43-15,-34 39-23 16,7 1 16-16,6 2-16 0,7-3 5 15,4 4-5-15,6-2-2 16,5 1 0-16,3 0 1 16,-1 0 1-16,-3-1-3 15,-7 2 0-15,-5 2 1 16,-7 1-1-16,-7 0 0 16,-7 0 0-16,-2 0 0 15,-7 0 1-15,0 0-1 16,-2 0-1-16,0 0 1 15,0 0 0-15,-3 0 1 16,5 6 4-16,-3 3-6 16,-3 2 1-16,1 2-4 15,-2 5 4-15,-4 0-1 16,0 4-3-16,-4 5 0 0,0 0 4 16,0 4 0-16,-13 0 1 15,-7 1-1-15,-4 1-2 16,-2-3 2-16,-2-3 1 15,1-1-1-15,0-6 0 16,1 0 0-16,2-3 0 16,-2-2 1-16,2-2 2 15,-2-2-2-15,5-3 14 16,-2 0-13-16,4-5 6 16,-1 0 15-16,1 0-8 15,0-3-9-15,-4 0-5 16,-2 0 5-16,-2 0-6 0,-3 0 0 15,-2-5 0-15,-3-5 6 16,-3-1-5-16,1-5 1 16,-1 1-2-16,2 0 4 15,0 0 1-15,2 1-5 16,4 0 0-16,2 0 1 16,7 2-1-16,4-2 8 15,4 1-5-15,6-1 2 16,0 0-2-16,4-1-1 15,3-3-1-15,0-2 5 16,0-2-12-16,8-3 5 16,6 4 1-16,2-1 0 15,2 3 0-15,0 5-1 16,6 1 3-16,-2 4-3 16,0 2 1-16,4 4-4 0,-1 1-35 15,2 2-5-15,4 0-41 16,-1 0-127-16,-4 0-326 15</inkml:trace>
  <inkml:trace contextRef="#ctx0" brushRef="#br1" timeOffset="544730.3173">22316 15212 535 0,'0'0'1'16,"0"0"48"-16,0 0-45 16,0 0 18-16,0 0 99 15,0 0-65-15,0 0-31 16,-6-39-7-16,6 36-12 16,0-2 25-16,8 1 22 15,2 0-23-15,2-3-10 16,6 0 15-16,5-2-17 0,4 0 16 15,3 0-10-15,4 0-9 16,1 0-9 0,-2 2 0-16,-1 2-2 0,0 3-2 15,-4 1-2-15,-1 1 0 16,-2 0 0 0,-5 0 0-16,-2 8 4 0,-8-1-8 15,-1 2 1-15,-5 0 2 16,-4 1-1-16,0 4 0 15,0 0 2-15,0 2-5 16,0 1 10-16,-6 0-10 16,1 2 6-16,0 2-1 15,4 3 3-15,-2 2-2 16,1 3-2-16,2 0 1 16,0 6-3-16,0 0 1 0,0 4 4 15,0-2 0-15,0 4 0 16,0-1-2-16,0 4 0 15,0-1 0-15,3-1-6 16,2-1 6-16,2 0 0 16,0 0 0-16,1 2 0 15,-2 2 0-15,5 2 8 16,-3-4-8-16,-3-1 0 16,-1-2 2-16,-2-3-7 15,-2 0 10-15,0-3-4 16,3 0 0-16,-3-1-1 15,1 1 0-15,-1-2 1 0,2 1 1 16,-2-3-2-16,0 0-3 16,0 0 1-16,0-1 4 15,0 1-1-15,0-2-1 16,0 0 3-16,-2 0-3 16,-2-3 0-16,4-2-1 15,0 1 1-15,0-4-2 16,0 0 2-16,0-1-1 15,0-3 1-15,0 1 1 16,0 0 1-16,0-5-2 16,0 0 0-16,0-2-2 15,0-3 2-15,0 0 0 16,0-2 0-16,0-2 0 0,0-2 0 16,0 0 0-1,3 3 0-15,-3-4 0 0,0 3 0 16,1 0 6-16,-1 2-9 15,0-5 7-15,0 5-5 16,0-1 1-16,0-1-1 16,0 2 1-16,0-2-1 15,-1 3 1-15,-8-1-4 16,-2-2 5-16,-4 0-2 16,-1-1 2-16,-6 1 2 15,-2-3-2-15,-3 1 0 16,-1 1 0-16,-1-1-1 15,0-1 0-15,-3 4 0 16,2 1 1-16,4 0-2 0,3-1 3 16,2-1 3-16,6 0-4 15,0-1 7-15,3 1-7 16,4-3 0-16,1 0 8 16,4 0 10-16,3 0 1 15,0 0-14-15,0 0 5 16,0 0-8-16,0 0-2 15,0 0 3-15,0 0-3 16,0 0-1-16,0 0 2 16,0 0-4-16,0 0 1 15,0 0 1-15,0 0 5 16,0 0-1-16,0 0 17 16,0-3 4-16,0-10-24 0,0-7-1 15,-2-5 0 1,0-3 0-16,-3-5 3 0,-1-3-3 15,-4-3-3-15,0-1 3 16,-1-2 1-16,-1 1-1 16,2-1 0-16,-2 2 0 15,3-3 0-15,0 3 0 16,0 0 0-16,0-4-1 16,0 2 1-16,0 2 0 15,0-3 1-15,-1 1-1 0,4 1 0 16,-2-3 0-1,1 0-1-15,1-1 1 16,0-2-1-16,1 4 1 0,-1 2-2 16,0 5 1-16,2 5 1 15,1-1 0-15,0 3 0 16,2 2 0-16,1 0 3 16,0 3-6-16,0 2 3 15,0 1 0-15,0-1-1 16,0 2 1-16,0 1 1 15,0 0-1-15,0-1 0 16,1 1 0-16,4-2 0 16,-1 1-1-16,2 1-3 15,-1-1 4-15,0 6 0 0,0-3 4 16,3 2-4-16,-4 1 0 16,0 2-1-16,0 0 2 15,0 2-5-15,-1-1 6 16,0 1-4-16,-3 0 2 15,4-1 0-15,-1 0 2 16,-1-1-1-16,1 1-1 16,-2 0 0-1,2-1 0-15,-2 0-2 0,1 0 2 16,-2 1 0-16,0 1 0 16,0 2 0-16,0-1 0 15,0 3 2-15,0 1-3 16,0 3 1-16,0 0 0 0,0 2 0 15,0 0 0 1,0-2 0-16,0 2 0 0,0 0-1 16,0 0 1-16,0 0 1 15,0 0-1-15,0 0 0 16,0 0 0-16,0 0-4 16,0 0 2-16,2 0 2 15,-2 0 6-15,0 0-6 16,0 0-1-16,0 0 1 15,3-1-1-15,3-1 0 16,3 1 1-16,3 1-1 16,3 0-1-16,-1 0-3 15,1 0 8-15,3 0-3 16,-1 0 0-16,6 0-9 16,1 0-4-16,3 4-79 0,-3-4-97 15,-11-1-337-15</inkml:trace>
  <inkml:trace contextRef="#ctx0" brushRef="#br1" timeOffset="550810.1348">22329 16194 387 0,'0'0'91'15,"0"0"-69"-15,0 0-19 16,0 0 32-16,0 0 49 16,0 0-10-16,0 0-45 15,0 0-18-15,0 0-1 0,0 0 0 16,3 0 13-16,0 0 6 15,3 0-8-15,3 0 14 16,3 0 2-16,3 0-16 16,3 0 7-16,4 0-14 15,2-4 3-15,3-2-14 16,1 1 14-16,-2 1-12 16,0 0-4-16,3 0 0 15,-2-1 0-15,-2 1-1 16,2 0 4-1,-5-2-9-15,1 1 5 0,-5-1 0 16,1 0-14-16,-8 1-48 16,-3-2-31-16,-6 1-96 15,-2 2-356-15</inkml:trace>
  <inkml:trace contextRef="#ctx0" brushRef="#br1" timeOffset="553794.1951">22557 16244 481 0,'0'0'41'16,"0"0"-3"-16,0 0-26 16,0 0 31-16,0 0 23 0,0 0-5 15,0 0-48 1,-4-1-8-16,4 1 3 0,6 0 42 15,4 6-26-15,1-1-4 16,5 1-3-16,2-2 11 16,5-2 0-16,2-2 3 15,6 0-23-15,1 0 9 16,2 0-5-16,2-6-2 16,-3-5-7-16,1-1-2 15,-3-5 8-15,-1-2-2 16,-2-1-2-16,-1-4 1 15,2-4-5-15,-1-5 0 16,0-5 0-16,1-8-1 16,-4-4 0-16,-1-4 3 15,-3 1-2-15,0 3 0 0,-1 3-1 16,1 4 0 0,2-1 3-16,0 2 0 15,1 3 21-15,-2-1-15 0,-2 1 9 16,-1-2 1-16,0 3-18 15,-2-3 10-15,2-1-1 16,0-2-7-16,-2 1 5 16,2-3-8-16,0 3-1 15,-2 3 1-15,2 4 0 16,-3 5 0-16,0 2 7 16,1 3-12-16,-2 1 5 15,3 0 0-15,1 0 1 16,-3-3 0-16,4 2 4 15,-4-3 3-15,2 1-4 0,-1-2-5 16,-2-1 3-16,2 4-3 16,0-2 2-16,-1 6-1 15,-2 3 0-15,-2 3 0 16,-2 5 1-16,-4 1-1 16,1 1 0-16,-2 3-1 15,-1 0 1-15,1 1 0 16,-4 2 2-16,1 2-2 15,-2 0 0-15,0 2-1 16,0 0-39-16,0 0-100 16,0 0-35-16,0 0-102 15,-10 0-79-15</inkml:trace>
  <inkml:trace contextRef="#ctx0" brushRef="#br1" timeOffset="554129.3011">23609 14623 436 0,'0'0'24'15,"0"0"83"-15,0 0-81 16,0 0 40-16,0 0 1 16,0 0-28-16,42-82-18 15,-21 70-7-15,0 6 4 16,4 0-18-16,-3 5 3 0,-2 1 7 15,-1 0-8-15,-1 10 5 16,-2 9-4-16,-4 4 11 16,0 2 17-16,-6 2-23 15,-1 3 3 1,-4 2 1-16,1-1-10 0,-2 0 1 16,0 2 1-16,0-5-4 15,2-1-12-15,5-7-65 16,4-9-83-16,0-11-176 15</inkml:trace>
  <inkml:trace contextRef="#ctx0" brushRef="#br1" timeOffset="554626.9661">24036 14142 542 0,'0'0'5'0,"0"0"-5"0,0 0 12 16,-9 110 64-16,9-61 42 16,0 9-58-16,1 8 4 15,4 9-44-15,-1 8-6 16,-4 13 10-16,0 5-7 16,0 6 0-16,0 1-2 15,0-5 11-15,0-2-8 16,3-6 8-16,2-6-2 15,3-8-4-15,3-5-1 16,0-5-6-16,2-4-3 16,-4-4-6-16,1-2-2 15,-4-4-1-15,0-3-2 16,-1-8 2-16,2-10-2 0,-1-12-17 16,-3-12-72-16,-2-12-17 15,-1-2-56-15,0-32-211 16</inkml:trace>
  <inkml:trace contextRef="#ctx0" brushRef="#br1" timeOffset="556180.216">24161 14209 472 0,'0'0'6'15,"0"0"75"-15,0 0-58 0,0 0 5 16,0 0 69-16,0 0-12 16,43-41-63-16,-35 38-14 15,-5 0 3 1,1 1-4-16,-2 1-5 0,-2 1 1 15,0 0-2-15,0 0-1 16,0 0-4-16,-6 0-24 16,-8 0 10-16,-7 0-16 15,1 0 2-15,3 0 31 16,5 0-4-16,5 0 5 16,7 0 3-16,-2 0-3 15,2 0 0-15,0-2 7 0,0-6 6 16,9-2-11-1,12-3-1-15,6-5 5 0,6-1 16 16,6-4-11-16,7-3 4 16,2 0-11-16,8-4 1 15,-2 4 2-15,1-1-7 16,-3 4 2-16,-1 3-2 16,-2 3 0-16,-4 2 0 15,-5 5 2-15,-4 1-2 16,-6 4 0-16,-7 2 1 15,-6 1 1-15,-2 2 0 16,-5 0-2-16,-2 0 1 16,1 3 0-16,-3 11 2 15,-3 8-2-15,-2 7 11 0,-1 7 5 16,0 11-8-16,0 7-4 16,-4 7 6-16,-5 3-10 15,0 5 9-15,0 1-9 16,3-2 0-16,-3 4 10 15,2-3-4-15,-2-1 1 16,-1 4-6-16,0 2-1 16,3-2 6-16,1 0-6 15,1-6 12-15,1-7-7 16,0 1-4-16,4-5 1 16,0-1 1-16,0-4 1 15,0 0-2-15,0-5 3 16,0 0-6-16,0-3 4 0,0 1 5 15,0 0-6-15,0-3 2 16,-2-1-1 0,-1 2 7-16,0-2-7 0,-2 0 6 15,1 0-10-15,-1 1 0 16,2 3 2-16,-2 6-2 16,2 1 1-16,-2 0 2 15,-1-2-3-15,0-3 0 16,-1-3 0-16,1-2 0 15,-1-2 0-15,2-1 0 16,-1-1 17-16,0 0-4 16,2-5 0-16,0-1 2 15,1-2-6-15,-1-3-2 0,2 0 3 16,1 1-2-16,-2-4 0 16,0-1-2-16,0-1 0 15,-1-3 5-15,1-1-9 16,1-3 3-16,-1-4 0 15,-1-1 3-15,2 1-7 16,1-4 2-16,-1 0 1 16,1 0-4-16,-1-3 1 15,2-1-1-15,-2 2 0 16,-1-2-2-16,-2 2 2 16,0 1 1-16,-2-1 0 15,-3-3-1-15,-2 2 5 0,-6-1 0 16,-3-1-4-16,-3 0-1 15,-3 0 3-15,-3 0-2 16,0 0-1-16,3 0 1 16,0-3-2-16,2 0 2 15,0 1 1-15,3 0 0 16,2-1-2-16,2 2 1 16,6-2 1-16,0 2-1 15,3-3 6-15,2 1-2 16,0 1-4-16,4-1 4 15,3 3-1-15,0 0-2 16,0 0 6-16,0-1-5 16,-2 1 4-16,2 0 1 15,0-2 4-15,-1-2-3 16,-2-4 7-16,1-1-16 0,-1-4 0 16,0 2 0-16,1-1 2 15,1-2 6-15,-1-2-7 16,2 0 0-16,-1-4-1 15,-1 0 0-15,2-1-1 16,0-3-13-16,-1 2 1 16,1-1-74-16,0 1-24 15,0 0-55-15,0-5-184 16</inkml:trace>
  <inkml:trace contextRef="#ctx0" brushRef="#br1" timeOffset="557861.7279">24440 14322 214 0,'0'0'78'0,"0"0"7"16,0 0-29-16,0 0 35 15,0 0-21-15,0 0 18 16,-2-39-44-16,-5 36-14 15,2 0-10-15,-1 3-3 0,-1 0-13 16,-5 0-4-16,-1 0 0 16,-4 2 0-16,-1 8 12 15,-3 2-12-15,-1 3 0 16,-3 2 11-16,7 4-5 16,2 0 1-16,2 0 3 15,6 1 6-15,3 2-1 16,5 4 8-16,0 2-11 15,0-4 0-15,7 3-1 16,7-6-3-16,-4077-2-3 16,8166-2 7-16,-4075 0 2 15,4-4-2-15,5-2-10 16,-3-3 3-16,0-6-3 0,-1-1 10 16,-3-3-11-16,0 0 1 15,-3-7 4-15,-1-6-3 16,-3-4 3-16,-2 0-3 15,-5-4-2-15,-5-3 1 16,-5-1 3-16,-6-1-10 16,0-3 3-16,0-2 2 15,-9 0-14-15,-6 1-8 16,-2 1 2-16,-2 4 13 16,1 1-2-16,-1 5 4 15,-1 2 5-15,-1 3-4 16,0 3-1-16,-1 4 5 0,1 0 1 15,-1 2-1-15,1 3-1 16,3 2-9-16,0 0 10 16,-1 0 0-16,2 4-1 15,1 7-4-15,1 3-20 16,2 3 3-16,1 2-10 16,1 5-21-16,1 0-5 15,1 3-128-15,1-2-130 16</inkml:trace>
  <inkml:trace contextRef="#ctx0" brushRef="#br1" timeOffset="558806.8022">23712 16779 791 0,'0'0'116'16,"0"0"-116"-16,0 0 2 15,0 0-2-15,0 0 0 16,0 0 0-16,0 0-4 16,46 7-23-16,-30 3-71 15,0 2-154-15,-2 0-210 16</inkml:trace>
  <inkml:trace contextRef="#ctx0" brushRef="#br1" timeOffset="558977.3483">23901 17062 536 0,'0'0'13'0,"0"0"-7"0,0 0 20 16,0 0 32-16,0 0-15 16,0 0-43-16,73 28-10 15,-50-22-171-15,-4 4-291 16</inkml:trace>
  <inkml:trace contextRef="#ctx0" brushRef="#br1" timeOffset="559152.8741">24151 17280 384 0,'0'0'75'0,"0"0"-6"15,0 0 9-15,0 0 0 16,0 0-36-16,0 0-4 15,29 24-37-15,-18-18-1 16,-2-2-50-16,-4-2-303 16</inkml:trace>
  <inkml:trace contextRef="#ctx0" brushRef="#br1" timeOffset="559915.875">24422 16324 445 0,'0'0'124'0,"0"0"-97"16,0 0-7-16,0 0 81 0,0 0-39 16,0 0-20-16,34 8 2 15,-18-4-10-15,1 4-22 16,0-2-10-16,1 5 2 15,-1 0-4-15,-2 0-7 16,5 5-43-16,-4 1-34 16,-3 0-122-16,0 5-27 15</inkml:trace>
  <inkml:trace contextRef="#ctx0" brushRef="#br1" timeOffset="560132.5639">24643 16679 287 0,'0'0'73'0,"0"0"42"16,0 0 4-16,0 0-40 16,0 0-13-16,0 0-25 15,6 37 32-15,-2-30-27 16,-1 0-44-16,2 3 7 16,-1 2-8-16,1 4-1 15,-2 2-2-15,-3 4-43 16,0 2-32-16,0 2-76 15,0 2-54-15,0 1-147 16</inkml:trace>
  <inkml:trace contextRef="#ctx0" brushRef="#br1" timeOffset="560336.0176">24651 17113 320 0,'0'0'109'0,"0"0"-10"15,0 0 44-15,0 0-52 16,0 0 13-1,0 0-50-15,-26 41-31 0,24-32-12 16,-2 2-1-16,3 2-7 16,-2 1-4-16,0 4 1 15,-4 1-17-15,-1 1-46 16,-1 0-37-16,-3 4-49 16,4-3-72-16,-2 0-101 15</inkml:trace>
  <inkml:trace contextRef="#ctx0" brushRef="#br1" timeOffset="560788.8064">24489 17498 370 0,'0'0'142'0,"0"0"-30"16,0 0 8-16,0 0-17 16,0 0-31-16,0 0-31 15,-27 33 6-15,23-25-32 16,-1 1-13-16,1 1 0 15,-1 0-2-15,-1 0 0 16,-1 2-1-16,-1 0-8 16,-1 0-34-16,-2 2 20 15,0-2-27-15,-1-1 20 0,0-1 4 16,2-1 26-16,-3-2 0 16,3 3 2-16,0-3-2 15,0-2 14-15,2 1 37 16,1 0-3-16,-1-4 1 15,1 3 1-15,1-3-15 16,0 1 6-16,0 0-10 16,0 1-12-16,-4 2-11 15,1-1-4 1,1 3 3-16,-2 0-7 0,1 1 1 16,-1 2-1-16,-1 2 0 15,0-4 0-15,1 3 0 16,0-1-1-16,-1 0-3 15,2 0-6-15,3-6-27 0,-4 1-26 16,4 0-35-16,0-6-31 16,0 0-160-16,-2 0-284 15</inkml:trace>
  <inkml:trace contextRef="#ctx0" brushRef="#br1" timeOffset="561115.9305">24074 17587 744 0,'0'0'182'0,"0"0"-180"15,0 0 1-15,0 0 9 16,0 0 65-16,0 0-40 16,0-5-32-16,0 7-5 15,-8 8 3-15,0 3-2 16,-3 4-1-16,1 4 0 16,-3-1-2-16,-2 2-36 15,0 2-45-15,5 1-43 0,-1-1-83 16,4-1-91-16</inkml:trace>
  <inkml:trace contextRef="#ctx0" brushRef="#br1" timeOffset="561310.4266">23936 17952 489 0,'0'0'90'0,"0"0"-32"0,0 0 93 16,0 0 0-16,0 0-12 15,0 0-67-15,4 3-53 16,4-2-19-16,6 5 1 16,7 1-1-16,0 3-59 15,6 1-112-15,-2-1-87 16,-2 1-424-16</inkml:trace>
  <inkml:trace contextRef="#ctx0" brushRef="#br1" timeOffset="561415.1627">24256 18067 224 0,'0'0'552'16,"0"0"-552"-16,0 0-566 15</inkml:trace>
  <inkml:trace contextRef="#ctx0" brushRef="#br1" timeOffset="567631.7379">8207 5506 82 0,'0'0'352'15,"0"0"-261"-15,0 0-22 16,0 0 67-16,0 0-37 16,0 0-7-16,0 0-10 15,3-19-16-15,-3 16 13 16,0 3-50-16,0-2-3 16,0 1 11-16,1 1-25 15,-1-2 5-15,0 2-2 16,0 0-8-16,0 0-5 0,0 0-1 15,0 0-1 1,0 0-3-16,0 0 1 0,0 0-2 16,0 0 2-16,0 0 0 15,0 0 2-15,0 0-1 16,0 0 1-16,0 0 3 16,0 0-3-16,-1 0-1 15,-1 0 1-15,-1 0 0 16,1 0 1-16,1 0-1 15,-2 0 0-15,2 0 7 0,-3 0-7 16,1 0 0 0,-2 3 0-16,1-1-6 0,-4 3 6 15,-1 0 0 1,3-3 0-16,-3 1 7 0,0 1-7 16,-4-1 1-16,4 2-1 15,-2 1 0-15,-2 0 1 16,0-1-1-16,4 1-2 15,0-2 1-15,-3 3 1 16,3-2-1-16,0-1-7 16,0 3 7-16,0-1 1 15,-3-2-5-15,0-1 2 16,0 2 2-16,0 0 0 16,0-4 2-16,-1 3 2 15,1-2 0-15,-3 3-3 16,5-1-3-16,-1 0 3 15,1 1 0-15,-1-1-1 0,1 0 1 16,-3 0 0-16,5 2-7 16,-5-1 8-16,1-1-2 15,-2 0 2-15,-4-1 2 16,2 0-3-16,-4 0 0 16,0 1 2-16,-4 0-2 15,-3-2-1-15,3-1-3 16,-3 0 8-16,-1-1-4 15,1 0 2-15,3 0-2 16,-1 0 10-16,4 0 1 16,-5 0-6-16,4 0 7 15,0 0-10-15,1 0 2 0,2 0-2 16,-1 0-1-16,2 2-1 16,-1 1 0-16,1 2 0 15,-3-1 1-15,3 0-1 16,0 2 0-16,0-1 0 15,2 0 1-15,-5-1-1 16,5-1 4-16,-1-1-4 16,-2 1 1-16,2-1-3 15,0-1 2-15,-3 1 0 16,4-1 0-16,-2-1 3 16,0 2-3-16,-2-1 1 15,-2 2-1-15,-4 2 0 16,-4-3-3-16,-6 4 3 15,-6-2 0-15,-4 1 5 16,-1 1-4-16,1-1 0 0,6 0-1 16,7-2 1-16,3-1-1 15,5-2 0-15,7 0 0 16,3 0 0-16,3 0 1 16,0 0 0-16,5 0-2 15,-1 0 0-15,0 0 1 16,5 0 0-16,-3 0 0 15,1 0 5-15,-1 0-5 16,-7 0 0-16,-1 0 0 16,-2 0 0-16,-2 0 0 0,-3 0-5 15,-3 0 5 1,-1 0 1-16,4 0 2 0,-7 0-3 16,7 0 2-1,-3 0 2-15,9 0 6 0,0 0-1 16,0 0 1-16,7 0-5 15,-5 0-1-15,6 0-2 16,-1 0 3-16,-2 0-5 16,4 0 0-16,-3 0 1 15,-3 0 0-15,-1 0-1 16,-4 0 3-16,-2 0-3 16,-2 0 1-16,-3 0-1 15,3 0 0-15,-2 0 0 0,0 0 2 16,8 0-2-1,-1 0-5-15,2 0 5 0,7 0 3 16,1 0-3-16,3 0 0 16,1 0 3-1,1 0-3-15,1 0 0 0,0 0 3 16,0 0-3-16,-2 0 2 16,2 0 3-16,-1 0 0 15,-4 0-4-15,0 0 2 16,-3 0-2-16,-1 0-2 15,3-4 2-15,-3 1 1 16,2 2-2-16,-1 0 2 16,2 0-1-16,0-2-1 15,3 1 1-15,3 0 2 0,-3 0-3 16,2 2 3 0,1 0-2-16,0 0 0 0,-2 0 6 15,-1-2-4-15,0 2 0 16,-4-3-3-16,2 3 2 15,-1 0-4-15,-1 0 4 16,1 0-4-16,3-2 4 16,-2 1-8-16,1 1 5 15,-1-2 1-15,4 2 0 16,-3 0 0-16,4 0 0 16,0 0 0-16,0 0 1 15,0 0 0-15,0 0 5 16,0 0-6-16,0 0-4 0,0 0 0 15,0 0 4-15,0 0 0 16,0 0 0-16,0 0 0 16,0 0 0-16,0 0 0 15,0 0 1-15,-5 0-1 16,-2 0 0-16,-5 3 0 16,0 7 3-16,-2 1-3 15,3-1-2-15,3 2-1 16,2 1-49-16,3 6-65 15,0-2-78-15,-3-9-159 16</inkml:trace>
  <inkml:trace contextRef="#ctx0" brushRef="#br1" timeOffset="572433.9526">3119 4301 59 0,'0'0'240'0,"0"0"-157"16,0 0 2-16,0 0-14 15,0 0-29-15,0 0 26 16,0 0-34-16,0-8-30 16,0 7 54-16,0-2-25 15,0 0-10-15,0 1 7 16,0 0-20-16,0 2 3 15,0 0 34-15,0-2-17 16,0 2-9-16,0 0 6 0,-1 0 1 16,1 0-6-1,0 0 1-15,0 0-10 0,0-1-6 16,0 1 1-16,0 0-5 16,0 0 2-16,0 0-3 15,0 0-2-15,0 0 0 16,0 0-6-16,0 0-15 15,0 0 14-15,0 3 2 16,0 6 5-16,0 1 0 16,3 0 6-16,5 2-5 15,-4 1 8-15,3 1-4 16,2 3 14-16,-3-1-9 16,2-1-1-16,-1 1 3 15,0-2-11-15,-2-1 3 16,2-3 5-16,1 0-1 0,-4-1-6 15,1-4 3 1,-1 3-4-16,1-4-1 0,-4-2 1 16,1 1 2-16,0-3-2 15,-2 0 8-15,0 0 1 16,2 0 5-16,-1 0 11 16,1 0-2-16,4-4-3 15,5-6-10-15,0-5-6 16,3 0 1-16,-1-1-6 15,2 1 0-15,-1-2 0 16,-1 3 0-16,2-2 1 16,3 1 0-16,-2-1-1 15,2 0-1-15,0 1 1 16,0 0 0-16,0 2 0 0,-3-1 0 16,3 0 1-16,-3 0 5 15,1 0-11-15,-2 0 11 16,-1 1-6-16,-1 3 1 15,-3 0-1-15,0 3-5 16,-2 0 5-16,-2 2 0 16,-2 3 0-16,-2-1-1 15,1 1 1-15,-2 2 5 16,0 0-5-16,2 0 0 16,-2 0 4-16,0 0-4 15,0 0-3-15,0 0 3 16,0 0 1-16,0 0 0 15,0 0 1-15,0 0-4 0,0 0 1 16,0 0-1 0,0 0 0-16,0 0-16 0,0 0-58 15,0 0-119-15,0 0-150 16</inkml:trace>
  <inkml:trace contextRef="#ctx0" brushRef="#br1" timeOffset="589779.0372">24391 10738 192 0,'0'0'50'16,"0"0"6"-16,0 0 15 0,0 0 40 15,0 0-23-15,0 0-17 16,0 0-8-16,0 0-19 16,-23 3-1-16,23-3-13 15,0 0 4-15,0 0 2 16,0 0-12-16,0 0 5 15,5 0-15-15,11-1-4 16,5-9-9-16,2 3 5 16,2-1 1-16,0 1-4 15,-2 0-1-15,2 5 0 16,-3-1 3-16,1 3-5 16,-2 0 4-16,0 0-2 15,-2 0-2-15,-2 2 0 0,0 4 0 16,-2 3 0-16,0-1 0 15,-2-1 0-15,0 2 0 16,2 0 0-16,-4-1 6 16,1 2 0-16,0-1-6 15,-3 0-4-15,0 2 4 16,1 1 8-16,-2-1-8 16,-1 3 1-16,0 2-9 15,2 1 16-15,-1 0-13 16,0 0 10-16,-3 0-5 15,3 0 0-15,-5 2 0 16,1-2-6-16,-2-2 12 16,-1 2-5-16,2 1-1 0,-1-2 0 15,-1 4-2-15,1 0 3 16,-1 0-2-16,1 1 2 16,-2-1 2-16,0-1-3 15,0 1 0-15,0 1 0 16,1 0 0-16,-1 0-2 15,0-2 2-15,0 2 3 16,0-1-3-16,0-1-1 16,0 3 1-16,0 2 0 15,-1-4 1-15,-5 4-1 16,1 1 6-16,1-2-6 16,1-3 1-16,0 1-1 15,-3-1-7-15,3 0 7 0,-1-1 3 16,1-3-3-16,-2 1 0 15,-1 1 4-15,3 1-5 16,-6 0 1-16,2-1-1 16,-1 1-1-16,1-2 2 15,-2 1 0-15,0 0 0 16,0-3 2-16,-1 2-2 16,2-1 0-16,-1-2 0 15,1 2 0-15,-2-4 0 16,1 0-7-16,0 1 7 15,-1 0 4-15,-1-1-4 16,1-1-6-16,-3 2 6 16,2-4 2-16,-2 2 2 0,2-4-3 15,1 0-1 1,-3-1 0-16,-2 1 3 0,1-3-3 16,1 2 0-16,-4 0 2 15,0-1-1-15,0-2-1 16,0 0 0-16,-2 2 0 15,1-4 6-15,3-1-6 16,-1 3 0 0,1-3 16-16,0 0 0 0,3 0-2 15,2 0 25-15,-2 0-23 16,1 0 1-16,-3-3-5 16,3 2-4-16,-3-2-6 15,-1 0 1-15,4 1 0 0,-3-1-2 16,2 1 0-16,0-3 3 15,-1 1-1-15,-1 1-2 16,0-4 2-16,0 0-2 16,-2-3-2-16,2 0 2 15,0-5-1-15,0-3 1 16,1-4 2-16,1-3-3 16,3-3-4-16,0-2 4 15,3-1 0-15,3 3 0 16,0 2 0-16,0-2-1 15,0 3 1-15,0 0 0 16,1 0 2-16,-3 0 3 0,0 0-5 16,1-1 2-1,-5-5-2-15,2 1 0 0,-1-1 0 16,-1 2 0-16,0 4 0 16,1-4 0-16,-2 3 0 15,5-1 0-15,-1 3 2 16,2 0 0-16,2 3 1 15,0 0 0-15,2 1 1 16,0 0 1-16,0 1-4 16,7 0 2-16,3-1-3 15,0-2 1-15,1 2-1 16,1 0 0-16,1-1 0 16,1 3 0-16,-3-2 3 15,0 1-3-15,-2 3 1 0,-1-1-2 16,1 2 1-16,-3 2 0 15,3-1 0-15,0 3 0 16,-1 2 0 0,0-1 1-16,1 0-1 0,6 1-1 15,0-1 1-15,6 0 0 16,1 1-4-16,-1 0 4 16,2 1 0-16,3-1-3 15,-2 3 3-15,0-3 3 16,-3 5-3-16,-2-4 0 15,-3 3-1-15,1 1 1 16,-5-1 0-16,0 2 1 16,-2 3-1-16,1-3 0 0,2 3 0 15,-1-2 0 1,1 2 0-16,-2 0 0 0,4 0 0 16,-3 0-3-1,0 0 3-15,-2 2 0 0,1 4-1 16,-2 2 1-16,1-2-1 15,0 4-35-15,1 4-50 16,0-1-56-16,-4-3-111 16</inkml:trace>
  <inkml:trace contextRef="#ctx0" brushRef="#br1" timeOffset="601044.5717">2459 5598 437 0,'0'0'42'16,"0"0"24"-16,0 0-39 15,0 0 15-15,0 0 47 16,0 0-25-16,0 0-23 15,0 0-31-15,-2-12 3 16,2 10 1-16,0 0 14 16,7-1 6-16,-1 0-12 15,3 1-10-15,6-1 10 16,-1 3-14-16,5-4 17 16,4-1 6-16,0 2 1 0,4-4-10 15,3 2 9 1,4-2-17-16,2-1-9 0,0 1-3 15,-2 0 8-15,-1 2-9 16,0-2-1-16,0 0-4 16,-1 0 4-16,-2 1 3 15,-6-1-3-15,1 2 1 16,-8 1-1-16,1-1 1 16,-6 2-1-16,-1 0 0 15,-3 2 0-15,-5-1-2 16,2 2-51-16,-5 0-52 15,0 0-32-15,0 0 31 16,-8 3-87-16,-11 8-261 0</inkml:trace>
  <inkml:trace contextRef="#ctx0" brushRef="#br1" timeOffset="601561.6406">2645 5732 252 0,'0'0'114'0,"0"0"-114"15,0 0 25-15,0 0 29 0,0 0 23 16,0 0-17-16,0 23-14 16,0-21 7-16,1 1 47 15,7-1-50-15,2-2 10 16,5 0 11-16,2 0-9 16,3 0-14-16,3-2-13 15,2-5-24-15,4 0 2 16,1-1-4-16,5 0-5 15,-1 2 3-15,4-2-5 16,-2 1-2-16,-2 2 4 0,2 0-4 16,-4 1 0-16,-6 1 1 15,-2 1-1-15,-5 0 2 16,-5 1-1-16,-3 1 0 16,-3-2 4-16,-2 0-5 15,-3 1 0-15,0 1 0 16,0 0-4-16,-3 0 4 15,0 0 0-15,0 0 6 16,0 0-6-16,4-2 0 16,-1 2-4-16,3 0-72 15,-1 0-70-15,1 0-60 16,-6 0-422-16</inkml:trace>
  <inkml:trace contextRef="#ctx0" brushRef="#br1" timeOffset="617456.1906">3132 4257 494 0,'0'0'73'0,"0"0"-4"15,0 0-35-15,0 0-1 16,0 0 64-16,0 0-62 0,0 0 3 15,-13-33-9-15,13 27 9 16,-1 3-7-16,1-2 1 16,0 2 7-16,0 3 6 15,0 0-20-15,-2 0-3 16,2 0-14-16,0 0-5 16,0 0-3-16,0 0-3 15,0 6-10 1,9 10 13-16,6 1-4 0,0 3 4 15,3-2 1-15,-2-1 6 16,2 0-7-16,-3-2 10 0,-4-2-9 16,-1 0 5-1,0-4-3-15,-4 0-2 0,-2-2-1 16,0-2 4-16,-3-2-4 16,1-1 0-16,-1-2 0 15,-1 0 4-15,2 0 11 16,-2 0-8-16,0 0 9 15,3 0 4-15,1 0 3 16,8-15-6-16,9-5-13 16,7-7-4-16,5-4 0 15,9 0-2-15,-2-5 0 16,6-1-78-16,-2-3-137 16,-5-5-288-16</inkml:trace>
  <inkml:trace contextRef="#ctx0" brushRef="#br1" timeOffset="622521.8526">15960 3304 684 0,'0'0'125'0,"0"0"-106"16,0 0-14-16,0 0 34 15,0 0 11-15,0 0-19 0,0 0-23 16,66-35 4 0,-47 25-12-16,2 0 11 0,-1 0 12 15,-1 1-8-15,2-2-8 16,-2 1 2-16,4-1-6 16,-1-2 3-16,2-1-2 15,0 3 5-15,0-1-7 16,1-1 4-16,-1 1-4 15,1-2 9-15,-1 1-5 16,-2-2-3-16,-1 3 5 16,-4 0-1-16,0 3-5 15,-1-1 0-15,1 0 0 16,-2 2-2-16,-1 0 1 16,-2 0 3-16,-1 2-4 15,0 0 0-15,0 1 2 16,-1-1-1-16,0 2-1 15,2-1 1-15,-4 0 1 0,-1 2-1 16,-4 1 7-16,0 0-6 16,-3 1 5-16,0 0 6 15,0 1 6-15,0 0-4 16,0 0-9-16,0 0 0 16,0 0-6-16,0 0 0 15,0 0-6-15,0 0-4 16,0 0-45-16,0 0-30 15,0 1 11-15,0 4-50 16,-6-4-17-16,0-1-129 0</inkml:trace>
  <inkml:trace contextRef="#ctx0" brushRef="#br1" timeOffset="622944.7163">16509 2874 347 0,'0'0'357'0,"0"0"-296"15,0 0 14-15,0 0 14 16,0 0-26-16,0 0-26 0,-10-1-23 16,20-3-11-1,9-2-3-15,5 0 5 16,1 4 2-16,-2 0-3 15,1 2-4-15,-2 0 0 0,2 0-2 16,-4 0 2-16,0 6 5 16,-5 5-5-16,0 3 0 15,-3-1 2-15,-3 2 10 16,-1 4 2-16,-5-2 6 16,-2 5 15-16,-1 0-12 15,0-2-4-15,0-1-5 16,0 0-6-16,-1-5 0 15,-2 1-3-15,0-3 6 16,-1-3-8-16,3 0-3 16,-1-5 0-16,-2 4-3 0,1-2-55 15,-1-1-94-15,-4-2-65 16,-4-3-441-16</inkml:trace>
  <inkml:trace contextRef="#ctx0" brushRef="#br1" timeOffset="625911.3942">16971 2724 296 0,'0'0'28'0,"0"0"-20"16,0 0-7-16,0 0 26 16,0 0 13-16,0 0-31 15,0 0-5-15,-43 0 10 16,41 0-2-16,1 0-5 15,1 0 6-15,0 0 6 16,0 0-15-16,0 0 43 16,0 0-29-16,0 0 15 0,0 0-10 15,0 0-2-15,0 0 0 16,0 0-3-16,0 0 4 16,0 0 20-16,0 0-22 15,0 0 22-15,3 0-6 16,10-5 25-16,3-5-15 15,4-3-14-15,4-3-4 16,3-4-16-16,2-2-4 16,1-4 0-16,0-2-8 15,0-4 0-15,0-2 0 16,-1 4 7-16,-1 0-7 16,-4 5 0-16,3 1 1 15,-1 4 1-15,-2 3-2 0,-3-2 1 16,1 2 2-16,-1 0 4 15,-2 0-6-15,4 3 10 16,1-3-7-16,0 1 3 16,-3 0-1-16,1 1-6 15,1 1 4-15,-4 0 5 16,0 3-2-16,-1 2-1 16,-6 2-1-16,-3 2 6 15,-4 3-8-15,-2 0 2 16,0 1-4-16,-3 1 0 15,0 0-1-15,0 0 3 16,0 0-8-16,0 0-1 16,0 0-4-16,0 0-65 0,0 0 21 15,-3 5-32-15,0-3-16 16,3-1 15-16,0-1-45 16,0 0 33-16,0 0 73 15,3 0 20-15,0-4 6 16,-3 0 25-16,0 2 64 15,0 0 6-15,-6 2 39 16,-8 0-79-16,-6 0 17 16,-5 8-2-16,0 6 12 15,1 3-2-15,7-1-31 16,9-2-23-16,7-1-20 16,1-4 2-16,0 0-5 15,9-4-2-15,13-4 7 0,9-1 3 16,2 0-9-1,3-9 2-15,-3-6 0 0,-6-3-1 16,-7 1-3-16,-9 2-11 16,-8 0 5-16,-3 2-1 15,0 0 7-15,-14 2 0 16,-8 2-7-16,-5 2 6 16,-1 4 1-16,2 3 1 15,4 0 1-15,9 0-2 16,4 0 0-16,6 12-3 15,3 2-4-15,0 3-1 0,0 3-16 16,15-3-81 0,7 0-114-16,3-8-101 0</inkml:trace>
  <inkml:trace contextRef="#ctx0" brushRef="#br1" timeOffset="626722.221">17680 2182 590 0,'0'0'122'0,"0"0"-74"16,0 0-8-16,0 0 5 15,0 0 21-15,0 0-48 16,42-8 9-16,-14 6-9 0,8 0 5 16,6-1-5-1,4 2-4-15,6-1 3 0,2 1-7 16,2 0 1-1,2-1-7-15,-3 1-3 0,0-1 3 16,-3 2-1-16,-3-2-1 16,0 2 0-16,-1 0 16 15,-3-3-7-15,1 3 0 16,0-4 8-16,0 1 2 16,-5 0 21-16,-5 1-34 15,-7 0 0-15,-3 2-5 16,-4-3-2-16,-4 3 4 15,-3 0 2-15,-4 0-4 16,0 0 2-16,-5 0-5 16,-3 0 0-16,-3 0-2 0,0 0 2 15,0 0-3-15,0 0-65 16,0 0-90 0,-7 0-23-16,-2 0-67 15,5 0-130-15</inkml:trace>
  <inkml:trace contextRef="#ctx0" brushRef="#br1" timeOffset="627128.0638">18806 2109 524 0,'0'0'169'15,"0"0"-106"-15,0 0 21 16,0 0 29-16,0 0-5 16,-91-3-6-16,75 3-38 15,7 0-21-15,0 5-31 0,4 2-12 16,5 4-2-16,0 2-4 15,0 0 6-15,11 2 0 16,8-1 4 0,8-4-1-16,0-3-1 0,7-6-1 15,-1-1 7-15,-3 0-6 16,-2-6 7-16,-9-8-9 16,-2 1 0-16,-8-4-9 15,-6 3 9-15,-3-3-1 16,-2 2-1-16,-14 1-2 15,-8 0 3-15,-1 1-7 16,-2 2 5-16,2 3 3 16,7 4 0-16,1 2-2 15,7 2 1-15,1 0 1 0,2 0-3 16,2 2-4-16,2 9 5 16,0 3-5-16,3 3-17 15,0 1-47-15,0-1-100 16,0-3-45-16,11-5-333 15</inkml:trace>
  <inkml:trace contextRef="#ctx0" brushRef="#br1" timeOffset="628572.2792">18872 2179 646 0,'0'0'101'16,"0"0"-45"-16,0 0-26 15,0 0 48-15,0 0-19 16,0 0-48-16,0-2-11 16,7 9 0-16,10 5 1 15,2 2 11-15,5 3-12 16,6 2 19-16,3 3-14 16,5 0 4-16,1 1 3 0,2-2-9 15,0 1-3-15,1 2 0 16,0-1 0-16,4 2 2 15,-3 2 4-15,-1 2-10 16,0 0 5-16,-5 2-1 16,3-4 4-16,-4-1 4 15,-5-6 1-15,-1-2 4 16,-5 1-4-16,-3 0 1 16,-2-4-6-16,-2 1 4 15,-3-4 2-15,0-1-6 16,-5 0 10-16,0 0 0 15,0-5-8-15,-3 2 4 16,-1-4-10-16,-4-2 1 0,-1-2 5 16,-1 0-9-1,0 0 6-15,0 0-6 0,0 0-82 16,0-6-160-16,2-5-190 16</inkml:trace>
  <inkml:trace contextRef="#ctx0" brushRef="#br1" timeOffset="628965.2322">19796 2697 712 0,'0'0'106'16,"0"0"4"-16,0 0 13 0,-82 0 9 16,65 0-46-1,7 8-41-15,3 3-17 0,4 3-27 16,2 3 2-1,1 2-1-15,0-1 5 0,7-3-5 16,7-1-1-16,5-4 3 16,2-3-1-16,-2-4 0 15,4-3-3-15,0 0 5 16,0-8-3-16,-5-7-4 16,0-6-5-16,-8 1-3 15,-5-3 7-15,-5 0 0 16,0 2 2-16,-9 4-6 15,-11 5 7-15,1 4-2 16,-4 6-2-16,1 2 4 16,1 0 0-16,5 2 0 0,4 10-1 15,2 3-2 1,5 3-3-16,3 1-39 0,2 1-42 16,0 0-106-16,0-1-82 15</inkml:trace>
  <inkml:trace contextRef="#ctx0" brushRef="#br1" timeOffset="630215.8279">19777 2839 347 0,'0'0'169'16,"0"0"-35"-16,0 0-72 15,0 0 3-15,0 0-22 16,0 0-33-16,2-16 5 16,4 15 6-16,0 1 12 0,1 0-4 15,0 0 6 1,-2 0-24-16,0 0 5 0,-1 0 19 15,-2 0-8-15,-1 3 5 16,2 7-1-16,-2 1 18 16,-1 5-15-16,0 3-13 15,2 2-2-15,-2 5-3 16,4 4 2-16,1 4 6 16,2 4-9-16,2 2 2 15,3 3-3-15,0 3 8 16,3 0-11-16,0 0 5 15,1 0-5-15,-1-2-8 16,3-1-3-16,-1-2 1 16,2-2 9-16,0-3-9 15,-2-2 2-15,1-2 2 0,-3-2 1 16,-1-2-3-16,-3-6-3 16,-2-4 1-16,-2-5-1 15,-4-8 1-15,-1 0-1 16,-2-5 0-16,0 1 0 15,0 1 3-15,0-1-3 16,1 1-2-16,-1 4 2 16,0-1-1-16,0 1 3 15,0 2-5-15,0-2-10 16,0-3-33-16,0 4-48 16,0-2-42-16,0-1-103 15,0 0-128-15</inkml:trace>
  <inkml:trace contextRef="#ctx0" brushRef="#br1" timeOffset="630621.7441">20172 3742 742 0,'0'0'108'0,"0"0"-2"15,0 0 14-15,0 0-26 16,-88-7-11-16,73 7-27 15,1 6-18-15,5 7-14 16,2 4-14-16,2 0-1 16,5 6-7-16,0 1 5 0,0-1-7 15,9-1 1 1,6-2-1-16,8-6 5 0,3-3-2 16,-4-6-1-1,1-5-2-15,-1 0-9 0,-4-4 0 16,-3-10 7-16,-6-3-18 15,-5-5 4-15,-4-2 8 16,0 0-1-16,-18 4 7 16,-2-1-1-16,0 8 1 15,-1 4-1-15,-1 7-1 16,7 2-1-16,-3 0-11 16,6 4 14-16,0 11-50 15,5 2-44-15,4 0-86 16,3 1-50-16,0-6-401 0</inkml:trace>
  <inkml:trace contextRef="#ctx0" brushRef="#br1" timeOffset="631544.3481">20234 3831 269 0,'0'0'200'0,"0"0"-161"16,0 0-6-16,0 0 64 15,0 0 29-15,0 0-62 16,10 1 21-16,11-1-12 16,4-8-22-16,7-5 12 15,3-2-24-15,6-4-16 0,8-3-16 16,8-6 6 0,4-6-1-16,3-2-7 0,2 0 5 15,-2-4-8-15,0 5-1 16,1 3 0-16,-8 6-1 15,-2 4 8-15,-6 3-8 16,-8 2 0-16,-5 3 0 16,-5-1-1-16,-5 2 2 15,-1 2 0-15,-3 1 7 16,-4 0 13-16,1 0-2 16,-3-2 6-16,-2 4-6 15,1 0-11-15,-3-1-3 16,-1 3 0-16,-3-1-3 15,-2 4-2-15,-3 3 0 16,-3 0 0-16,0 0-71 0,0 0-98 16,-4 0-101-16,-14 0-115 15</inkml:trace>
  <inkml:trace contextRef="#ctx0" brushRef="#br1" timeOffset="631917.4095">21078 3272 830 0,'0'0'89'16,"0"0"-29"-16,0 0 41 0,0 0 8 16,0 0-33-1,0 0-38-15,-12-12-35 0,36 7 1 16,6-1-1-16,3-1-2 15,-3 3-2-15,2 3 1 16,-7 1 0-16,1 0-1 16,-6 0 1-16,-3 12-6 15,-2 5 5-15,-5 2 1 16,-3 3 0-16,-4 4 10 16,-3-1 8-16,0 1-1 15,-3-2 1-15,-10-2 0 16,-1-3-10-16,2-2-8 15,0-5 0-15,3-1 0 0,1-4-11 16,4-1-62 0,1-5-66-16,1-1-187 15,-2 0-402-15</inkml:trace>
  <inkml:trace contextRef="#ctx0" brushRef="#br1" timeOffset="633379.6794">19907 3592 694 0,'0'0'114'16,"0"0"-50"-16,0 0 28 16,0 0 56-16,0 0-87 15,0 0-37-15,19-14-24 0,-7 24 1 16,5 6 27-16,-2 5-4 15,4-1-11-15,1-1-2 16,-1-2-2-16,6-2-4 16,-3-6 3-16,4-4-1 15,-4-5-1-15,4 0 0 16,0-11 0-16,-2-16-4 16,-3-3 0-16,-3-8-2 15,-6-2-9-15,-3-1-66 16,-9 2-73-16,0 1-110 15,0 4-138-15</inkml:trace>
  <inkml:trace contextRef="#ctx0" brushRef="#br1" timeOffset="634095.4423">19665 2431 549 0,'0'0'113'0,"0"0"-13"16,0 0-20-16,0 0 29 16,0 0-41-16,0 0-25 15,-4 0-32-15,4 3-8 16,3 10 15-16,9 1 22 0,-3 6-13 16,0 0-16-1,1 7 6-15,-6 4-1 0,-1-2-7 16,-3 3 12-16,0-4 5 15,0-1-18-15,-14-3-2 16,-1-2 0-16,-5-5-1 16,1-3 0-16,-2-3-3 15,-1-3-1-15,-2 0-1 16,1-5-20-16,-4-1-51 16,-2-1-115-16,2-1-18 15,0 0-189-15</inkml:trace>
  <inkml:trace contextRef="#ctx0" brushRef="#br1" timeOffset="634865.7588">18618 2017 686 0,'0'0'136'16,"0"0"-57"-16,0 0-9 15,0 0 29-15,0 0 11 16,0 0-39-16,-5 0-31 0,5 0-18 16,0 0-18-16,0 0-1 15,10 0-3-15,3 0 0 16,3 0-3-16,0 12 1 15,-1 5-2-15,-2 5-4 16,-5 4 1-16,-6 1 7 16,-2 3-3-16,0-5 0 15,-13 0 3-15,-1-4 2 16,-2-1 1-16,1-3 0 16,-1-3-2-16,4-2-1 15,-2 0-14-15,5-2-93 16,-1-4-108-16,-2-3-167 15</inkml:trace>
  <inkml:trace contextRef="#ctx0" brushRef="#br1" timeOffset="635763.721">17301 2249 513 0,'0'0'97'0,"0"0"-34"0,0 0 29 16,0 0 2-16,0 0 7 15,0 0-30-15,-6-2 12 16,6 1-42-16,0-3-20 16,12-1-12-16,6-2 2 15,5-4-8-15,5 2 2 16,0 1-2-16,0 4 1 15,-2 4-5-15,-2 0 1 0,-2 4-2 16,-4 13-3 0,-6 6 5-16,-8 3-1 15,-4 3-8-15,0 1 9 0,-9-1 1 16,-3 1 1-16,-1 0 2 16,2-1-2-16,1-2-1 15,4-3-1-15,3-3-42 16,3-1-105-16,0-5-75 15,0-3-246-15</inkml:trace>
  <inkml:trace contextRef="#ctx0" brushRef="#br1" timeOffset="636919.8986">21361 3210 742 0,'0'0'82'0,"0"0"3"0,0 0-11 16,0 0 21-16,0 0 8 16,0 0-48-16,-25-31-21 15,20 31-15-15,-2 0-13 16,4 3 0-16,-4 11-6 16,1 4 8-16,3 3 1 15,3 2-1-15,0-1-1 16,0-3-5-16,14-4 9 15,2-4-6-15,3-3-3 16,3-7 2-16,-4-1 2 16,0 0-2-16,-4-7-4 15,-4-8 0-15,-7-1-2 0,-3-3-3 16,-3 2-1-16,-15 3-1 31,-6-1 2-31,3 3 3 0,0 6-5 0,5 3 4 16,4 3-1-16,7 0-4 15,4 0 2-15,-1 0-22 16,2 9-46-16,0 3-21 16,5-2-80-16,7-2-185 15</inkml:trace>
  <inkml:trace contextRef="#ctx0" brushRef="#br1" timeOffset="637419.6077">21427 3323 627 0,'0'0'136'15,"0"0"-131"-15,0 0 2 16,0 0 31-16,0 0 3 15,0 0 13-15,67-63-35 16,-52 49 10-16,4-1-5 16,-4-4 20-16,1-5 8 0,-1-1-9 15,0-6-12 1,-1-3-10-16,-2-4-1 0,0-2-12 16,-2-5 7-16,3 4 5 15,0 1-1-15,1 2-10 16,1 4 9-16,3 1-3 15,0 1 2-15,-1 2-14 16,2-1 5-16,2 3 4 16,-3 0-5-16,-2 0 2 15,0 1-7-15,0 1-2 0,-3 6 3 16,-4 4 3 0,-3 5 2-16,-3 5-5 0,-2 3 7 15,-1 1-7-15,0 2 2 16,0 0-5-16,0 0 0 15,0 0-16-15,0 2-76 16,0 12-7-16,-4 4-61 16,-5 3-51-16,-2-4-140 15</inkml:trace>
  <inkml:trace contextRef="#ctx0" brushRef="#br1" timeOffset="637872.8173">21855 2505 711 0,'0'0'51'16,"0"0"-5"-16,0 0 11 16,0 0 23-16,-92 30 4 15,78-13-19-15,5 0-33 16,3 1-14-16,6-2-7 15,0-2 0-15,0 0-8 16,10-2-1-16,6-4 2 16,6-1-1-16,0-5 3 15,2-2-2-15,-1 0-3 16,-3-5 4-16,-2-7-5 16,-6-4-3-16,-9-2 3 15,-3-1 0-15,0 0 0 0,-12 0 0 16,-9-2 3-1,-1 3-2-15,-2 1 1 0,3 5-1 16,2 6 4-16,8 0 2 16,1 6-4-16,4 0-3 15,3 0 0-15,2 6-5 16,1 5 4-16,0 3 1 16,0 1-2-16,10 2-14 15,6 0-50-15,7-2-63 16,-1-4-25-16,2-5-198 15</inkml:trace>
  <inkml:trace contextRef="#ctx0" brushRef="#br1" timeOffset="639703.3345">21770 2542 223 0,'0'0'266'0,"0"0"-199"16,0 0 25-16,0 0 18 0,0 0-39 15,0 0 3-15,-15-3-4 16,14 3-36-16,-1-2-12 16,1-1-10-16,1 3-12 15,-2-2 0-15,0 2 0 16,0 0-1-16,1 0 1 16,-2 0-10-16,0 0 10 15,-1 0-5-15,-2 0 5 16,0 0 1-16,-1 0-1 15,-2 0 1-15,0 3-1 16,-3 4-7-16,0-1 7 16,-3 1 8-16,-1 3-8 15,-2-2 0-15,-5 1 0 0,0-1 0 16,-4 0-1-16,0 0 1 16,-7 3 5-16,-2-2-5 15,-4 3 1-15,-5 4-2 16,-3 1-2-16,-6 0 3 15,2 0 3-15,0 1-3 16,-5-1-2-16,0 0-2 16,-1-2 4-16,2-2 0 15,4 1 2-15,1-3-2 16,3 1 6-16,5-4 0 0,0 0 22 16,4-4-13-1,3-2 13-15,1-2-14 0,3 0-5 16,-1 0-9-16,-1 0 19 15,4 0-11-15,2 0-7 16,2 0 0-16,1 0 0 16,4 0 1-16,0 0-2 15,5 0 4-15,-1 0-2 16,2 0-1-16,2-2 11 16,2-2-1-16,1 1 5 15,0-2-11-15,-1 0 11 16,0 2-14-16,-2 0 0 15,3 0-2-15,-2 2 0 0,0-1 4 16,1-1-1 0,1 2-3-16,3-2 0 0,-3 2 8 15,3-2-6-15,-6 1 1 16,3 1 0-16,-1 0-2 16,-3 1 3-16,1 0 2 15,0 0-4-15,-2 0 2 16,0 0 0-16,3 0-3 15,-1 0 1-15,3 0 8 16,3 0 0-16,-1 0 0 16,3-2 3-16,-1 0-3 15,1 2 5-15,1-1-10 16,-1-1 8-16,0 0-7 16,0 1-2-16,0 1-4 0,1-2 3 15,-2 1-2-15,4 1 1 16,-1-1-1-16,2 1 3 15,-1-2 0-15,1 2-4 16,1 0 2-16,0 0-2 16,0 0 0-16,0 0-5 15,0-1-36-15,0 1-40 16,6-1-27-16,9-2-102 16,1-3-153-16</inkml:trace>
  <inkml:trace contextRef="#ctx0" brushRef="#br1" timeOffset="640177.8903">20143 2646 673 0,'0'0'103'16,"0"0"-41"-16,0 0 20 15,0 0 16-15,0 0 28 16,0 0-81-16,-68-15-22 0,55 15-9 16,0 0-2-16,-4 6-4 15,1 3 6-15,0 3 3 16,-1 3-4-1,1 0-4-15,-2 2-5 0,1 1 12 16,2 2-2-16,-1-3-7 16,3 0-3-16,2-3 4 15,4-3 1-15,2 0-4 16,2-1-5-16,3 0 9 16,0-1-9-16,2-2 4 15,12-1-1-15,11-2 0 16,4-4 7-16,9 0-9 15,5 0 1-15,2 0-2 0,2 0-33 16,-6 0-63 0,-5 0-74-16,-9 0-131 0,-7 9-455 15</inkml:trace>
  <inkml:trace contextRef="#ctx0" brushRef="#br1" timeOffset="642253.404">19787 2892 168 0,'0'0'330'15,"0"0"-325"-15,0 0 31 16,0 0 75-16,0 0-13 16,0 0-38-16,-10 0-5 15,9 0-7-15,1 0 15 16,-2 0-11-16,-1 0 6 16,2 0-15-16,-7 0-27 0,1 0 4 15,-2 2-19 1,-3 4-1-16,-3 2 0 0,-3 1 0 15,2 2 0-15,-4 2 1 16,-1-1 3-16,-1 3-4 16,-3 1 0-16,1 1 4 15,-3 2-4-15,-4-1 0 16,-4 3 0-16,-3 1 2 16,-8 3-2-16,-6 1 3 15,-1 1-3-15,1-4 0 16,7-3 0-16,9-1 3 15,5-2-3-15,4-1-3 16,2-2 3-16,-1 0 6 16,3 0-5-16,0-3-1 15,4 1 0-15,-2-3 0 0,0 1 0 16,1-1-1-16,-2 1 1 16,0-3 0-16,4 1 0 15,2-2 0-15,3 0 1 16,6-3 2-16,1-1-3 15,3 0 0-15,2-1 0 16,-1-1 0-16,2 2 3 16,0-2-2-16,0 0-1 15,0 0 0-15,0 0 0 16,0 0 0-16,0 0 0 16,0 0-1-16,0 0-20 15,0 0-48-15,0 0-36 16,3-3-36-16,3-8-63 0,3-5-319 15</inkml:trace>
  <inkml:trace contextRef="#ctx0" brushRef="#br1" timeOffset="642766.5453">18861 3280 756 0,'0'0'53'0,"0"0"-51"15,0 0 23-15,0 0 65 16,0 0-19-16,0 0-15 16,-79 70-11-16,76-49-32 0,2 0-5 15,1-1 12-15,0-2 2 16,0-2-3-16,12-3-18 16,2-1 8-16,3-5-5 15,4-5 1-15,3-2-1 16,-2 0 0-16,1-14 1 15,-3-2-2-15,-3-3-3 16,-5 0-3-16,-9 2-5 16,-3-1-1-16,0 3 4 15,-18 3-10-15,-6 0 9 16,-1 4 1-16,-2 3 2 16,2 5-3-16,5 0 4 0,2 0-1 15,2 8-3-15,5 4 6 16,2 4 8-1,6 0-7-15,3-1 8 0,0 2-9 16,0-4 7-16,5-2-7 16,6-2 2-16,5-5-1 15,2-3 0-15,1-1 1 16,-1 0-2-16,0-5-5 16,-7-6-21-16,-6-1-9 15,-5-2-15-15,0 1-12 16,-12 2 22-16,-3 2-26 15,-2 4-12-15,0 5-86 16,2 0-181-16</inkml:trace>
  <inkml:trace contextRef="#ctx0" brushRef="#br1" timeOffset="643611.2704">18934 3148 308 0,'0'0'100'0,"0"0"-27"16,0 0 4-16,0 0 49 15,0 0-41-15,0 0-26 16,-3-30-23-16,2 30 19 16,-1 0 7-16,1 0-16 15,-2 0 0-15,-3 0-12 16,-4 12-10-16,1 4 0 16,-4 7 5-16,5 0 7 15,2 1-21-15,1-3 5 16,5 0-19-16,0-4 4 15,0 2-4-15,9-7 4 16,6-4 0-16,3-3-2 16,3-3 4-16,4-2-6 15,2 0 3-15,1-9-3 0,1-2-1 16,-3-1 0-16,-1 3-19 16,-3 4-56-16,-3 4-89 15,-7 1-36-15,-6 0-191 16</inkml:trace>
  <inkml:trace contextRef="#ctx0" brushRef="#br1" timeOffset="646208.0378">18828 3475 521 0,'0'0'51'16,"0"0"2"-16,0 0 23 0,0 0-1 15,0 0-21-15,0 0-30 16,-68-38 19-16,58 35-27 16,0-1 24-16,-3 4-26 15,4-5 9-15,0 2-6 16,-3 1 13-16,3-1-5 15,-1 2 1-15,0 1-8 16,-1-2-4-16,2 0 2 16,1 0-9-16,1 0 10 15,3-1-8-15,-2-1 7 16,3 2-11-16,0 1 14 0,-2-2-13 16,1 2 22-1,-2-2-11-15,0 1-7 0,1-3 7 16,-1 2 8-16,-1-1-4 15,-2-6-1-15,-3 3 1 16,-1-3-10-16,-1-2 5 16,-2-2-6-16,1-1 0 15,-4-2-6-15,0-1 10 16,-3-4-11-16,-3 0 8 16,-2-3-11-16,0-1 5 15,-1-1 5-15,-3 0-6 16,4-2 2-16,-3 0-6 15,-3-4 4-15,0-3-4 16,0 0 4-16,2-4-1 16,4 1-2-16,5-2-1 0,1 5 0 15,5 6 0-15,4 4 1 16,1 5 1-16,-2 4-2 16,2-1 0-16,-2 4 0 15,1 1 6-15,0-1-6 16,-2-1 0-16,1 0 0 15,-2-2 0-15,2-1 5 16,-2-3-5-16,0-4 2 16,0 0-3-16,1-2 2 15,1 1 0-15,1 4-1 16,2 0 0-16,-2 2-2 0,1 2 5 16,-1 0-3-1,2 5 0-15,0 1 0 0,4 4 0 16,-3 3 0-16,3-2 0 15,3 5-5-15,0-2 6 16,-2 2-2-16,2-1 1 16,2 2 0-16,-1-1 0 15,0-1 3-15,1 2-3 16,1 0-3-16,-2-2 3 16,-1 2 1-16,3-2-1 15,-2 1 0-15,2 1 0 16,0 1-2-16,0 0 2 15,0 0 0-15,0 0-3 0,0 0 3 16,0 0-16 0,0 0-6-16,0 0-25 0,0 0-45 15,0 0-28-15,0 1-57 16,3 6 4-16,6-3-140 16</inkml:trace>
  <inkml:trace contextRef="#ctx0" brushRef="#br1" timeOffset="646762.0981">17695 2788 588 0,'0'0'91'0,"0"0"-54"16,0 0-1-16,-3-72 40 15,3 40-16-15,3-6-29 16,9-7-3-16,0-2-7 15,1 5 0-15,-1 6 5 16,0 11 6-16,-2 9 8 16,-2 7-29-16,-2 2-7 15,2 4-4-15,2 1 2 16,2 2 1-16,2 0-3 0,2 2-6 16,6 8 6-1,-1-1 1-15,-2 3 1 0,5-1-2 16,1-2-43-1,-1-1-88-15,-6-7-110 0,-6-1-409 16</inkml:trace>
  <inkml:trace contextRef="#ctx0" brushRef="#br1" timeOffset="647416.9611">17750 2313 304 0,'0'0'84'0,"0"0"10"0,0 0-16 15,0 0 31 1,0 0-30-16,0 0-13 0,-15-62-16 15,15 53 11-15,0-1-8 16,0-1-21-16,0-3 25 16,0-4-31-16,0-1 24 15,5-3-27-15,4-5 14 16,4-2-16-16,0-4-2 16,4-3-4-16,1 1 5 15,1-5-6-15,1 1 11 16,1-3-19-16,2 3 11 15,-1 3-16-15,-2 2 20 16,-1 6-17-16,1 3 13 0,-2 3-15 16,1 5-2-16,-4 5 0 15,0 2 0-15,-5 3 0 16,-2 2 0-16,1 3-1 16,-2-1 0-16,1 3 0 15,-1-1 1 1,2-1-2-16,-3 2-5 0,-3 0-38 15,2 0-25-15,-2 0-43 16,0 0-40-16,-2 6-15 16,-1 1-50-16,0-3-75 15</inkml:trace>
  <inkml:trace contextRef="#ctx0" brushRef="#br1" timeOffset="647762.5366">17978 1642 478 0,'0'0'116'15,"0"0"-29"-15,0 0 28 16,0 0-76-16,0 0-21 16,0 0-6-16,41-48 3 15,-10 33-14-15,3 0 4 16,-1 3 0-16,-3 2 2 15,0 5 6-15,-3 3-5 16,-4 2-5-16,-2 0 6 0,-6 10 0 16,-7 7-6-16,-3 5-1 15,-5 2 15-15,0 5 3 16,-7 0-7-16,-5 0 2 16,-2-3-10-16,4-1-5 15,3-3-1-15,5-5-21 16,2-6-122-16,0-6-65 15,0-5-300-15</inkml:trace>
  <inkml:trace contextRef="#ctx0" brushRef="#br1" timeOffset="648501.5613">18335 1586 599 0,'0'0'70'0,"0"0"-59"16,0 0 12-16,0 0 5 16,0 0-14-16,0 0-4 15,4 5 28-15,11-5-23 16,1-1-1-16,1-10-7 16,-4 1-6-16,-4 0-1 15,-4 3 0-15,-4 0 5 16,-1 1 0-16,0 4 11 0,0 0 43 15,-3 2-8 1,-6 0-44-16,-2 0-2 16,5 3-5-16,0 1 1 0,2 1 2 15,4-4 0-15,0 2-3 16,0-1 0-16,0 1 2 16,0 1-2-1,4 0-3-15,8-1-29 0,2-3-57 16,1 0-27-16,-1 0-203 15</inkml:trace>
  <inkml:trace contextRef="#ctx0" brushRef="#br1" timeOffset="649283.0048">18463 1535 646 0,'0'0'240'0,"0"0"-208"0,0 0-30 15,0 0 13-15,0 0 37 16,0 0 8 0,120-38-29-16,-73 19-15 0,6-1 3 15,6-4-10-15,5 1 14 16,4 0-20-16,6 2 4 16,-3 3 1-16,-2-1-8 15,2 4-1-15,-2 2 1 16,-3 2 8-16,-4 3-8 15,-3-1 1-15,-4 1-1 16,-2-1 6-16,-3-1-1 0,-1 2 9 16,-4-2 4-16,7 0-4 15,-1-1-7 1,-2 0 4-16,0 2-5 0,-4 1-5 16,-2 2 0-16,-4-1 3 15,-3 0-6-15,-5 4 4 16,-4 0 2-16,-9 3-4 15,-9 0 1-15,-6 0-5 16,0-1 1-16,-3 1 3 16,0 0 2-16,0 0-2 15,-6 0 0-15,-9 0-11 16,-5 0-19-16,1 0-6 16,3 0-13-16,-2-2-25 15,7-1 53-15,1 1 11 0,0-1 10 16,-1 1 2-1,-1 2 3-15,2 0 14 0,-2 0 29 16,0 0-18-16,0 7 10 16,6 3-18-16,1 3-12 15,4-2-10-15,1 1 3 16,0-1 1-16,9 0-4 16,9-3 3-16,7 1 6 15,5-7-6-15,0-2 2 16,0 0-5-16,-5 0-15 0,-7-4-7 15,-6-6-10 1,-9 2 27-16,-3-3 4 0,0 0-2 16,-12 0 2-16,-9 2-5 15,-1 2 6 1,-5 3 1-16,4 4 0 0,1 0 3 16,3 0 0-16,7 7-4 15,1 1 1-15,4 1 6 16,2 1-7-16,5-2-1 15,0 0-1-15,3 1-33 16,17-2-83-16,5-7-92 16,1 0-523-16</inkml:trace>
  <inkml:trace contextRef="#ctx0" brushRef="#br1" timeOffset="649829.8052">20189 1194 579 0,'0'0'159'0,"0"0"-120"15,0 0 29-15,0 0 22 16,0 0-18-16,0 0-46 16,-6 0-17-16,16 3-11 15,8 4 4-15,9-1 37 16,4 2-9-16,4 0-5 15,5 1-3-15,0 2-20 16,7 0 1-16,6 1-3 16,2 0 0-16,4 3 2 15,-1-1-2-15,-3 3 0 16,0 0 2-16,-3-2-1 16,0-3 0-16,-1 2-1 15,-1-2 6-15,-3-1-6 0,-3 0 0 16,-3-1-1-16,-7-1 1 15,-4-1 1-15,-9 1-1 16,-4-5-2-16,-9-1 2 16,-3-3 0-16,-2 1-28 15,-3-1-28-15,0 1-37 16,0-1-35-16,-13 0-138 16,1 0-282-16</inkml:trace>
  <inkml:trace contextRef="#ctx0" brushRef="#br1" timeOffset="650186.8415">21126 1400 404 0,'0'0'235'0,"0"0"-155"15,0 0-8-15,0 0 59 16,0 0-38-16,0 0-10 16,-74 60-41-16,74-48-36 15,0 0-6-15,0 2 4 16,13 0 1-16,5-3 2 15,7 1-7-15,-2-5 5 16,2-4-1-16,-2-3-2 16,0 0-2-16,-8 0-17 15,-2-10 7-15,-10-2-4 0,-3 0 12 16,0-2-5-16,-6-1 7 16,-16 0 0-16,-2-1 2 15,-6 4 16-15,0 2-8 16,1 6 15-16,6 4-14 15,3 0-10-15,6 0 0 16,5 11-2-16,3 4-1 16,6 2-11-16,0 4-53 15,2 1-75-15,16-3-104 16</inkml:trace>
  <inkml:trace contextRef="#ctx0" brushRef="#br1" timeOffset="650927.8717">21314 1539 385 0,'0'0'141'15,"0"0"5"-15,0 0-17 16,0 0-22-16,0 0-32 16,0 0-37-16,25-5-20 15,6 5 33-15,12 0 8 16,4 0-25-16,2 0-6 15,-3 1-6-15,-3 9-10 16,1 1 7-16,-1 2-5 16,3 2-5-16,0 2-3 15,-1 2-5-15,-2-2-1 16,-2 0 1-16,-1-2 0 16,-4-1-1-16,-5-2 1 0,-8-2 5 15,0-3-8-15,-6 0 4 16,-5-2 1-16,-5-2-3 15,0 0 0-15,-5-3-12 16,-1 0-44-16,1 0-19 16,-2 0-63-16,3-4-63 15,0-10-517-15</inkml:trace>
  <inkml:trace contextRef="#ctx0" brushRef="#br1" timeOffset="651194.724">22124 1618 718 0,'0'0'86'0,"0"0"-29"16,0 0 54-16,0 0 5 16,0 0-36-16,0 0-53 15,-5 0-10-15,5 0-7 16,0 0 14-16,0 0 2 15,0 0-6-15,0 0-9 16,0 0-2-16,0 0-5 16,0 0-3-16,0 0-1 15,0 0-47-15,0 0-89 16,0 3-159-16,0-1-243 16</inkml:trace>
  <inkml:trace contextRef="#ctx0" brushRef="#br1" timeOffset="651493.9265">22124 1618 547 0,'-36'2'208'16,"46"-4"-199"-16,6 2 18 16,1 0 12-16,-2 2 20 15,2 8 8-15,-1 4-29 16,-2 1-6-16,-3 2 0 15,-3 3 3-15,-7 0-2 16,-1 2-3-16,0 0-4 0,-12 0 13 16,-7-1 4-1,-1-3-16-15,-5-1-1 0,5-7-6 16,4-1-4-16,3-5-13 16,5-3 6-16,4-1-9 15,1 0-59-15,3 0-56 16,0-7-196-16,0-10-518 15</inkml:trace>
  <inkml:trace contextRef="#ctx0" brushRef="#br1" timeOffset="651986.6043">22137 1682 627 0,'0'0'118'0,"0"0"-53"0,0 0 35 16,0 0 6-16,0 0-38 15,0 0-12-15,-48 37-40 0,48-23-5 16,0-3 4-16,2 1-5 16,11-3 0-16,2-2-7 15,3-2 3-15,1-5-1 16,2 0 0-16,-3 0-4 16,-8 0 2-16,-2-4-3 15,-5-6 6-15,-3 0-4 16,0-2 1-16,-6 0-1 15,-8 2-2-15,-3 1-3 16,0 6 3-16,-1 3 9 16,2 0 5-16,2 0-5 15,4 5 2-15,1 4-1 16,5 3-7-16,2-1-3 16,2 1-3-16,0 0 1 15,18-3-17-15,7-6-92 16,5-3-291-16</inkml:trace>
  <inkml:trace contextRef="#ctx0" brushRef="#br1" timeOffset="653215.2445">21936 1497 532 0,'0'0'221'16,"0"0"-216"-16,0 0 34 15,0 0 53-15,0 0 39 16,0 0-38-16,0 0-55 16,0 9-16-16,0-6-13 15,0 2-5-15,10 1 3 16,6 2 3-16,5 2 4 16,2 2-3-16,2 2-9 0,-1 6 1 15,-3-1 0-15,-6 2-4 16,-10 0 1-16,-5 2-2 15,0 2-1-15,-17-1 3 16,-12 2 1-16,-1-6-1 16,1-1 2-1,2-5-2-15,8-4-20 0,5-5-20 16,6-3-94-16,1-2-69 16,4 0-429-16</inkml:trace>
  <inkml:trace contextRef="#ctx0" brushRef="#br1" timeOffset="654186.7429">20981 1259 538 0,'0'0'176'0,"0"0"-89"16,0 0-22-16,0 0 51 15,0 0-4-15,0 0-23 16,-45-50-45-16,45 49-35 15,0 1 19-15,0-2-9 0,0 2-13 16,0 0-6-16,0 0-6 16,6 0 1-16,13 8-3 15,5 4 8-15,3 3 4 16,3 3-4-16,1 2 1 16,-4 2 7-16,-6 0-8 15,-5 1 0-15,-10 0-1 16,-6-3-4-16,0 2 3 15,-6 1 2-15,-19-2-8 16,-6-4 6-16,-7-4-16 16,-3-4-16-16,-1-5-32 15,0-1-75-15,-1-3-47 16,6 0-181-16</inkml:trace>
  <inkml:trace contextRef="#ctx0" brushRef="#br1" timeOffset="655061.9562">19740 1115 400 0,'0'0'148'0,"0"0"-62"16,0 0 49-16,0 0-5 15,0 0-14-15,0 0 0 16,-10 1-54-16,10-1 0 16,0 0-31-16,0 0 3 15,0 0-21-15,7-6-9 16,6-1 2-16,4 3-12 15,1 0 11-15,5 2-10 16,1 2 4-16,-3 0 1 16,3 0 0-16,-6 8-7 15,-3 5 5-15,-5 0-6 16,-5 4 5-16,-4 2-4 16,-1-2 5-16,0 2 0 15,-4 0 2-15,-10-2 0 0,-1 0 9 16,-4 0 0-16,1-1-7 15,0-2 0-15,2-3-2 16,2-2-1-16,7-1-14 16,-2-2-61-16,8 0-120 15,-1-1-75-15</inkml:trace>
  <inkml:trace contextRef="#ctx0" brushRef="#br1" timeOffset="663399.5373">22835 2677 332 0,'0'0'113'0,"0"0"-99"15,0 0 6-15,0 0-20 16,0 0-20-16,0 0-227 16</inkml:trace>
  <inkml:trace contextRef="#ctx0" brushRef="#br1" timeOffset="664250.7976">22835 2677 638 0,'43'-72'125'0,"-43"65"-69"16,0-3-28-16,0 3 76 15,0-1-26-15,-1 0-33 16,-1 2-26-16,2-2 4 16,0 4 13-16,0 2-6 15,-1-1 10-15,1 0 3 16,0 3 5-16,0 0-5 0,0 0-5 16,0 0-28-1,-2 0-3-15,2 3-7 16,0 11 0-16,0 8 1 0,0 1 9 15,0 3-1-15,0 4-6 16,0 1 7-16,0 0-4 16,5-1-4-16,-2-2 5 15,1-3-7-15,2-2 2 16,0-2 1-16,-3-4 1 16,0-6-4-16,-1-2 3 15,-2-7-1-15,0 1-2 16,0-3 0-16,0 0 8 0,0 0 1 15,0-14 25 1,-4-5-28-16,-2-6-6 0,2 0 0 16,0-3 2-16,1-3 0 15,-2-3-1-15,2-1 1 16,2-1-2-16,1-2-2 16,0 2-1-16,0-1 3 15,0 5 0-15,0 6-3 16,3 5 3-16,4 5 1 15,-1 4-1-15,4 3 0 16,-3 1-1-16,0 2 1 16,3 3 0-16,-2 0-1 0,2 1-1 15,2 2-3 1,-1 0 7-16,1 0-5 0,1 0 3 16,1 5-3-1,0 7 2-15,-2 2 0 0,2 6 1 16,-4 4 2-1,-1 4 9-15,1 2 7 0,-2 0-7 16,-2 2 3-16,0-2-3 16,-1-4-2-16,-4-1 1 15,0-2-3-15,-1-4-6 16,0-2 1-16,0-6-1 16,0-2-1-16,0-4-7 15,-1-2-48-15,-9-3-24 16,-9 0-58-16,2 0-183 15,-6-6-192-15</inkml:trace>
  <inkml:trace contextRef="#ctx0" brushRef="#br1" timeOffset="664421.3417">22904 2730 709 0,'0'0'99'15,"0"0"-19"-15,0 0 78 16,0 0-15-16,0 0-89 15,0 0-32-15,40-9 0 16,-19 2-22-16,1 0-2 16,1 1 1-16,-1-4-131 15,-6-1-393-15</inkml:trace>
  <inkml:trace contextRef="#ctx0" brushRef="#br1" timeOffset="665326.8379">22629 2394 708 0,'0'0'119'15,"0"0"-35"-15,0 0 45 16,0 0 3-16,0 0-49 15,0 0-18-15,-6-19-23 16,6 19-14-16,-2 0-12 16,0 0-11-16,1 9 1 15,-3 3 12-15,3 1 7 16,1 1-13-16,0 0 2 16,0 0 2-16,0-4-6 15,5 0 1-15,6-5-11 16,3-2 3-16,-1-3 2 15,0 0-2-15,2-3 4 0,-4-9 1 16,-4 1-7 0,-1-1-1-16,-6 1 0 0,0 0 3 15,-3-2-3-15,-10 4 0 16,-3 1-2-16,-1 3-3 16,6 4-1-16,0 1 5 15,2 0-1-15,0 0 1 16,4 0-1-16,2 4-1 15,2 3 3-15,-1 3-1 16,2-3 1-16,0 2 0 16,0-3-1-16,0 1 2 15,9-3 0-15,2-2 5 0,1-2-6 16,1 0 3 0,-3 0 0-16,0-2-3 0,-2-7 4 15,-3 0-3-15,-5-1-1 16,0 4 1-16,0-1-1 15,-10 0-2-15,-3 5-1 16,-1 1-5-16,0 1 7 16,3 0-3-16,0 0-1 15,3 1-6-15,2 6-49 16,2 5-46-16,2 1-105 16,1-2-316-16</inkml:trace>
  <inkml:trace contextRef="#ctx0" brushRef="#br1" timeOffset="667999.8063">22287 1886 330 0,'0'0'70'16,"0"0"-10"-16,0 0 15 15,0 0-3-15,0 0-6 16,0 0-12-16,-3-22-14 16,3 22 15-16,-1-2-25 15,1 1 8-15,-3 1-3 16,3 0-4-16,0 0-25 15,0 0-5-15,0 0-2 0,0 0 2 16,0 0 0-16,0 0-1 16,0 0 0-16,0 0 9 15,0 0 0-15,0 0 5 16,0 0-3-16,0 0-11 16,0 0 8-16,0 0-3 15,0 6 16-15,0-1-3 16,4 4 6-16,0-1 5 15,1 1-4-15,-1 2-9 16,2-3-4-16,-2 3-4 16,1 0 9-16,1 1-2 15,-1 1-10-15,1-1-2 0,0 0 6 16,0 0-4 0,0-3-5-16,0 1 1 0,-1 2 8 15,4-3 0 1,1 2-9-16,-3-3 8 0,1 0-7 15,-2 2 0-15,1-2 0 16,-1 2 2-16,1 1 0 16,0-1 1-16,0 0-3 15,-1-1 6-15,2 1-7 16,-4-3 5-16,1 3 0 16,-2-3-2-16,4-4-2 15,-4 4 6-15,0-4-7 16,-2 3 7-16,2 0-1 0,-1-1-1 15,1 3 3 1,0-2-8-16,2-1 10 0,-1-1-9 16,2 1 3-16,-5 0 2 15,1 0 3-15,-2 0-8 16,3-1 8-16,-2 1-7 16,2 1 2-16,2 0-3 15,-2 0 9-15,1-1-5 16,-2 1-2-16,2-1 4 15,-1-2-6-15,1 2 6 16,1-1-7-16,-2-1 10 16,2-1-5-16,-3 1 0 15,0 0 4-15,1-1 0 0,0 1-3 16,0 0-1-16,0-2-4 16,0 3 3-16,1 1-1 15,1-1 1-15,-1-2-2 16,1 0-2-16,1 0 1 15,-3 0 2-15,3 1-2 16,-3-1 1-16,1 0-2 16,-2-2 1-16,1 1-2 15,-2-1 1-15,-1 0-1 16,2 0 1-16,-2 0 0 16,0 0 0-16,1 0-29 15,-1 0-30-15,3-2-60 16,-2-12-162-16,-1-3-153 0</inkml:trace>
  <inkml:trace contextRef="#ctx0" brushRef="#br1" timeOffset="668654.8128">22610 2104 555 0,'0'0'129'0,"0"0"-51"0,0 0 19 16,0 0 16 0,0 0-16-16,0 0-33 0,-11-5-33 15,10 5-13-15,1 0 0 16,0 0-7-16,0 0 3 15,0 0-8-15,0 0 21 16,0 5-3-16,0 0-4 16,0 1 1-16,0 2-6 15,1 1 6-15,5-1-8 16,0 3 6-16,2-2-8 16,1 1-8-16,-2 1 4 15,1 1 4-15,-2-1-8 16,-1 2 3-16,0 0-3 0,-2 1 3 15,0 1-3 1,-2 0-2-16,-1-1 0 16,0 0 5-16,0 0-3 0,0-3-2 15,-1 0 1-15,-5 0 0 16,1 0-2-16,0-1-4 16,0 0 4-16,-2-4 4 15,1-3-1-15,-2 0-2 16,-2 2 7-16,2-3 2 15,-2 1 0-15,0-2-1 16,0-1 2-16,-3 0-8 16,-2 0 5-16,-3 0-5 15,-3 0-3-15,1 0 1 0,-2-3 2 16,2 0-2-16,0 0-1 16,4 1 5-16,1-1-5 15,3 3 1-15,3-2 0 16,0 1-1-16,5-1 0 15,1 2-2-15,3 0-28 16,0 0-65-16,-3 0-202 16,-4 0-644-16</inkml:trace>
  <inkml:trace contextRef="#ctx0" brushRef="#br1" timeOffset="673376.9222">23117 2670 526 0,'0'0'76'0,"0"0"6"16,0 0-12-16,0 0 0 16,0 0-24-16,0 0-18 15,0 0-7-15,-3-30 17 16,3 27 13-16,0 1-11 15,0 2 6-15,0-1 0 16,0 1-15-16,0 0 0 16,0 0-12-16,0 0-4 15,0 0-8-15,0 0-7 0,0 0-3 16,0 1-6-16,0 10 9 16,3 6 0-16,1 0 1 15,2 0-1-15,0 4 3 16,-1-1-2-16,-2-1 5 15,1 0-3-15,-1-4 6 16,-1-1-1-16,1-4-5 16,-2-3 3-16,1-2 6 15,-2-2-8-15,0-3 0 16,1 0 0-16,-1 0 5 16,0 0 3-16,0 0-11 15,2 0 4-15,-1 0-5 0,5-5-67 16,-2-4-157-16,-1-2-319 15</inkml:trace>
  <inkml:trace contextRef="#ctx0" brushRef="#br1" timeOffset="700178.9951">3504 793 592 0,'0'0'78'0,"0"0"-2"15,0 0-47-15,0 0 15 16,0 0 47-16,0 0-18 0,0 0 4 16,0 0-6-16,0 0-39 15,-18-37 10-15,18 37-4 16,0 0-4-16,0 0-17 15,0 0-10-15,0 0-7 16,0 0-5-16,0 2-2 16,0 11 4-16,5 6 2 15,5 2 2-15,-1 2 0 16,0 1 4-16,0-2-4 16,-3-1 0-16,1-2 2 15,-1-2 0-15,-1-2 0 16,2-5-1-16,-2-2-1 15,-1-3-1-15,-1-2 1 0,-3-2 5 16,2-1-4-16,-1 0 0 16,1 0 8-16,2 0 4 15,6-10-6-15,4-14 28 16,10-4-16-16,3-6-12 16,2 2-6-16,2 2-1 15,3 2-1-15,0 4-1 16,-2 2 1-16,0 5-1 15,-5 4-1-15,0 4-11 16,-2 3-53-16,-3 3-16 16,-2 3-84-16,1 0-88 15,-8 0-163-15</inkml:trace>
  <inkml:trace contextRef="#ctx0" brushRef="#br1" timeOffset="733831.6078">11247 8952 370 0,'0'0'98'0,"0"0"-17"15,0 0 88-15,0 0-23 16,0 0-20-16,0 0 13 16,0 0-59-16,0 0-10 15,-5 1-10-15,5-2-17 16,0-4-15-16,0-5 2 16,0 3-30-16,8-4 0 0,7-2 0 15,3 2 5 1,2 2-5-16,-1 1-1 0,0 5 1 15,-3 3 0 1,1 0 0-16,-4 0-3 0,-1 6-3 16,0 8-7-16,-5 2-9 15,0 0-14-15,-3 1-22 16,-1-4-36 0,-3-1-112-16,0-9-114 0</inkml:trace>
  <inkml:trace contextRef="#ctx0" brushRef="#br1" timeOffset="734407.0672">10790 7737 679 0,'0'0'98'16,"0"0"-35"-16,0 0-20 16,0 0 41-16,0 0-37 15,0 0-29-15,-74 44-11 16,74-29-5-16,0 2-2 15,0 1 0-15,10 1-7 16,6-6-121-16,2-6-219 16</inkml:trace>
  <inkml:trace contextRef="#ctx0" brushRef="#br1" timeOffset="735038.398">10963 7829 723 0,'0'0'68'16,"0"0"-43"-16,0 0 49 16,0 0-6-16,0 0-14 15,0 0-18-15,-77 28-17 16,74-15 9-16,3 2-17 15,0-1 20-15,0-2-21 16,6-3 0-16,7-4 0 16,1 1 1-16,2-6-6 15,-1 0 1-15,0 0 1 0,-4-3-7 16,-1-3-12 0,-4-2-14-16,-2 1 6 0,-3 0-22 15,-1 4 14-15,0 0 13 16,0 1 7-16,0 2 4 15,0 0-4-15,0 0 2 16,0 5 0-16,0 3 5 16,0-2-4-16,0-1 4 15,11-1 1-15,3-2 2 16,3-2 8-16,6 0 16 16,0 0-18-16,0-11 10 15,1-6-8-15,-3-2 0 0,-5-3-2 16,-1 0 5-1,-3 1 1-15,-2 1 4 0,-4 4-1 16,-1 0-3-16,-2 3 1 16,-3 5-4-16,0 0-4 15,0 7 10-15,0 1-14 16,0 0-3-16,0 1-11 16,0 14 6-16,-3 6 3 15,3 4 4-15,-2-2-1 16,2 0-1-16,0-2 1 15,0-4-1-15,5-4-10 16,2-3-51-16,1-5-62 16,1-5-60-16,-3 0-181 0</inkml:trace>
  <inkml:trace contextRef="#ctx0" brushRef="#br1" timeOffset="735193.5488">11196 7827 475 0,'0'0'305'16,"0"0"-252"-16,0 0-33 16,0 0-19-16,0 0 0 15,0 0-1-15,48-3-74 16,-21-4-557-16</inkml:trace>
  <inkml:trace contextRef="#ctx0" brushRef="#br1" timeOffset="737457.5554">11582 7953 590 0,'0'0'198'0,"0"0"-138"16,0 0-43-16,0 0 36 16,0 0 43-1,0 0 11-15,5 0-50 16,10-3-28-16,0-7-19 0,-1 1-3 15,0-3-1-15,-5-1-5 16,-2-3 2-16,-4 1-3 16,-3 0-2-16,0-2-13 15,0 1-12-15,-4 0 7 16,-5 2 12-16,3 3-4 16,3 3 10-16,3 2-3 15,0 3 1-15,0 2-28 0,11 1-21 16,6 0 17-16,3 0 20 15,1 0-8-15,-2 1 4 16,-1 7 13 0,0 0 5-16,-3 0 1 15,-5 2-1-15,-5 0-1 0,1 1 3 16,-3-5 0-16,-2 0 6 16,3-1 9-16,-2 0-4 15,1-2 4-15,4-3 2 16,3 0-9-16,5 0-1 15,4 0 0-15,-1 0-7 16,-1-6-3-16,-6-1-38 16,-6 7 18-16,-5 0 20 15,0 0-3-15,0 0 2 16,-4 0 4-16,-6 0 12 0,0 7 40 16,2 3-10-16,5 0-17 15,3-1-10-15,0 1-9 16,3 0 8-16,15-3 1 15,3-3-6-15,4-2-1 16,2-2-2-16,-2 0-6 16,-2 0-32-16,-5-10-24 15,-7 0-7-15,-4-3 11 16,-6 2 12-16,-1 0-30 16,0-3 28-16,-15 5 9 15,0 1 12-15,-2 2 7 16,0 3 13-16,2 3 1 0,5 0 0 15,-2 0 0-15,6 0 0 16,-1 0 1-16,5 3-1 16,0 4 0-16,2 0 0 15,0-1 0-15,0 2 0 16,0-3 0-16,2-1 0 16,5 2 6-16,5-4-5 15,1 1 2-15,4-1-3 16,-2 0-1-16,3 0-42 15,-3-1-30-15,0-1-3 16,-2 0 20-16,2 0 19 16,-5 0 29-16,1 0 8 15,-2 0 0-15,0-3 21 16,-3-4 7-16,1-1 47 0,2-1-17 16,-3 1 2-16,0 2-24 15,0-1-11-15,0 3-7 16,2 1-1-16,0 1-9 15,0 2 2-15,0 0-2 16,2 0-4-16,-1 0 3 16,-2 9 10-16,2 4-11 15,-3 4 15-15,-3 3-4 16,-3-3 2-16,0 1-13 16,0-3-1-16,0-2 7 15,-4-3-6-15,-3-4 2 0,2-3-7 16,2-3 8-1,3 0-8-15,0 0 8 0,0-5-9 16,6-7-18-16,7-3-23 16,2 1-2-16,2 5 5 15,-1 2-9-15,0 4 2 16,0 3 20-16,-3 0 1 16,-4 0 19-16,4 0 5 15,-5 0 1-15,1 0 4 16,1 0 33-16,-3 0-4 15,-1 0-21-15,0-2 18 16,0-4-23-16,-3 1 10 16,0-2-18-16,-3 1-4 0,0 3 4 15,0 1 0-15,0 2-5 16,0 0 5-16,-4 1-2 16,-2 12 4-16,-2 0-1 15,5 3 11-15,0 1-2 16,2 2-8-16,1-5 0 15,0-1 16-15,0-3-13 16,5-4-5-16,5-3 7 16,3-3-5-16,-1 0 8 15,3-9 0-15,1-7-9 16,-1-4 1-16,-3-1 4 16,0 0-9-16,-2-3 3 15,-2 0 0-15,-2-2-3 16,-5 2 7-16,1 2-9 0,-2 3 5 15,0 4 0-15,0 3 7 16,0 6-5-16,0 2-1 16,0 4 0-1,0 0-1-15,0 0-5 0,0 0-14 16,0 11 18-16,0 6 1 16,0 2 0-16,0 2 0 15,0 3 4-15,0-5 17 16,0-1-6-16,3-4-5 15,10-3-7-15,4-4 1 0,5-4-1 16,2-3 1 0,3 0-4-16,-2 0 1 15,-1-3-1-15,-3-6 0 16,-6 0-4-16,-5 1 4 0,-5 2 1 16,-5 2-1-1,0 1 1-15,0 3 5 0,0 0-3 16,-12 0-3-16,-1 7 9 15,-3 4 15-15,3 1 0 16,6 3 15-16,1-3-18 16,6 2-7-16,0 0-1 15,0-3 2-15,12-2 2 16,4 0-10-16,1-6 0 16,2 0 3-16,2-3-2 15,-6 0-5-15,2 0-1 0,-4-7 1 16,-4-1-6-1,-1-2-3-15,-5-2-11 0,-1 0 0 16,-2 0-2-16,0 0-23 16,0 2 34-16,-6 0-20 15,-4 4 5 1,1 2 10-16,-1 4-4 0,2 0 15 16,-1 0-6-16,4 3 6 15,0 7 2-15,1-1-2 16,3-1-5-16,1 2 7 15,0-2 0-15,0-2 1 16,0-1-2-16,0-2-1 16,3 0 0-16,9-3-5 15,1 0 5-15,-1 0-16 0,2-2-2 16,0-7-7-16,0 0 15 16,-1-3 6-16,-3-1 6 15,0 0 0-15,1-1 0 16,-1 5 3-16,-3 4 3 15,3 0-2-15,-1 4 10 16,-1 1 0-16,2 0-12 16,-4 0-1-16,0 3 1 15,-3 7 3-15,-3 0-5 16,0 4-9-16,0-2-50 16,0-4-64-16,0-3-293 15</inkml:trace>
  <inkml:trace contextRef="#ctx0" brushRef="#br1" timeOffset="737585.2134">13057 7870 376 0,'0'0'102'0,"0"0"-7"0,0 0-8 15,0 0-61-15,0 0-26 16,0 0-125-16</inkml:trace>
  <inkml:trace contextRef="#ctx0" brushRef="#br1" timeOffset="737828.5706">13154 7646 569 0,'0'0'243'0,"0"0"-193"15,0 0 18-15,0 0 0 16,0 0-21-16,0 0-3 15,78 78-17-15,-75-48-15 16,-3-1-8-16,0 2 1 16,-10-1-5-16,-13-2-4 15,-5 0-108-15,-8-3-149 16</inkml:trace>
  <inkml:trace contextRef="#ctx0" brushRef="#br1" timeOffset="739632.0331">17987 8818 581 0,'0'0'36'16,"0"0"-36"-16,0 0 6 16,-89 7-5-16,75-4 76 15,3 0-17-15,7-3-30 16,3 2 6-16,1-2 2 15,0 0-11-15,0 2 0 16,0-1-8-16,2 2 27 0,20 1 46 16,6-3-21-16,9 2-28 15,15-2-25-15,10-1-2 16,11 0-9 0,9 0 0-16,1 0 10 0,-2 0-17 15,-8 0 0-15,-7 4 0 16,-14 1-66-16,-15 1-107 15,-10-2-10-15,-15 1-144 16</inkml:trace>
  <inkml:trace contextRef="#ctx0" brushRef="#br1" timeOffset="739939.5134">17683 9101 1060 0,'0'0'39'15,"0"0"-39"-15,0 0-42 16,0 0 42-16,0 0 64 16,110-8 2-16,-57 0-24 15,15-1-16-15,13-2-12 16,10-1-3-16,4-2 3 15,2 3-9-15,-8 4-5 16,-9 1 0-16,-12 3-3 16,-9 1-28-16,-12 2-65 15,-11 0-125-15,-11 0-52 16,-14 0-308-16</inkml:trace>
  <inkml:trace contextRef="#ctx0" brushRef="#br1" timeOffset="763415.9027">3747 10346 771 0,'0'0'31'0,"0"0"13"15,0 0 8-15,0 0-4 16,0 0 11-16,0 0 22 15,0 0-41-15,0 0-13 16,-77-24-20-16,69 24-7 0,-4 8 0 16,-4 9-4-16,2 3 4 15,-5 7-1-15,-3 2 1 16,-2 5 0-16,-5 2 0 16,-4 5 0-16,-5 0 1 15,-1 1-1-15,2-2 0 16,-3 4-1-16,2 2 1 15,2 0-3-15,-1 4 3 16,4-1 0-16,0 1 0 16,0 0 0-16,-2-3 0 15,5 4 5-15,2 2-5 16,4 4-2-16,4 3-4 16,5 2 5-16,4 1 1 15,3 2 0-15,5-1-2 16,3 1 0-16,0-1 1 15,-3-2 1-15,0-2 0 16,-5 1-1-16,-1 2 1 0,-2 1 4 16,-7-2 0-16,3-1-4 15,0-5-3-15,3-1 3 16,0-2 1-16,6 0-1 16,2 2 0-16,-1 0 0 15,1 0 0-15,1 2 2 16,-6 1-1-16,6 6 0 15,-3-1 9-15,1 2-9 0,1-2 9 16,2-5-10 0,1 1 0-16,1-1-1 0,0 0 1 15,0-1 8-15,0-3-8 16,3-1-3-16,1-4 3 16,1 1 3-16,1-2-2 15,-3 1-1-15,2-1 0 16,0 0 5-16,-1-1-5 15,1-4 3-15,-1 0 0 16,3-6-3-16,0 3 6 16,-1-2-1-16,2 0 5 15,-2 1-2-15,0-5 2 16,2-2-1-16,-2-9 1 16,0-3-9-16,2-3 0 15,4-1 4-15,-2-3-4 0,0-2 1 16,1-1 1-16,1 0-3 15,1-1 3-15,-1 0-3 16,-1 1 3-16,4 0-2 16,-3 0 1-16,1 4 7 15,1-3-2-15,0 1-3 16,-2 1-3-16,-1 0 2 16,4 2-1-16,-5-3-1 15,1 4 3-15,-1-1-8 16,2 0 5-16,1-2-1 15,-2 1 0-15,-2 0 1 16,4 1-2-16,-2 0 2 16,-2-1-1-16,1-1 0 15,-2-1 0-15,4 1 0 0,-4-3 1 16,1 0 7-16,-1-3-8 16,-2-2-7-16,3 0 6 15,-2-1 0-15,1 0-1 16,-1 0-17-16,-1-2-17 15,0 0-22-15,0-2-33 16,-3 0-45-16,2-8-69 16,-5-11-404-16</inkml:trace>
  <inkml:trace contextRef="#ctx0" brushRef="#br1" timeOffset="768199.2271">4833 9983 256 0,'0'0'51'15,"0"0"56"-15,0 0-43 0,0 0 19 16,0 0 31-1,0 0-33-15,-33-59-25 0,27 54 7 16,-1 0-18-16,-2 1-7 16,-4 4-25-16,-1 0 1 15,-2 0-3-15,-4 0 14 16,-6 0-17-16,-5 4-3 16,-6 9-1-16,-6-1-1 15,-5 5-3-15,-10 0 0 16,-6 4 3-16,-7 2-2 15,-1 0 1-15,-7 5 8 16,4-1 3-16,-1 3 8 0,1 1-11 16,0-1 8-1,7 2-10-15,6 1-6 0,8 1 1 16,8 3-3-16,6 7 0 16,4 7-1-16,3 4 1 15,5 4-2-15,3 3 0 16,6 5 1-16,6-1 1 15,10 2-1-15,3 2-3 16,0-4 4-16,22-2 4 16,2-5-4-16,9-5-5 15,3-1 5-15,5-3 1 16,9 0-1-16,11-5 6 16,10 1-2-16,7-5-2 15,7-2 1-15,6-5-3 16,5-2 2-16,5-8 0 0,9-5-2 15,1-4 0-15,1-6 0 16,2-5 7-16,3-4-7 16,2 0 4-16,8 0-3 15,0 0 0-15,7-8-1 16,-3-1 2-16,0-2-2 16,2 5-4-16,-6-2 3 15,-5 3-1-15,-4 3-1 16,1 0 0-16,0 2 3 15,1 0-2-15,-2 0-3 0,-2 0 1 16,-1 0 2 0,-2 9-21-16,-4 1 19 0,0 2 2 15,-4 4-1-15,-1-1 5 16,0 4-3-16,7-2 2 16,-3 3 4-1,3-1-2-15,-1-2-3 0,-4-2 4 16,-1 0 5-16,1-1-8 15,-4-3 6-15,-3 0-6 16,-5 0 3-16,-5-2-1 16,-4-1 1-16,-4 1 3 15,1-3-3-15,1 4-4 16,-1-3 0-16,1-2 4 16,-3 0 3-16,2-4-3 15,-3-1-4-15,3 0 1 0,-2 0 3 16,-3 0-4-16,0 0 0 15,-5 0 0-15,-1 0 3 16,-2 0-3 0,-7 0 0-16,-2 0 0 0,-3 0 4 15,3 0-4-15,3 0 0 16,-2 0 2-16,4-6-2 16,-5-2 0-16,-6-1 1 15,4-3-1-15,-1 0-5 16,0-1 5-16,2 1 1 15,-1-2-1-15,0 0 1 16,-1-1-2-16,-3 4 1 0,-2-2 0 16,0 1 0-16,0 1 0 15,-2-2 0-15,0 2 0 16,-3-1 1-16,-1-2-1 16,-4 3 7-16,-1-3-6 15,1 0 2-15,2 0 5 16,1 1 7-16,1 0 3 15,1-1-5-15,-5 4 0 16,4 0-6-16,-3-1 1 16,-1 2 1-16,0-3-4 15,1 0-2-15,0 0-2 16,2-2 2-16,1-1 0 16,-4-3-3-16,3 2 2 15,-5-4-4-15,3 3 3 16,-1-3-1-16,0 2 0 0,1-2 1 15,-3 4-1-15,-2 2 1 16,0 1 1-16,-3 1-2 16,0 0-2-16,-2 3 2 15,2 1 0-15,-4-1 1 16,0 4-1-16,0-2 2 16,4 2-2-16,-1 2 0 15,3-2 1-15,1 0-1 16,-5 1-1-16,-1-2 1 15,-3 1 1-15,-7-1-1 16,2-1-5-16,-3-1 4 16,4 2 1-16,0 0 1 15,1 1-1-15,-1 2 0 16,1-2 0-16,1 1 0 0,-2-1 1 16,-1-3-1-16,-2 1 0 15,-4-1 2-15,-3-3-2 16,-6-4 0-16,-3-7-2 15,-6-6-2-15,0-9-9 16,-8-6-6-16,-11-4-3 16,-1-4 13-16,0-1 4 15,5 6-6-15,1 5 9 16,7 0 2-16,-1 7 1 0,1 0 5 16,-2 0-10-1,0 1 5-15,-3-1-2 0,-3-1 2 16,-3-3 10-16,0 0-9 15,-7 1 0 1,-2 0 1-16,-3 8 2 0,-1 0-1 16,-2 5 2-16,0 3 2 15,2 1-4 1,0 1 1-16,2 2 2 0,3-3-2 16,-1 1 10-16,1 2 2 15,1 0-13-15,-2 0 11 16,3 2-6-16,-3 0-6 15,0 2 2-15,-1 4-5 16,0-4 0-16,-2 6 0 0,-1-3 0 16,-3 1 1-16,-1 3 1 15,-2-2-2-15,-5 3 0 16,0-1 6-16,-1 0-5 16,1 1 2-16,-1-1-1 15,-4 1-1-15,1 3-1 16,-4 0 0-16,1 0-2 15,2 1 2-15,0-1 0 16,2 2 2-16,-3 0-1 16,2 0 0-16,-6 5-1 15,0 2 0-15,0 0-1 16,-1 0 2-16,2 3-2 16,1-1 1-16,-1-1-1 15,-3-2-1-15,-4 2-3 16,-3-3-11-16,-3 1 8 15,-4-2-7-15,2 1 13 0,0 0-4 16,2-4 1-16,1 1 5 16,2-2 5-16,1 0-5 15,2 1 0-15,-3 2-3 16,-2-1 2-16,-4 1 1 16,-7 2 0-16,2-2 0 15,-3 1-2-15,0 0 1 16,0 1-3-16,0-2 1 15,2-3-2-15,0 0 4 0,-3 0-1 16,-1 0 2 0,-7-3 2-16,-7-1-1 0,-7 1-1 15,2 2-2-15,-1 1 2 16,6 0 0-16,9 0 0 16,12 0 0-16,10 0-2 15,7 0 4-15,3 1-3 16,-3-1 1-16,1 2-1 15,-5-2 1-15,-5 3 0 16,-3-1 2-16,-7 3 0 16,-5-1-4-16,-4 2 6 15,-2-4-2-15,2 1-2 16,5-3-1-16,8 0 1 0,2 0 0 16,2 0 1-1,3 0 5-15,1-8-6 0,2 1-3 16,0 2 3-16,-6 1-1 15,-4 3-3-15,-5 1 2 16,-7 0 4-16,2 0 0 16,-1 0-2-16,5 0-2 15,0 0 2-15,7 0 3 16,3 0-1-16,0 0-4 16,6-3 2-16,-2-1 0 15,-5 0 0-15,-2-1 4 16,-2 1-5-16,0 2 1 15,-1 0-1-15,-1 2 1 16,-4 0-1-16,2-1-3 16,1-1 3-16,5-2 1 0,0-3 3 15,6 1-2-15,1-3-2 16,5 0 2-16,0-3 2 16,3 3-2-16,1-2 0 15,2 4-2-15,4 0 1 16,2 2 0-16,-2 3 0 15,0-1 1-15,1 3-1 16,2 0 0-16,1 0 0 16,1 0 0-16,1 0 0 15,5 3 0-15,0 1-1 16,1 3 1-16,0-2-2 16,-1 2 2-16,-5 1 0 15,-1-3 1-15,-6 0-1 16,-1-1-1-16,1-1 1 0,2 0 0 15,4-1 0 1,2-1 0-16,4-1 0 0,2 3 2 16,4 2-2-16,1 0 0 15,-1 5 0 1,2 0 1-16,1-1 4 0,1 1-5 16,5-3 0-16,5 0-1 15,-2-1 2-15,8 1-1 16,1-3 0-16,1-1-4 15,4-3 4-15,2 0 0 0,0 0-2 16,0 0 1 0,0 0-1-16,0 2-49 0,0 3-19 15,0 0-45 1,5 5-40-16,-5-3-114 0,0 1-263 16</inkml:trace>
  <inkml:trace contextRef="#ctx0" brushRef="#br1" timeOffset="769544.6687">13219 10464 758 0,'0'0'40'15,"0"0"39"-15,0 0-28 16,0 0-11-16,0 0 70 15,0 0-52-15,0 0-31 0,-9-27-27 16,9 47 0-16,0 9 7 16,0 4 28-16,1-1-6 15,4-3-12-15,4-3 0 16,1-4-5-16,5-3 6 16,4-6-4-16,4-8 1 15,11-5 14-15,8-1-7 16,6-20-9-16,2-5-7 15,1-1-4-15,-6-1-2 16,-5 5-19-16,-8 1-59 16,-7 7-62-16,-7 3-132 15,-8 5-366-15</inkml:trace>
  <inkml:trace contextRef="#ctx0" brushRef="#br1" timeOffset="773247.1827">14778 10017 730 0,'0'0'43'15,"0"0"-12"-15,0 0-25 16,111-25-5-16,-61 14 26 15,10-1 23-15,8 3 3 0,3 0-34 16,-2 3-9 0,-8 2-10-16,-10-1 0 0,-15 3 0 15,-16 0 0 1,-12 2-23-16,-8 0-26 0,-17 0-30 16,-26 2 28-16,-18 9 51 15,-12 4-1-15,-10 0-5 16,-1 0 6-16,3 2 7 15,8-1-7-15,15-3 1 16,16-4 15-16,17 0 43 16,16-3-15-16,9-2-29 15,6 1-7-15,28-2-8 16,17-3 11-16,15 0 10 16,14-1 4-16,11-10-12 15,9 2-10-15,10-2-3 0,7-3-10 16,1-8-96-1,-2-10-161-15</inkml:trace>
  <inkml:trace contextRef="#ctx0" brushRef="#br1" timeOffset="868698.157">8459 16134 126 0,'0'0'629'0,"0"0"-551"16,0 0 21-16,0 0-39 0,0 0 95 15,-83-38-109-15,63 38-6 16,-3 0 4-16,2 0-19 16,1 2-21-16,-2 12 11 15,-1 5-3-15,0 7-7 16,1 5-3-16,2 3 0 16,0 4 0-16,10 2-2 15,4 4-1-15,6-3 1 16,0-1 0-16,6-3 0 15,16-2-1-15,5-2 1 0,7-7-1 16,4-3 1 0,1-4 0-16,8-7 1 15,-7-5 0-15,-1-4-1 0,-3-3 3 16,0 0-2 0,-5-10 3-16,2-5-2 0,-8-7 5 15,-4 0-5-15,-7-5 0 16,-1-2 4-16,-6-4-6 15,-5 0 5-15,-2-2 6 16,0-3-11-16,-15 1 4 16,-7 4 5-16,-1 3-9 15,-4 6 5-15,-3 3-3 16,-5 6 6-16,5 0 0 0,-3 2 3 16,3 3-10-1,0 0 6-15,2 3-4 0,0-1-1 16,-1-1-2-1,3 1 0-15,3-1 3 0,7 6-3 16,2 0 0 0,5 3-1-16,3 0-5 0,3 18-56 15,-1 11-59-15,4 0-134 16,0 2-228-16</inkml:trace>
  <inkml:trace contextRef="#ctx0" brushRef="#br1" timeOffset="869644.1311">7607 15880 468 0,'0'0'138'0,"0"0"-72"15,0 0 1-15,0 0 0 16,0 0 44-16,0 0-46 0,-83-56-4 15,80 52-15-15,-2 0 15 16,4 1-15-16,-1 3 11 16,2-2-42-16,0 2-2 15,0 0-13-15,0 0-1 16,3 0-7-16,18 10 8 16,6 2 6-16,7 5 6 15,4 0-5-15,-1 3-5 16,3 4 4-16,2 1-2 15,-2 2-3-15,3 3 6 16,-1-1-4-16,-3-5 2 16,0 0 0-16,-5-7-4 0,-4-2 0 15,-2-2-1-15,-8-5 5 16,-2-3-4-16,-8-2 0 16,-4-3 0-16,-2 0-1 15,-2 0 3-15,-1 0-3 16,0 0-11-16,-1-15-86 15,0-3-101-15,0-4-39 16,0-3-443-16</inkml:trace>
  <inkml:trace contextRef="#ctx0" brushRef="#br1" timeOffset="869981.0514">7926 15838 693 0,'0'0'144'0,"0"0"-51"15,0 0-10-15,0 0 33 16,0 0-48-16,0 0-34 16,-47-15-34-16,47 15-11 15,19 5 7-15,9 7 4 16,7 1 0-16,1 3 3 16,-1 1-3-16,-2 3 5 15,-1 1-5-15,-7 3-2 16,-3 6 2-16,-7 1 2 15,-6 3 6-15,-9 4-3 16,0-3-5-16,-9-3 17 16,-10-2-1-16,-9-5 8 15,2-5 0-15,-4-3-10 0,3-4-7 16,1-6-5-16,0-4-1 16,0-3-1-16,4 0-59 15,-1 0-163-15,-2-6-357 16</inkml:trace>
  <inkml:trace contextRef="#ctx0" brushRef="#br1" timeOffset="871144.9393">7548 16936 780 0,'0'0'55'16,"0"0"-55"-16,0 0 0 15,0 0 54-15,0 0 27 16,0 0-39-16,36-6 52 15,-2-8-12-15,12-4-33 16,3-3-12-16,4-4-14 16,-3-2-17-16,2 1 12 15,-4 1-17-15,-2-2 11 16,-5 6-11-16,-12 1 3 0,-5 1-3 16,-10 5 9-1,-6-1-8-15,-4 2 2 0,-4 2-1 16,0 1-2-16,0 1-1 15,0 1-1-15,-12 1-33 16,-2 2-40-16,-8 0-7 16,-2 2-61-16,-5 2 15 15,-1 1 43-15,0 0 48 16,0 0 2-16,6 0 34 16,4 5 6-16,3-1 21 15,11-4 49-15,3 0 26 16,1 0 14-16,2 0-37 15,0 0-51-15,16-5-7 16,10-9-1-16,11 2 14 16,2 2-26-16,1 4-7 0,2 6 8 15,-5 0-9-15,-5 6 5 16,-8 13-4-16,-8 8-1 16,-6 2 2-16,-10 8-1 15,0 3 4 1,-13-1-3-16,-5 5 1 0,-3-1-3 15,2-3-53-15,2-1-133 16,1-6-160-16</inkml:trace>
  <inkml:trace contextRef="#ctx0" brushRef="#br1" timeOffset="871579.781">8088 17604 732 0,'0'0'13'15,"0"0"20"-15,0 0 117 0,0 0-36 16,0 0-31-16,76-95-24 16,-58 64-14-1,2-2 9-15,2-4-25 16,3-6 0-16,-1-8-1 0,4-8-7 16,-3-12-1-1,0-1-8-15,1-3 5 0,-2 6-14 16,-3 12 0-16,-5 7 5 15,-4 7 5-15,-3 8-12 16,-3 9 15-16,-3 9-13 16,0 6-3-16,-3 6 0 15,1 5-2-15,-1 0 0 16,0 5-95-16,0 15-112 16,-7 8-110-16</inkml:trace>
  <inkml:trace contextRef="#ctx0" brushRef="#br1" timeOffset="871847.1101">8298 16987 769 0,'0'0'239'0,"-2"-76"-205"15,4 34-31-15,12 6 46 16,5 6 37-16,0 10-41 15,1 9-20-15,2 10-21 16,5 1 2-16,-2 8-8 0,5 18 2 16,-6 7 0-16,1 6-1 15,-7 3 3-15,-4 0-2 16,-6 1 0 0,-8 1-74-16,0-8-121 0,-11-7-227 15</inkml:trace>
  <inkml:trace contextRef="#ctx0" brushRef="#br1" timeOffset="872633.3827">7243 15752 767 0,'0'0'133'15,"0"0"-62"-15,0 0 22 16,0 0 8-16,0 0-9 15,0 0-76-15,-86-23-3 0,66 43-1 16,0 6-5-16,1 4 5 16,12 3-2-16,7-4-5 15,0 3 0-15,26-6-2 16,9-2 4-16,11-12-6 16,4-11 1-16,5-1 8 15,-3-13-8-15,-5-16 3 16,-6 0-1-16,-10-3-2 15,-11 4 0-15,-11-3-1 16,-9 3 4-16,-3-3-5 0,-27 5 0 16,-4 4 5-16,-3 7-4 15,1 6-2-15,1 9-5 16,1 0 5-16,6 12 1 16,1 15-3-16,9 6 3 15,6 4-6-15,6 8 4 16,6 6-39-16,3 8-84 15,15 8-115-15,0 3-213 16</inkml:trace>
  <inkml:trace contextRef="#ctx0" brushRef="#br1" timeOffset="873261.8627">7357 16600 896 0,'0'0'32'15,"0"0"-30"-15,0 0 60 16,-103 96 67-16,82-56-62 16,8 5-35-16,10-2-7 15,3 2-4-15,14-6-13 16,14-3 3-16,7-10-7 16,7-4-3-16,1-8 2 15,0-13 3-15,1-1-5 0,-3-3-2 16,-5-17 2-16,-6-10 4 15,-9-4-4-15,-11-3-1 16,-10-5-4-16,-7 2 3 16,-23 4-4-16,-10 7-2 15,-2 9 5-15,2 10 2 16,1 6 1-16,5 4-1 16,4 11-2-16,7 16-4 15,6 10-2-15,9 8 5 16,8 7-50-16,0 4-99 15,20 1-83-15,8 1-508 16</inkml:trace>
  <inkml:trace contextRef="#ctx0" brushRef="#br1" timeOffset="873866.149">8199 17551 768 0,'0'0'59'15,"0"0"-41"-15,-80 13 66 16,52 5 11-16,-1 6 7 15,4 4-57-15,5 6-12 16,4 2 0-16,9 1-6 16,5 2-4-16,2 0-7 0,6-5-4 15,18-1-8-15,6-4-4 16,0-6 6-16,10-6-8 16,-3-13 7-16,5-4-3 15,-2-9 6-15,-1-15-2 16,-7-10-4-16,-4-5 0 15,-15-3-1-15,-10-3-1 16,-3 2 0-16,-19-1-10 16,-19 5-7-16,-9 10 7 15,-3 8 5-15,0 12 5 16,1 9-7-16,5 0 6 16,5 11-2-16,8 14-3 15,10 8-5-15,12 5-94 0,9 3-83 16,0-1-76-16</inkml:trace>
  <inkml:trace contextRef="#ctx0" brushRef="#br1" timeOffset="886172.7505">6462 15213 430 0,'0'0'29'15,"0"0"-2"-15,0 0-11 0,0 0 55 16,0 0 29-16,0 0-40 16,0 0-37-16,-5-3-17 15,5 2 0-15,12-1 11 16,2 2 2-16,3-3 6 15,5 3-7-15,2 0-8 16,6 0 1-16,8 0 0 16,5 0-1-16,4 0-7 15,5 0 7-15,-1 0-3 16,2 3-5-16,2-3 3 0,-1 3-3 16,5 0-1-1,-2 0 0-15,-2 4 0 0,-4-1 0 16,-3 2-1-16,-3-1 0 15,-2 1 0-15,-1 2 5 16,-2-6-4-16,3 0-1 16,1 0 0-16,2-3 1 15,1 0 0-15,1 2-2 16,-2 0 0-16,-2 1 1 16,-2 1 0-16,0 0 2 15,7-1-2-15,1-1-6 16,7-1 6-16,2 1 0 15,1 1 2-15,3-3-1 16,-4 1 0-16,-2-1-1 16,1 1 0-16,-8-1 0 15,-4-1 0-15,-6 0 0 16,-6 1 0-16,-4 1 0 0,-1 1 2 16,-7 1-1-16,3-1 0 15,-5 1-2-15,1 0 1 16,-4 0 0-16,0 1 0 15,-1-2 0-15,-2 0 0 16,2 1 0-16,-4-1 1 16,1-2-1-16,-4 2 1 15,0-3-1-15,3 0 0 16,-2 3 0-16,0-3 0 16,0 3 0-16,0 0-2 15,-5 0 2-15,4 2 2 16,-4-2-2-16,0-1-2 0,-2 1 2 15,-1 0 1-15,-1 1-1 16,4 0 0-16,0 5 0 16,2-1 0-16,2 3-2 15,0 3 1-15,0 3 2 16,2 2 1-16,0 2-2 16,3 4 0-16,0 5 1 15,0 1-1-15,-1 2-2 16,-1 3 1-16,1 3 2 15,-1 2 0-15,-1 1-1 16,1 4 5-16,-3 4-4 16,-3 3 4-16,-2 9 12 0,2 3-5 15,-6 4 10-15,0 2 4 16,0-2 11 0,0 1 3-16,5-1-14 0,8-4-13 15,6-1-11-15,7-5 7 16,0 0-8-16,3-1 1 15,0 0 2-15,-1-1-2 16,0-2-2-16,-3-1 0 16,-2 2 2-16,-3 0 0 15,0 4-1-15,-2-7-1 16,-3-4 0-16,0-6-1 16,-5-11 1-16,-3-4 3 15,1-6-2-15,-6-7 3 0,0-3-2 16,0-6-1-16,-2-2-1 15,0-2 3-15,0-2-3 16,3 0-21-16,-1 0-9 16,-2 0-40-16,1 0-56 15,-1 0-136-15</inkml:trace>
  <inkml:trace contextRef="#ctx0" brushRef="#br1" timeOffset="888902.0152">7913 4113 775 0,'0'0'68'15,"0"0"10"-15,0 0-48 0,0 0 21 16,0 0 1-16,0 0-9 15,0 0-35-15,-24-38-8 16,41 34-90-16,5-3-123 16</inkml:trace>
  <inkml:trace contextRef="#ctx0" brushRef="#br1" timeOffset="928015.1483">20585 2199 704 0,'0'0'120'0,"0"0"-48"15,0 0 13-15,0 0 46 16,0 0-50-16,0 0-26 16,0 0-19-16,0 0-10 15,-28 0-11-15,21 0-9 16,1 11-3-16,-2 4 3 15,2 4-2-15,5 0 3 16,1 1 2-16,0-3-8 16,2-3 0-16,12-1-1 0,6-6 0 15,2-3 6-15,1-4-2 16,0 0-3-16,0-2 8 16,-8-8-7-16,-5-6 5 15,-2 0-4-15,-8-1 2 16,0-1-4-16,-8 1 2 15,-13 2-3-15,-1 1 1 16,-2 2-1-16,1 5 2 16,4 4-1-16,6 1-1 15,1 2-4-15,3 0 3 16,2 0-1-16,2 7 0 16,-1 7-4-16,6 3 4 15,0 0-1-15,0 0 3 0,0-4-3 16,7-2 2-16,2-2 0 15,2-2-3-15,2-3 4 16,2-4 1-16,3 0 0 16,-1-3 1-16,-1-9 2 15,-4-4-4 1,-5 1 0-16,-5 0-2 0,-2 1-6 16,0 2 4-16,-6 7-1 15,-6 2-1-15,-3 3-14 16,-1 0-26-16,2 8-37 15,2 6-89-15,6-2-68 16,5-1-386-16</inkml:trace>
  <inkml:trace contextRef="#ctx0" brushRef="#br1" timeOffset="929812.942">19998 1279 470 0,'0'0'181'0,"0"0"-64"16,0 0-73-16,0 0-1 0,0 0-18 15,0 0-2 1,0 0 4-16,0 0-12 0,0 0 4 15,0 0-3-15,2 0-13 16,-1 0 45-16,5 5-3 16,-4 4-4-16,3 0-12 15,0 2-4-15,-1 3 1 16,-1-2-11-16,2 2-2 16,-1 2 3-16,4 0-7 15,-4 1 1-15,-2 0-2 16,4 2-6-16,-3-1 10 15,4 1-7-15,-1-5-3 16,0 6-1-16,0-3 1 16,-1-3 2-16,1 2-4 0,2-1 5 15,-3 1-3 1,2-2 5-16,-2 2-6 16,-1-3 2-16,2 2 2 0,0-2-1 15,2 2 2 1,-2-5-3-16,-2 3-2 0,3-2 3 15,-2 1-4-15,1-1 1 16,1 2-1-16,1-3 1 16,-1 2-1-16,1 0 1 15,-1-1-1-15,1 0 3 16,4-1-3-16,-5 2 4 16,2-3 1-16,1-1-5 15,-2 2 0-15,1-1 0 0,-3-2 3 16,1 0 1-16,-1 0-4 31,-1 1 3-31,1 1-2 0,-2-3 4 0,3 5-3 16,-2-3-1-16,1 2 1 15,-1-1 2-15,-1 2-3 16,2-2 3-16,-2-1-4 16,-1 1 1-16,0-1 3 15,-1 0 1-15,2 0-5 16,-2-1 0-16,1 0 4 15,-2 1 1-15,2-1-3 16,-1 0 3-16,0 0-4 16,-1-2 2-16,0 3 0 0,4-1-3 15,-1 2 0-15,1-3 2 16,-2 1-1-16,1 0-2 16,2 2 5-16,1-1-6 15,-1 1 5-15,1-1-5 16,-3-1 5-16,2 0-3 15,-1 1 4-15,2-1-4 16,-1 1-1-16,-2-1-2 16,4 0 3-16,-4 0 6 15,4-2-6-15,-2 2 0 16,0-2-2-16,3 1 2 16,-2-3 2-16,-1 4-2 15,0-5 1-15,-4 1-1 16,5 0 0-16,-4-1 0 15,1-2 0-15,-1 0-12 0,-3 0-19 16,0 0 6-16,0 0-31 16,0-10-80-16,0-5-155 15,0 0-236-15</inkml:trace>
  <inkml:trace contextRef="#ctx0" brushRef="#br1" timeOffset="930539.0017">20494 1867 452 0,'0'0'120'16,"0"0"26"-16,0 0-72 0,0 0 17 15,0 0-15-15,0 0-9 16,-8-10-21-16,8 10-7 16,0 0 2-16,0 0-4 15,0 0 3-15,0 0-11 16,-2 0-13-16,2 0 1 16,0 0-2-16,0 0 2 15,0 0-2-15,0 0-11 0,0 0-4 16,0 0-1-16,0 5 1 15,0 7 9 1,3 0-1-16,6 0-2 0,0 4 2 16,0-2 0-16,3 2-4 15,-2 1-2-15,-1 2 2 16,2-1-2-16,-2 1 0 16,-2 0 0-16,-2-1 0 15,-2 1-2-15,-3 0 0 16,0-2 2-16,0 0-2 15,0-1 2-15,0-3-1 16,-6-2 2-16,0-5-3 0,1 3 0 16,-1-6 2-16,-1 0-1 15,-1-1 5-15,-1 0 2 16,-4 0 3-16,0-1-1 16,-7 1-3-16,-2-2-2 15,-5 0-2-15,-5 0 2 16,0 0 2-16,-4 0 1 15,-1 0-3-15,2 0 5 16,1 0-5-16,3-2 8 16,2-1-12-16,1 0 3 15,3 0 5-15,5-1-6 16,0 2 0-16,5 0-3 16,0-1 2-16,5 1-7 15,-1 1 7-15,5 1-2 16,0-1 0-16,1 0-3 0,2-2 3 15,-1 1-8-15,4 0-22 16,0 0-11-16,0-1-42 16,0 1-92-16,0-2-160 15</inkml:trace>
  <inkml:trace contextRef="#ctx0" brushRef="#br1" timeOffset="934931.2233">20442 1475 755 0,'0'0'99'16,"0"0"-35"-16,0 0 20 15,0 0 37-15,0 0-49 16,0 0-19-16,0 0-24 16,-7-13-19-16,5 13 0 0,0 0-10 15,-1 13 1-15,-3 7 6 16,-3 8 11-16,-2 0 3 16,-2 2-2-16,-1-3-6 15,2-3-7 1,2 0-1-16,1-7-3 0,2-5 0 15,2-4-2-15,4-4 0 16,-1-2-22-16,2-2-52 16,-3 0-8-16,-1-11-86 15,-6-8-250-15,2 1-60 16</inkml:trace>
  <inkml:trace contextRef="#ctx0" brushRef="#br1" timeOffset="935205.4917">20232 1537 459 0,'0'0'92'0,"0"0"-14"0,0 0 42 16,0 0-3-16,0 0-22 15,0 0-35-15,-1-9-36 16,1 9-12-16,0 0 9 16,6 6 57-16,7 2-39 15,2 1-2-15,3 4-9 16,0-3-6-16,3 3 8 15,-3-2-13-15,2 1-9 16,3 1-5-16,-3-1-3 0,0-1 0 16,1-1 2-1,0-1-2-15,-3 2 0 16,1-2-100-16,-5-1-152 16,-7 1-303-16</inkml:trace>
  <inkml:trace contextRef="#ctx0" brushRef="#br1" timeOffset="1.01362E6">12543 11176 607 0,'0'0'94'15,"0"0"-3"-15,0 0-80 16,0 0-2-16,0 0 16 16,0 0 6-16,0 0-10 0,-7 0-21 15,15 0 8 1,7 0 24-16,6 0 14 0,4 0-16 15,2 0 9-15,3 0-10 16,3 0 0-16,1-3-3 16,2-2-17-16,2 0 10 15,-1-1 1-15,3 2-6 16,-1-2 2-16,0 3-15 16,-1 1 12-16,-3 0-5 15,-3 1-1-15,-3-1-4 16,-7 1-3-16,-1 0 2 15,-6 1 0-15,-3-1-2 16,-4 1 4-16,-4-2-3 16,0 2 2-16,-4 0-1 15,0 0 4-15,0-1-3 0,0 1-1 16,0 0 1 0,0 0-1-16,0 0-2 0,0 0-23 15,2 0-129 1,-2 0-163-16,0 0-389 0</inkml:trace>
  <inkml:trace contextRef="#ctx0" brushRef="#br1" timeOffset="1.01578E6">12703 11123 746 0,'0'0'70'0,"0"0"-49"15,0 0-21-15,0 0 0 16,0 0 8-16,0 0-1 16,0 0 48-16,80 0-35 15,-44 0-5-15,0 0-10 16,-2 0 2-16,-2 0-3 15,-2 2-4-15,-4-1 0 16,-7 0-6-16,-5-1 6 16,-10 0-1-16,-4 0-61 0,0 0-14 15,-7 2 51 1,-19 0-5-16,-8 1-120 0,-3-1 61 16,-6 2 75-16,2 2 11 15,-1 1 3-15,4 2 7 16,7 0 8-16,5-4 20 15,13 1 24-15,5-3-28 16,7 1-8-16,1 1 1 16,0 2 10-16,3 3-7 15,13 1 33-15,8 3 19 16,3-1-33-16,4 0 4 16,4-3-7-16,0-2-20 15,5-2 0-15,1-3-11 16,1-3-6-16,2 0 1 0,1 0-6 15,4 0-2-15,0 0-83 16,-5-9-120-16,-7-8-461 16</inkml:trace>
  <inkml:trace contextRef="#ctx0" brushRef="#br1" timeOffset="1.02466E6">18372 1509 60 0,'0'0'344'0,"0"0"-294"0,0 0-28 15,0 0 5-15,0 0 43 16,0 0-1-16,0 0 27 16,0-33-54-16,-2 30-37 15,1 2 35-15,-3-3 14 16,1 1-21-16,0 2-21 16,0 0 9-16,-1 1 2 15,3-1 15-15,-2-1-6 16,0 2 0-16,-1 0-15 15,-3 0-6-15,-1 0-11 0,0 4 2 16,2 7-2 0,-1-1-1-16,1 6 1 0,2-2 1 15,1 2 2-15,3-5-2 16,0-1 0-16,0-5-1 16,0 2 2-16,3-7-2 15,1 0 8-15,2 0-7 16,1 0 12-16,-1 0-10 15,-2 0 10-15,0-8-8 16,-3 0-1-16,-1-2-1 16,0-2-2-16,0 1-1 15,-5 2 0-15,-5-3-2 16,-1 5 2-16,2 2-1 16,1 3-4-16,0 2 5 15,-3 0 0-15,2 0-6 0,1 12-1 16,1 0 0-16,5 4-3 15,2 1-53-15,0-2-24 16,15 0-38-16,9-6-47 16,6-4-240-16</inkml:trace>
  <inkml:trace contextRef="#ctx0" brushRef="#br1" timeOffset="1.02834E6">18881 10183 719 0,'0'0'146'16,"0"0"-100"-16,0 0 40 15,0 0 1-15,0 0 35 16,0 0-65-16,0 0-3 16,0-22-17-16,0 22-18 15,-2 0 11-15,1 0-19 16,-3 0-11-16,-1 0-2 15,-6 1 1-15,-3 8 0 16,0 2-1-16,1 0 2 16,4 2 0-16,4 0 3 15,2 0-3-15,3-1-2 16,0 1 1-16,2-2 1 16,10-2 3-16,5-4-2 0,3 0 1 15,2-5 1 1,2 0 1-16,-6 0-4 0,0-5 9 15,-3-6-9-15,-6-4 2 16,-5-1-2-16,-4 0 0 16,0-1-3-16,-1 3-1 15,-11 0-1-15,-3 1 5 16,0 6 0-16,1-3 1 16,4 7-1-16,-1 0 3 15,1 2-3-15,4 1-3 16,0 0 0-16,-1 0 1 15,0 0 1-15,-4 4-5 16,2 7 6-16,-3 1-1 16,5 2-2-16,2 1 3 15,5-3-1-15,0-3-4 0,0-1 2 16,3-2 5-16,8 0-2 16,3-5 0-16,3-1 2 15,2 0 1-15,-3 0-3 16,0-7-4-16,-6 0-9 15,-4 0 5-15,-3 0 4 16,-3 2 1-16,0 0-2 16,0 2-4-16,0 2 0 15,-10 1 7-15,-1 0-13 16,-3 0 2-16,1 7-46 0,4 6-57 16,5 2-95-16,4-2-168 15</inkml:trace>
  <inkml:trace contextRef="#ctx0" brushRef="#br1" timeOffset="1.0327E6">17999 10232 585 0,'0'0'77'15,"0"0"-42"-15,0 0 25 16,0 0 25-16,0 0 22 0,0 0-39 15,0-3-43 1,0 1-11-16,0 2 9 0,0-1 2 16,7-3-4-16,6 0-19 15,4-2-1-15,6 1 1 16,1 1 1-16,3 0-2 16,2 1-2-16,1 0 2 15,2 3 0-15,-1-3-1 16,0 3 0-16,-2 0 0 15,-1 0 0-15,-3 0 0 16,0 0 0-16,-3 0 0 16,4 0 0-16,-2 0 0 15,-3 0 0-15,2 0 3 16,-1 0-3-16,0 3 1 16,0-3-1-16,0 3 0 15,-3-3 0-15,1 2 1 16,-3-1-1-16,1 1 0 0,-4-1 0 15,-2 0 0-15,2-1-1 16,-3 2 1-16,2-2 0 16,-2 0 1-16,-4 0-1 15,2 0 0-15,-5 1 0 16,-1-1 0-16,1 0-3 16,-4 0 3-16,0 0 0 15,1 0 1-15,1 0 11 0,2 0 0 16,-1 0 6-1,1 0-7-15,-2 0-4 0,-1 0-5 16,-1 0 0 0,0 0-2-16,0 0-4 0,0-1-58 15,0-2-115-15,-14-1-105 16,1 1-122-16</inkml:trace>
  <inkml:trace contextRef="#ctx0" brushRef="#br1" timeOffset="1.03307E6">18613 10101 574 0,'0'0'212'16,"0"0"-126"-16,0 0-1 0,0 0-9 16,0 0 49-1,0 0-73-15,-35-25-28 0,35 25-20 16,0 0-4-16,0 0-13 15,9 0 10-15,4 10 1 16,4-4 2-16,-1 3 2 16,2-1 0-16,-3 1 3 15,1 3-10-15,-1 0 10 16,-1 0-4-16,-4 3-1 16,-2 1-1-1,-4 4 0-15,-4 1-5 0,0 2 5 16,-10-2 1-16,-5 0 7 0,-5-2-5 15,4-4 8 1,1-2 0-16,7-7-6 0,4-2 3 16,2-2-7-16,2-2 0 15,0 0-62-15,3-3-179 16,16-14-374 0</inkml:trace>
  <inkml:trace contextRef="#ctx0" brushRef="#br1" timeOffset="1.0339E6">18883 10149 595 0,'0'0'214'15,"0"0"-155"-15,0 0 10 0,0 0 24 16,0 0 27-16,0 0-60 16,-89-12-33-16,77 14-6 15,4 8-6-15,4 1 1 16,3 2-6-16,1-1-8 16,0 1-1-16,0-1 2 15,3 0 4-15,8-1-2 16,8-3-1-16,-1-3-4 15,4-3 2-15,2-2 2 16,-2 0-4-16,-2 0 3 16,-4-12-2-16,-1-2 2 15,-9 2-3-15,-2-5 0 16,-4 0 0-16,0 1 0 16,-8-2 0-16,-9 2-3 15,-4 3 3-15,-1 6 1 0,1 2-1 16,0 2 0-16,6 3 1 15,2 0-1-15,4 0 2 16,-1 0-2-16,3 8-5 16,1 4 3-16,3 5-3 15,3-1 9-15,0 1-5 16,0-2 1-16,6 0-3 16,9-1 1-16,0-4 4 15,4-3 1-15,1-3-3 16,2-2-4-16,-1-2-11 15,-3 0-6-15,-2-4-4 16,-5-8 5-16,-8-2 15 0,-3-1 5 16,0 1 0-16,-3 0 2 15,-12 1-2-15,-3 4 4 16,2 1 11-16,-4 3-1 16,7 4 4-16,0 1-10 15,6 0-7-15,1 0-2 16,5 0 1-16,1 4-8 15,0 9-24-15,1 0-86 16,16-4-103-16,5 0-366 16</inkml:trace>
  <inkml:trace contextRef="#ctx0" brushRef="#br1" timeOffset="1.03531E6">18864 9469 285 0,'0'0'150'0,"0"0"-72"16,0 0 15-16,0 0 57 16,0 0-53-16,0 0-18 15,0-4-21-15,0 4-2 0,0 0 4 16,0 0-19-16,0 0-17 15,0 0-15-15,0 0-6 16,0 13 1-16,-1 3 26 16,1 5 6-16,-2 3-20 15,2 1 5-15,0 4-5 16,0-3-5-16,0-1-2 16,0-1-6-16,0-7-1 15,0-1 3-15,2-5-4 16,-1-4-1-16,-1 0 1 15,0-7-1-15,0 0 0 16,0 0-18-16,0 0-24 0,0 0-39 16,0-11-170-16,-4-2 7 15,-6 2-251-15</inkml:trace>
  <inkml:trace contextRef="#ctx0" brushRef="#br1" timeOffset="1.0357E6">18759 9618 606 0,'0'0'159'0,"0"0"-93"16,0 0 0-16,0 0 8 0,0 0-4 16,0 0-59-16,0-8-11 15,0 13 0 1,4 9 36-16,2 5 15 0,-1 1-29 15,3 3 1-15,0 1 0 16,2 1 1-16,-1-3-8 16,-1-2-9-16,-1-2 2 15,3-3-6-15,0-5 0 16,-3-3 1-16,2-4 6 16,-2-3-10-16,4 0 9 15,7-8 10-15,4-13-3 16,1-3-9-16,-1-3-4 15,-3 0-2-15,-7 0-1 0,-1 5 1 16,-3 0 0 0,-2 5-1-16,1 6-1 0,-3 1-25 15,-1 5-45-15,3 3-59 16,-2 2-85-16,1 0-314 16</inkml:trace>
  <inkml:trace contextRef="#ctx0" brushRef="#br1" timeOffset="1.05026E6">19015 10195 366 0,'0'0'143'16,"0"0"-82"-16,0 0 11 15,0 0 36-15,0 0-55 16,0 0-8-16,0 0-30 15,0 0-13-15,-3 0 7 0,3 0 6 16,0 0-2-16,0 0 5 16,0 0 1-16,0 0-5 15,0 0 1-15,0 0-4 16,6 0 16-16,8 0-6 16,5 0-5-16,1-5 1 15,6 1 7-15,0 0-12 16,5-2 11-16,4-2-16 15,4 1 3-15,2-2-6 16,3 1 0-16,1-1 6 16,3 0 5-16,0 1-7 15,-2 0 1-15,-4 1-7 0,1 2 5 16,-5-1-5-16,1 1 6 16,-4 4-7-1,3-3 8-15,-3 3 9 0,-7 1-1 16,2 0-9-16,-6 0-5 15,-2 0 2-15,-4 0 0 16,-6 0-3-16,0 0 6 16,-6 0-8-16,0 0 1 15,-3 0-6-15,-3 0 6 16,1 0-1-16,-1 0 4 16,0 0 0-16,0 0-1 15,0 0 6-15,0 0-8 16,0 0-2-16,0 0-42 15,-7 0-121-15,-2-5-83 16,0 0-164-16</inkml:trace>
  <inkml:trace contextRef="#ctx0" brushRef="#br1" timeOffset="1.05078E6">19759 9939 320 0,'0'0'212'16,"0"0"-74"-16,0 0-15 16,0 0-32-16,0 0-6 15,0 0-9-15,-12-12-18 16,12 12-29-16,0 0-12 16,10 0-14-16,10 0 17 15,1 0 5-15,0 0-10 16,-2 0 5-16,1 5-2 15,-4 5-9-15,-2 4 1 0,-1 0 2 16,-6 5 4-16,-2 3-3 16,-2 4-2-16,-3 2 22 15,0 2-15-15,-9 0 3 16,-6-3-11-16,-4 0-5 16,2-5 5-16,-1-4-5 15,6-5-2-15,2-6 3 16,6-3-5-16,2-3-1 15,2-1 0-15,0 0-9 16,0 0-54-16,3-11-99 16,15-9-227-16</inkml:trace>
  <inkml:trace contextRef="#ctx0" brushRef="#br1" timeOffset="1.05153E6">20190 10004 690 0,'0'0'75'0,"0"0"4"15,0 0 8-15,0 0 35 16,0 0-26-16,0 0-37 0,-46-23-6 16,31 23-31-16,0 0 7 15,-1 1 1-15,-3 7 1 16,2 3-5-16,4-1-12 16,7 2 0-16,-2-2 1 15,5 0-4-15,2 0 0 16,1-3-9-16,0 1-1 15,3-2 0-15,12-3 1 16,8-1-1-16,0-2 0 16,1 0 6-16,0 0-7 0,-7-3 0 15,-5-4 3 1,-6-2-2-16,-5-3 7 0,-1-2-8 16,-4-1 0-1,-15 2-2-15,-3-1 1 0,-3 4 1 16,2 5-1-16,1 0-1 15,4 5 2-15,4 0-2 16,5 0 3-16,2 0-7 16,2 0 8-16,1 9-4 15,1 2 2-15,3 1 0 16,0 3-2-16,0-1 4 16,10-4-2-16,4 1 0 15,7-3 0-15,1-2 0 16,2-6 0-16,3 0 3 15,-2 0-3-15,-4-6 0 0,-6-5 1 16,-5-2-2-16,-10-2 1 16,0-1 0-16,-15-1 0 15,-10 4 0-15,-5 3-5 16,1 3 4-16,0 5 1 16,5 2-2-16,3 0-1 15,8 0 1-15,3 3 2 16,6 8-1-16,4 2-3 15,0 2-32-15,16 2-44 16,9-3-54-16,2-2-112 16,1 2-179-16</inkml:trace>
  <inkml:trace contextRef="#ctx0" brushRef="#br1" timeOffset="1.05215E6">20144 10026 562 0,'0'0'125'15,"0"0"-31"-15,0 0 9 16,0 0-6-16,0 0-13 16,-80-12-12-16,65 12-17 0,5 0-19 15,2 6-17 1,5 2-13-16,3 2-4 0,0 2 2 16,0-2-4-16,11-2 1 15,8-2 5-15,4-4-4 16,1-2 0-16,0 0-1 15,-1 0 1-15,-3-7 3 16,-9-2-1-16,-8-3-4 16,-3-2-1-16,0 0 1 15,-11-2 0-15,-11 1-3 16,-2 4 3-16,-3 0 1 16,2 2 0-16,3 4-2 15,2 3 1-15,7 2 0 16,4 0-2-16,4 0 0 15,4 5-3-15,1 9-35 0,0 1-61 16,15-1-57-16,6-2-88 16</inkml:trace>
  <inkml:trace contextRef="#ctx0" brushRef="#br1" timeOffset="1.05421E6">20091 9740 117 0,'0'0'30'15,"0"0"52"1,0 0 28-16,0 0 9 0,0 0-41 16,0 0 15-16,-3-69 14 15,-1 63-31-15,1 0 8 16,1 1-3-16,1 4 14 16,1-1-12-16,0 2-19 15,0 0-30-15,0 0-27 16,0 0-7-16,0 14 0 15,0 6 0-15,0 1 9 16,0-1 0-16,1 0-5 16,6-1 3-16,-1-4-5 0,1-1-2 15,-2-4-2 1,-2-3-8-16,-2-3-53 16,-1-2-111-16,0-2-28 15,0 0-104-15</inkml:trace>
  <inkml:trace contextRef="#ctx0" brushRef="#br1" timeOffset="1.05443E6">20091 9740 534 0,'-77'9'119'0,"77"-9"-20"16,0 0-58-16,0 4 19 16,0 9 48-16,0 4-28 15,3-1-36-15,8 0-14 16,4 1 0-16,0-5-21 15,4-2-3-15,2-5 0 0,-2-3-3 16,5-2 5-16,1 0-3 16,-1-17-5-16,-3-5-70 15,-4-4-114-15,-11-8-220 16</inkml:trace>
  <inkml:trace contextRef="#ctx0" brushRef="#br1" timeOffset="1.055E6">20232 9420 702 0,'0'0'81'0,"0"0"-33"16,0 0 21-16,0 0 14 16,0 0 20-16,0 0-24 15,-8 30-6-15,8-30 2 16,0-12 11-16,5-8-55 15,7-6-23-15,1-5-2 16,-1-6-2-16,-2 1-2 0,-2-3-2 16,-2 3 0-16,-1 9 2 15,-2 7-2-15,-2 11 1 16,-1 6-1-16,0 3-1 16,0 0-2-16,0 11-10 15,0 12 10-15,2 2 3 16,2 0 3-16,3-2-3 15,3-6-1-15,-3-5 1 16,2-5 0-16,0-5 0 16,-2-2 0-16,7-3 6 0,2-15-6 15,3-6 6 1,-2-5-6-16,-1 2 0 0,-2 0 1 16,-5 4-1-16,3 4-32 15,-6 8-54-15,0 10-46 16,0 1-125-1,-2 2-183-15</inkml:trace>
  <inkml:trace contextRef="#ctx0" brushRef="#br1" timeOffset="1.05556E6">20598 9426 436 0,'0'0'426'0,"0"0"-387"15,0 0-28-15,0 0 38 0,0 0 17 16,52-87-39-16,-42 72-24 16,-4-2 0-16,-3 4-3 15,-3 7 1-15,0 3 5 16,0 3 1-16,0 0 13 16,-6 0-20-16,-3 12 2 15,2 4-2-15,-2 1 9 16,6 0-3-16,1 0-3 15,2-3 2-15,0-2 7 16,0-2-9-16,6-4 3 16,8-1-2-16,-2-2 2 15,4-1-1-15,1-2 0 0,0 0-5 16,-1 0 4-16,-2-2-2 16,-2-6-2-16,-2 2 5 15,-1-4 2-15,-1 0-4 16,-2-2 0-16,1-3-3 15,-2 1 1-15,-1-1 1 16,1-2-1-16,-4 0-1 16,-1 0 0-16,0-2 1 15,0 2-1-15,0 0 0 16,-3 1-2-16,-4 3 2 16,-2 3-1-16,0 0-3 15,1 4 4-15,-1 1 7 16,1 2-7-16,2 3-1 0,0 0 1 15,1 0-1 1,1 0-1-16,-3 7-23 0,6 5-31 16,1 3-45-16,0 1 6 15,9-2-65-15,9-3-328 16</inkml:trace>
  <inkml:trace contextRef="#ctx0" brushRef="#br1" timeOffset="1.05603E6">20981 9303 324 0,'0'0'457'0,"0"0"-364"15,0 0 7-15,0 0 5 16,0 0-26-16,0 0-15 16,-72-15-46-16,65 17-15 15,2 13 1-15,-1 2 9 16,3 0 0-16,2 2-5 15,1 0 8-15,0-2-6 16,0-2-8-16,3-1 2 16,7-4 0-16,4-3 1 15,4-5-1-15,7-2 1 16,2 0 3-16,-1-16-6 16,0-4 11-16,-2-5-10 15,-2-5-1-15,-1-2-2 16,-6-4 2-16,-2-3 0 15,-4 3 0-15,-4 2-2 0,-2 0 3 16,-3 9-1 0,0 9-2-16,0 7 2 0,0 8 18 15,0 1 2-15,0 0-19 16,0 3-3-16,-3 15-4 16,-2 4 4-16,4 3 1 15,1 2 2-15,0-3-1 16,4 0-1-16,13-2-1 15,1-5 0-15,4-7-2 16,3-8-79-16,-3-2-120 16,-6-2-143-16</inkml:trace>
  <inkml:trace contextRef="#ctx0" brushRef="#br1" timeOffset="1.05616E6">21282 9181 643 0,'0'0'134'0,"0"0"-87"16,0 0-41-16,0 0-6 16,0 0-16-16,0 0-328 15</inkml:trace>
  <inkml:trace contextRef="#ctx0" brushRef="#br1" timeOffset="1.05831E6">18794 9089 422 0,'0'0'372'0,"0"0"-245"15,0 0-59-15,0 0 14 16,0 0 40-16,0 0-62 16,-18-9-52-16,8 23 0 15,-3 6 11-15,5 6-8 16,5-1 16-16,3 3-15 0,0-1-2 15,4-6-3 1,13-2 0-16,1-10-4 0,4-3 2 16,3-6-5-16,5 0 9 15,2-14-6-15,-3-3-1 16,-3-2 0-16,-5 2-3 16,-8 3 1-16,-7 4 0 15,-3 2-3-15,-3 3 3 16,0 2-3-16,0 1 3 15,0 2-2-15,0 0-3 16,0 0-4-16,0 3 5 16,0 9 3-16,0 0 0 0,5 1 0 15,5-1 1-15,2 0 0 16,2-4-1-16,2-2 1 16,4-6 0-16,0 0 0 15,0 0 0-15,-1-9 2 16,-4-2-2-16,-5 2 0 15,-1 1 0-15,-6 2-2 16,-3-2-2-16,0 4 2 16,0 1 2-16,0 3-6 15,0 0-7-15,-5 0 11 16,-2 4 1-16,3 9 1 16,1-1 0-16,3 5-1 15,0-2-6-15,0 1 6 16,0-4-2-16,9-4 3 15,4-1 0-15,1-4 0 0,3-3 1 16,0 0-1-16,2-5 0 16,-1-7 3-16,-3 0-3 15,-4 0-1 1,0-2 1-16,-8 1 0 0,-3-2 0 16,0 1 0-16,0 0 2 15,0 1 1-15,-3 1 0 16,-1 3-3-1,-3 1 2-15,5 3 1 0,-1 2-3 16,2 2 13-16,-1 1-10 16,2 0-1-16,0 0-4 15,0 0-4-15,0 6 2 0,0 6 2 16,0 4 3-16,0-2-2 16,2 1 0-16,4-1-1 15,8 1 4-15,2-6-2 16,1-1 0-16,4-5-3 15,-1-3 2-15,2 0-9 16,-3 0-15-16,-2-11-9 16,-4 0-7-16,-4-2 19 15,-4 1 17-15,-5-2 0 16,0 0 5-16,0 1-3 16,0 2 4-16,-10 1-1 15,3 2 1-15,-2 0 1 16,3 1 2-16,2 0 2 15,4 0 11-15,0 2-14 16,0 0-3-16,0 0-5 0,4 3 4 16,6 0-4-16,4 2 7 15,-2 0-5-15,1 0 2 16,1 0-1-16,-2 0-2 16,0 7 2-16,-5 2-1 15,1 1 3-15,-3 0-1 16,-3 0-2-16,0 3 3 15,-2-2 3-15,0 1-1 16,0 0 6-16,2-3 0 16,0-4 0-16,3-1-3 15,1-3-2-15,1-1 5 16,8 0 3-16,0-1-6 0,1-10 1 16,-1-2-2-16,-3 1-1 15,-4-2-1-15,-2 2 0 16,-3 2 2-16,-2 3-4 15,-1 2-2-15,0 1 2 16,0 1 0-16,0 1-2 16,0 2-22-16,-4 0-12 15,-2 0-20-15,-1 0-3 16,3 0 21-16,1 0 14 16,1 0 24-16,1 0 0 15,1 0 2-15,0 0-2 0,0-1-1 16,0-1-4-1,4 0 5-15,10-1 3 0,2-1-2 16,1 1-2-16,-1 1 2 16,1 1-5-16,-3 1 7 15,-1 0-3-15,-3 0 0 16,-6 0 0-16,-1 0-6 16,-3 3 6-16,0 7 5 15,0-3 20-15,-3 4 3 16,-5-2-15-16,3 1-6 15,4-2 4-15,1-2-11 16,0-2 0-16,0 0-1 16,13-3-19-16,2-1-53 15,4 0-54-15,-1 0-156 0</inkml:trace>
  <inkml:trace contextRef="#ctx0" brushRef="#br1" timeOffset="1.05847E6">19852 9119 414 0,'0'0'192'15,"0"0"-94"-15,0 0-57 16,0 0-17-16,0 0-24 16,0 0-155-16</inkml:trace>
  <inkml:trace contextRef="#ctx0" brushRef="#br1" timeOffset="1.06059E6">17902 10219 617 0,'0'0'262'0,"0"0"-172"16,0 0-2-16,0 0 36 0,0 0-53 15,0 0-45-15,-39 3-25 16,30 14 10 0,4 2 9-16,5-3-13 15,0 0-6-15,0-4 1 0,5-3-1 16,3-4-1-16,0-2 9 16,1-3-9-16,-2 0 4 15,0 0 3-15,-2-12-1 16,-4-3 8-16,-1 0-14 15,0-2 0-15,-3 1 1 16,-10 4-1-16,-4 1 1 16,7 5-1-16,-2 3-1 15,5 3-8-15,-1 0-10 0,2 9-32 16,-1 10-72-16,1 4-83 16,3 5-146-16</inkml:trace>
  <inkml:trace contextRef="#ctx0" brushRef="#br1" timeOffset="1.06279E6">17367 10668 558 0,'0'0'197'15,"0"0"-139"-15,0 0-40 16,0 0 61-16,0 0-21 16,0 0-46-16,1 4-12 0,-1 14 41 15,0 2-6 1,0 5 7-16,0-2-1 0,0 2 11 16,0-1-30-16,0-2-7 15,0-4 8-15,0-4-18 16,0-4 7-16,0-4-10 15,0-3 1-15,0-3-1 16,0 0 29-16,-4-9 35 16,-2-12-60-16,-2-10-4 15,1-3 0-15,1-4-2 16,-3-2-3-16,3 1 2 16,2 3-1-16,0 3 0 15,4 2-3-15,0 8-1 16,2 4 4-16,9 7 1 0,2 2-7 15,-1 6 4 1,0 4-1-16,1 0 4 16,-2 0-1-16,-1 8-1 0,-3 9 2 15,-2 3 0 1,-2 3-3-16,-1 3 4 0,-2-1 0 16,0 1 0-16,-3-2 1 15,-7-4 0-15,-1-3 2 16,2-5 2-16,0-2-3 15,0-3-1-15,3-4 2 16,6-1-3-16,0-2-10 16,0 0-68-16,0 0-149 15,10-3-117-15</inkml:trace>
  <inkml:trace contextRef="#ctx0" brushRef="#br1" timeOffset="1.06347E6">17450 10827 767 0,'0'0'12'0,"0"0"-11"16,0 0-1-16,0 0 40 15,0 0-1-15,0 0-25 16,28 7-7-16,-17-8 13 15,-2-5-19-15,-6 1 15 0,0-4-2 16,-3-1-7-16,0 0 15 16,0-3-7-16,0 2-15 15,0-1 10-15,0-1-2 16,8-1-7-16,3 2-1 16,3 1 0-16,2 5-3 15,-1 1 3-15,1 3 2 16,-3 2-2-16,-2 0-8 15,-3 0 6-15,-2 2 1 16,-3 8-2-16,0 2-3 16,-3 0 6-16,0 2 31 15,0-1-2-15,0 1-10 16,0-3 4-16,0 0 7 0,0-5-20 16,4 0 2-16,7-1-9 15,-1-5 9 1,7 0-2-16,4 0 9 0,2 0-15 15,1-11 2-15,-4 0-1 16,-3 1-4-16,-6 3-1 16,-2 3 0-16,-8-1 1 15,1 4 0-15,-2 1-1 16,0 0 0-16,0 0-1 16,0 0-2-16,0 0-5 15,0 0-3-15,0 7 11 16,-5 3-4-16,-3-2 2 15,3-1 0-15,-1 0 2 0,4-2 2 16,2-5 2-16,0 2-8 16,0-2-1-16,0 0 3 15,0 0-33-15,11-2 4 16,4-6-36-16,-3-1 1 16,4 0-71-16,-5 1-133 15,-4-1-47-15</inkml:trace>
  <inkml:trace contextRef="#ctx0" brushRef="#br1" timeOffset="1.06414E6">17793 10805 707 0,'0'0'85'0,"0"0"-64"0,0 0 3 16,0 0 50-16,0 0-34 16,24-87-33-16,-17 73-6 15,-2 2 1-15,-4 4-2 16,-1 1 12-16,0 4 7 16,0 3-1-16,0 0 18 15,-1 0-36-15,-9 2-1 16,1 11 1-16,1-1 2 15,5 5 4-15,2-5-4 16,1 1 3-16,0-4-3 0,0-1 2 16,10-4-4-16,6-4 4 15,3 0 6-15,1 0-4 16,1-8 3-16,-3-5-7 16,-1 0 4-16,-7 1-6 15,-2-2-1-15,-1 2 1 16,-6-1 2-16,1 2-1 15,-2-2 8-15,0 3 5 16,0-1 4-16,0 3 16 16,0 3-4-16,0 3-23 0,0 2 19 15,0 0-8 1,0 0-18-16,0 0-8 0,0 7 7 16,0 10 1-16,0 4-4 15,0 2 4-15,0 3 3 16,0 1-1-16,0 1-2 15,0-3 4-15,0-2 0 16,0-6 0-16,3-6 1 16,0-4-4-16,-2-5 0 15,1-2 4-15,1 0 10 16,5-6 25-16,3-14-7 16,4-7-28-16,3-2-4 15,-1-2-1-15,-1 4-17 16,-2 6-78-16,-3 8-59 0,-3 8-30 15,-4 5-131-15,-4 0-254 16</inkml:trace>
  <inkml:trace contextRef="#ctx0" brushRef="#br1" timeOffset="1.0646E6">18084 10826 407 0,'0'0'132'0,"0"0"-35"16,0 0 50-16,0 0-3 15,0 0-45-15,0 0-52 16,69-38-21-16,-51 19-18 16,-1 2 1-16,-4 2-9 15,-4 5 2-15,-5 4-2 0,-4 3 9 16,0 3-5-16,0 0 4 16,0 0-7-16,-3 8 4 15,-7 6 0-15,-1 0 13 16,2-1 10-16,6-4-12 15,2 0 2-15,1-4-17 16,0 1 8-16,0-3-7 16,10-3 11-16,4 0-6 15,6 0-1-15,0 0-3 16,2-11-3-16,-1-1-3 16,-4 0-29-16,-1 5-36 15,-9 1-12-15,-2 6 43 16,-5 0-11-16,0 0-4 0,0 6 44 15,0 6 8 1,0 2 25-16,0 0 8 0,0 1-10 16,0-5-12-16,1 0 0 15,8-3-9-15,4-2 5 16,7-3-1-16,4-2-6 16,4 0-108-1,2-7-251-15</inkml:trace>
  <inkml:trace contextRef="#ctx0" brushRef="#br1" timeOffset="1.071E6">9617 11381 301 0,'0'0'173'15,"0"0"-133"-15,0 0 28 16,0 0-2-16,0 0 42 16,0 0-54-16,0 0-14 0,8-10-31 15,15 3 1-15,10 1 29 16,11 0 13-16,4 4-30 15,1 2 13-15,-3 0 1 16,-1 0 1-16,-3 5-26 16,3 7 4-16,1 1-4 15,2 1 0-15,2 2-7 16,3-1-1-16,2-5-1 16,9-1-1-16,10-6-1 15,4-3 1-15,7 0-1 16,-1 0 1-16,-10-8-1 15,-9 0 5-15,-10 2-2 0,-11-5-3 16,-11 2 3-16,-8 0-3 16,-8-1 4-1,-5 2 4-15,-6 1-7 0,-2 0 1 16,-4 4 3-16,0 0-2 16,0 3-3-16,0 0 1 15,0 0-6-15,0 0-45 16,0 0-112-16,1 6-28 15,-1 2-114-15</inkml:trace>
  <inkml:trace contextRef="#ctx0" brushRef="#br1" timeOffset="1.09554E6">13492 11001 45 0,'0'0'253'0,"0"0"-221"16,0 0-31-16,0 0 11 15,0 0 75-15,0 0-10 16,0 0-17-16,0 0-16 16,0 0 18-16,0 0 5 15,0 0-19-15,0 0-22 16,0 0 2-16,0 0 14 16,0 0-14-16,0 0-9 15,0 0-5-15,0 0-6 16,0 0-2-16,0 0-12 15,1 5 5-15,1 4-4 16,1 4 5-16,-2 2 27 0,3 1-9 16,0-2-2-1,0-3-3-15,-1-2-6 0,0-4 0 16,-2-2 4-16,-1-1-9 16,2-2 8-16,1 0 10 15,3 0 25-15,7-7-8 16,4-8-30-16,4-1-6 15,1-1-2-15,2 1 0 16,6-1-30-16,7 0-130 16,-3-4-60-16</inkml:trace>
  <inkml:trace contextRef="#ctx0" brushRef="#br1" timeOffset="1.10624E6">4748 11303 407 0,'0'0'71'0,"0"0"-23"15,0 0-26-15,0 0 43 16,0 0 89-16,0 0-88 16,0 0 10-16,-2-71-6 15,1 69-16-15,1 1 19 16,-2 1-24-16,1 0-11 16,-2 0 6-16,3 0-39 0,-4 0-5 15,-2 0-1 1,-6 1 1-16,-9 12 6 0,-9 6-1 15,-4 1-4-15,-7 1 9 16,-5 1 1-16,-3 3 5 16,-11 1-12-16,-7 3-1 15,-3 1-1-15,-5 7 2 16,-3 2 2-16,0 5-1 16,2-1-1-16,-3 2-1 15,1-4 1-15,2-3-2 16,6-2-2-16,9 0-2 15,6-2 2-15,1-2 5 0,3-1-4 16,-1 0-1 0,3-3 2-16,1 1-1 0,-3 0 0 15,1 2 0-15,-1 1-1 16,0-2-2-16,5 0 2 16,0-1 0-16,2 1 0 15,0-2-2-15,3 1 2 16,1 0 0-16,-4-2 0 15,6 2 6-15,-8 2-6 16,0-1 1-16,-5 3 1 16,-4-1-2-16,-3-1-1 15,0 1-3-15,7-3 6 16,2 2-8-16,7 0 11 0,0 3-10 16,5 2 4-1,2-2 1-15,1-1 6 0,6-3-6 16,1-5 1-16,3 1-1 15,6-2 0-15,0-4 1 16,6-3-1-16,-2-3 0 16,6-2 0-16,2-2-1 15,1-3 0-15,2 0 1 16,2-1 0-16,-3-2 0 16,1-1 0-16,3 1-5 15,-2-3-50-15,1-1-72 16,-7 0-42-16,-1 0-88 0</inkml:trace>
  <inkml:trace contextRef="#ctx0" brushRef="#br1" timeOffset="1.10665E6">1938 12511 779 0,'0'0'37'0,"0"0"16"16,0 0-43-16,0 0-9 0,0 0 10 15,0 0 28-15,-33 29 12 16,21 1-11-16,4 7 6 16,0 7-35-16,0 6 10 15,-1 4 10-15,-1 7-14 16,1 1 5-16,-2 2 5 15,1 3-4-15,1-3-11 16,3-2-2-16,6-10 4 16,0-13-12-16,0-11 4 15,14-14-6-15,5-5-10 16,11-9 10-16,6 0 8 16,10-14 3-16,5-15-1 15,4-3-5-15,1-1 5 16,-5 4-10-16,-3 5-6 15,-2 4-101-15,2 2-74 0,-3 2 12 16,-2 0-390 0</inkml:trace>
  <inkml:trace contextRef="#ctx0" brushRef="#br1" timeOffset="1.11614E6">722 13810 148 0,'0'0'532'16,"0"0"-455"-16,0 0-30 16,0 0 33-16,0 0 4 15,0 0-18-15,0 0-6 16,0 0-33-16,-9-5-15 15,8 5-10-15,-2 15-1 16,0 9-1-16,0 6 21 16,0 4 4-16,-4 2-4 15,5 2 13-15,2 1-11 16,0-3-11-16,0 0-2 16,0-4-1-16,0-6-6 15,0-7 2-15,0-6-4 16,0-6 2-16,0-4 3 0,-3-3 4 15,0 0 43-15,-2-20-13 16,-2-10-36-16,-3-8 0 16,0-5-4-16,0 0 0 15,3-1-8-15,-1 0-1 16,2 2-1-16,3 3-4 16,3 4-6-16,0 5 11 15,0 10 1-15,0 7 3 16,0 7 0-16,0 3 2 15,0 1-3-15,0 2 2 16,6 0 1-16,1 0-1 16,7 0 4-16,-2 6 1 0,3 2-1 15,3-1 0-15,1-3 2 16,-1 1-1-16,2-2-1 16,-1-1 0-16,-1-2 0 15,0 0 0-15,-2 0 0 16,-1 0-9-16,-1-7-127 15,-8 4-128-15,-6 3-265 16</inkml:trace>
  <inkml:trace contextRef="#ctx0" brushRef="#br1" timeOffset="1.1163E6">751 14030 747 0,'0'0'31'0,"0"0"-24"0,0 0 41 16,0 0-11-16,0 0-30 16,101-41-7-16,-83 34-140 15,-2 6-438-15</inkml:trace>
  <inkml:trace contextRef="#ctx0" brushRef="#br1" timeOffset="1.11732E6">898 14292 450 0,'0'0'388'16,"0"0"-363"-16,0 0-15 0,0 0 99 15,0 0-25-15,0 0-24 16,99-41-40-16,-77 26 4 15,-3 0-12-15,-3-2 2 16,0 0-3-16,-6 0-6 16,-2-2 0-16,-4 5-1 15,-1 0-4-15,-3 4 9 16,0 6 20-16,0 2 5 16,0 2-12-16,0 0-17 0,0 0-5 15,-11 8 0 1,2 7 0-16,2 1 0 0,0 0-2 15,4-2 2-15,3-2 0 16,0 1 0-16,0 0 2 16,0-3-2-16,3-2-1 15,9-1 1-15,-2-1 3 16,2-2-3-16,0-2 0 16,0-2 7-16,-2 0-5 15,-1 0-2-15,-1-3 2 16,1-7-2-16,1-3 7 15,-2 0-5-15,-1-2-1 16,2-2 3-16,-3 0-8 16,3 1 2-16,0 3 2 0,1 1 0 15,1 2-1-15,0 3-5 16,3 2 6-16,-2 3 0 16,3 2 0-16,-3 0-4 15,3 2 1-15,-6 11 1 16,-2 4-7-16,-2 3 6 15,-5 0 2-15,0 0-1 16,0-1 2-16,0-4 0 16,0-3 0-16,-3-3-3 15,3-5 3-15,0-2-5 16,0-2-25-16,0-2-1 16,7-13 10-16,10-4-43 15,3 2 35-15,-1 4 17 16,-3 5-2-16,-4 1 11 0,-2 3-1 15,1 1 4-15,-2 2 3 16,4 1 5 0,-2-2-6-16,5 2 19 0,-3-1-14 15,5-2 7-15,-3-2 5 16,1-1-7-16,-2-2 0 16,1-2 1-1,-5 1-11-15,2-2 12 0,0-3-9 16,-1 2-2-16,2 0-1 15,-4-4-1-15,0 3-2 16,-3 1 2-16,-3 2-2 0,-1 1 3 16,0 1 3-1,0 2-5-15,-1 0 0 0,1 1 0 16,-2 2 1-16,0-3 0 16,0 3 0-16,0 1-2 15,0 0 1-15,0 2 0 16,0 0 0-16,0 0-7 15,0 0-14-15,0 0-5 16,0 0-15-16,0 0-22 16,0 0 16-16,0 0 6 15,4 0-23-15,-1 2-15 16,-1-2-148-16,-2 0-397 16</inkml:trace>
  <inkml:trace contextRef="#ctx0" brushRef="#br1" timeOffset="1.11803E6">552 14107 793 0,'0'0'11'16,"106"-37"-10"-16,-24 12 31 16,12-4 27-16,5 2-22 15,5 0-8-15,0 4-22 16,-2 1-7-16,-7 5 0 15,-13 3-3-15,-16 6-104 16,-23 1-194-16</inkml:trace>
  <inkml:trace contextRef="#ctx0" brushRef="#br1" timeOffset="1.11938E6">788 14955 729 0,'0'0'143'0,"0"0"-66"16,0 0 6-16,0 0 11 16,0 0 1-16,0 0-27 15,-20-30-68-15,20 43-10 16,0 11-6-16,0 12 16 16,3 8 11-16,-1 5 14 15,1 1-6-15,0 2-3 16,-3 0 1-16,3-3-4 15,3-7-6-15,-2-9-4 16,-2-10-3-16,2-8 2 16,-2-9 0-16,-1-6-1 0,-1 0 4 15,0 0 16 1,0-19 47-16,0-12-50 0,0-7-16 16,0-8-1-16,0-1 0 15,-4-2-1-15,1 0-1 16,3 2-2-16,0 2-2 15,0 1-1-15,4 4-1 16,10 4-5-16,5 6 5 16,-1 8 0-16,3 10 4 15,0 9-3-15,1 3 2 16,1 8-5-16,2 16 4 16,-2 5-1-16,3 2 4 15,-5 5 2-15,-2 1-2 0,-4 1 1 16,-6 2 1-1,-6 0 0-15,-3 1-4 0,0 0 3 16,-2-3 2-16,-15-1 3 16,-1-3 10-16,-6-5 3 15,-3-4-11-15,-1-4 3 16,4-5-1-16,1-3-5 16,3-5 6-16,2-4-9 15,6-2-2-15,4-2 1 16,5 0-37-16,3-9-101 15,0-10-244-15</inkml:trace>
  <inkml:trace contextRef="#ctx0" brushRef="#br1" timeOffset="1.12017E6">1495 15112 500 0,'0'0'164'0,"0"0"-79"15,0 0 38-15,0 0 10 16,0 0 24-16,0 0-100 15,97-4-18-15,-64-7-22 16,1-2-9-16,3 0-8 0,3 3-23 16,-7-3-245-16,-6-1-681 15</inkml:trace>
  <inkml:trace contextRef="#ctx0" brushRef="#br1" timeOffset="1.12083E6">2181 14919 954 0,'0'0'72'16,"0"0"-22"-16,0 0 18 0,0 0 14 15,0 0-61-15,0 0-14 16,-1 36-7-16,1-12 29 16,0 2-3-16,1 3 9 15,2 3-16-15,1 2 1 16,1 1 1-16,-2 2-3 16,0 1-5-16,1-3 3 15,-2-1-15-15,1-10 6 16,-3-4-2-16,3-7 1 15,-3-7-4-15,0-3-1 16,0-3 4-16,0 0 5 16,0-11 4-16,0-15 0 0,0-12-14 15,0-5 0-15,-8-8-3 16,-1-4 0-16,-1-1-17 16,4-1-6-16,0 1 4 15,6 6 13-15,0 9 8 16,0 6-4-16,0 9 0 15,5 6 2-15,6 6 1 16,0 5-3-16,4 3 4 16,0 5-1-16,1 1-4 15,-2 0 2-15,4 8-3 16,1 11 5-16,-3 4 1 16,1 4 1-16,0 8 1 15,-4 2 1-15,1 0 12 0,-3 2 16 16,-4-2-15-1,-2 0 10-15,-1-2-8 0,-1-1-15 16,-3-1 2-16,0-2 6 16,0-1-10-16,0-6 1 15,0-5-5-15,0-6-1 16,0-7-95-16,0-6-96 16,-10 0-196-16</inkml:trace>
  <inkml:trace contextRef="#ctx0" brushRef="#br1" timeOffset="1.121E6">2257 15168 295 0,'0'0'640'0,"0"0"-534"16,0 0-83-16,0 0 39 16,0 0-8-16,93-43-47 15,-52 34-5-15,4 0-2 16,-3 3-49-16,-8 0-234 15</inkml:trace>
  <inkml:trace contextRef="#ctx0" brushRef="#br1" timeOffset="1.13271E6">1540 15012 263 0,'0'0'144'16,"0"0"-76"0,0 0-30-16,0 0 51 15,0 0-17-15,0 0 1 0,-5-29-25 16,4 22-27-16,-1 2 18 15,-1-1-5-15,0 2 1 16,0-2-10-16,0 1-15 16,-1 0 4-16,4 3-13 15,-2 0 4-15,2-1-5 16,-1 1 0-16,-1-1 2 0,1 0-2 16,-3 1 0-1,2-1 0-15,0 0 0 0,-1-1 1 16,0 2-1-16,2-1-1 15,-1 2 1-15,2 1 0 16,0 0 0-16,0 0 1 16,-1 0-1-16,1 0 0 15,0 0 0-15,0 10-5 16,0 4 5-16,0 2-3 16,0 4 3-16,0 2 6 15,0 4 9-15,3 2 5 16,4 3-13-16,4 2-1 15,-4 0 10-15,4 4 8 16,-4 0 8-16,-1-1-16 16,3 0-6-16,-2-4-5 0,-2-4 14 15,4-2-11-15,0-3-4 16,-2-6 0-16,-2 0-1 16,1-3-2-16,-3-4 0 15,-1-1 2-15,-2-3-3 16,5-2 1-16,-5-3-1 15,0-1 1-15,0 0 0 16,0 0 7-16,0 0-2 16,0 0 5-16,0 0 3 15,0 0-5-15,0-3-9 16,-7-9-51-16,-4-3-61 16,1-1-66-16,-5-4-129 0</inkml:trace>
  <inkml:trace contextRef="#ctx0" brushRef="#br1" timeOffset="1.13326E6">1511 14976 238 0,'0'0'137'15,"0"0"-58"-15,0 0-14 16,0 0 20-16,0 0 37 16,0 0-53-16,-13-15-20 15,10 10 17-15,-2 2-28 16,4 0-11-16,-2-2 43 0,2 3-32 16,1 1 31-1,0-2-32-15,0 2-22 0,0-1 3 16,0-4-15-16,0 2 1 15,5-1-4-15,7 2 0 16,2 1-1-16,4 2 0 16,1-3 1-16,-1 3 0 15,1-1 1-15,-3 1-1 16,4 0 0-16,-2 0 1 16,-3 0-1-16,1 0 0 15,-2 0 0-15,-4 0-30 16,-2 0-86-16,-4 7-14 15,-4 7-30-15,0-2-157 16,-9 5-85-16</inkml:trace>
  <inkml:trace contextRef="#ctx0" brushRef="#br1" timeOffset="1.13352E6">1556 15161 468 0,'0'0'106'0,"0"0"-45"15,0 0 29-15,0 0 1 16,0 0-9-16,0 0-35 16,9 0-7-16,6-8 13 0,-2-2-33 15,0 1-14 1,1 1-5-16,0 5-1 0,-4 1-25 15,-1 2-99-15,-3 0-66 16,0 0-183-16</inkml:trace>
  <inkml:trace contextRef="#ctx0" brushRef="#br1" timeOffset="1.14713E6">2333 17014 734 0,'0'0'57'0,"0"0"-21"16,0 0-18-16,0 0 33 15,0 0 26-15,0 0 15 16,0 0-32-16,0 0-28 16,-53-73-8-16,45 73 4 15,-7 0-12-15,0 0-8 16,-3 0-7-16,-4 13 3 15,-2 3-4-15,3 6 6 16,-1 5-5-16,2 2 5 16,7 7-5-16,-1 3 7 15,7-2-7-15,7 2 5 0,0-3-4 16,6-3 0 0,13-7 0-16,7-4 2 0,3-2-3 15,4-8 2-15,2-5 3 16,2-7-3-16,-1 0 6 15,5-2-2-15,-6-15-4 16,-1-3 7-16,-4-5-9 16,0-1-1-16,-8-1 5 15,1-9-1-15,-10 3-2 16,-4-4-1 0,-6 0 1-16,-3 4 2 0,0 0-3 15,-14 5-1-15,-6 0-5 16,-4 8 5-16,-3 4 5 15,0 3-4-15,0 6 0 16,0 3 6-16,1 3-5 0,3 1-2 16,1 0 2-16,5 0-1 15,4 5-1-15,1 5-2 16,6 0 1-16,1 3 1 16,5 0-1-16,0 4-1 15,0 0-5-15,2 2-24 16,10 1-68-16,6-2-97 15,-3-3-122-15</inkml:trace>
  <inkml:trace contextRef="#ctx0" brushRef="#br1" timeOffset="1.14856E6">2430 16953 392 0,'0'0'67'0,"0"0"-20"15,0 0 42-15,0 0 4 0,0 0-33 16,0 0-36-16,-7 3-3 16,7-3 3-16,0 0 16 15,0 0-8-15,0 0-2 16,0 0-6-16,0 0 7 16,0 0 13-16,1 0 3 15,8 0 20-15,0-5-19 16,-1-2-20-16,5 0-9 15,-3 0-3-15,2 1-5 16,0-3-9-16,5 1 1 16,-1-1-2-16,2 0-1 15,4-1 3-15,1 0 0 16,3-4-3-16,4-4 5 0,0-4-5 16,2-4-1-16,0-1-4 15,-2-2 3-15,0 2 0 16,-2 0 0-16,-3 1 2 15,0 0 0-15,-3 0 0 16,2 1 1-16,4-3-1 16,-1 0 0-16,3 1 0 15,1-1 0-15,-3 4 0 16,2-1 1-16,-6 6 2 16,-1 4 0-16,-4 3-3 15,-4 5 0-15,-4 2 0 16,-1 2 0-16,-4 0 0 15,-2 0 0-15,-1 1 0 0,-3 1 0 16,0 0 0-16,0 0-4 16,0-2-42-1,-4 1-72-15,-13-1-134 0,-8-1-93 16</inkml:trace>
  <inkml:trace contextRef="#ctx0" brushRef="#br1" timeOffset="1.14887E6">2955 16279 646 0,'0'0'116'0,"0"0"4"15,0 0-28 1,0 0 32-16,0 0-59 0,0 0-52 16,34-36-7-16,1 23 3 15,2 3-1-15,-4 3-3 16,2 5-3-16,-5 2 2 15,-7 0-4-15,-2 11-1 16,-6 8 0-16,-8 6 1 16,-7 9 0-16,0 1 8 15,-15 0 12-15,-6 1-6 16,-1-1-9-16,-2-7 0 16,2-2-5-16,4-4 0 15,-3-7-114-15,0-5-121 0,-6-7-254 16</inkml:trace>
  <inkml:trace contextRef="#ctx0" brushRef="#br1" timeOffset="1.14935E6">2448 16288 776 0,'0'0'58'16,"0"0"-3"-16,0 0-26 0,0 0 17 15,0 0 12-15,-70 82 6 16,51-41-8-16,8 3-20 15,6-4-16-15,5-5-8 16,0-9-1-16,14-8-11 16,9-8 22-16,9-7-9 15,4-3-2-15,3-6 1 16,7-18-3-16,-3-3-4 16,-4-5-4-16,-15-1 3 15,-6 1-3-15,-14-1-1 16,-4 2 0-16,-1 3-17 15,-21 6 9-15,-3 8 8 16,-3 6 4-16,1 6-4 0,2 2-5 16,1 5 1-16,6 14 2 15,5 3-2-15,10 6 2 16,3-2-29-16,10 0-95 16,23-9-116-16,12-10-358 15</inkml:trace>
  <inkml:trace contextRef="#ctx0" brushRef="#br1" timeOffset="1.15033E6">3496 15874 500 0,'0'0'108'0,"0"0"9"15,0 0-47-15,0 0 44 16,0 0-5-16,0 0-28 0,0-27-62 15,0 27-19-15,0 15-1 16,3 9 1-16,2 9 44 16,4 6-5-16,1 8 1 15,-1 2-8-15,0 3-14 16,-1-4-1-16,2-4 2 16,-1-9-8-16,-3-7-1 15,-1-8-8-15,-2-6 0 16,-1-7 2-16,-2-4 0 0,0-3 0 15,0 0 7 1,0-12 6-16,-7-15 3 0,-6-2-18 16,-2-12-2-16,0-5 0 15,-3-6 0-15,0-5-1 16,0 2 0-16,2 7-8 16,8 6 6-16,4 4 2 15,4 3-2-15,0 0 2 16,0 5 1-16,3 1-1 15,6 5 1-15,4 7 0 16,3 2-2-16,1 4 0 16,4 3 2-16,-3 6-4 15,3 2 0-15,1 0 3 16,0 8 0-16,-2 10 1 0,5 2 1 16,-4 6 12-16,-1 2-6 15,-1 3 5-15,-4 2-4 16,1 1 7-16,-2 2-3 15,-1-2-4-15,-5 0-7 16,1-2 4-16,-2-1-4 16,-4-5-1-16,0-5 0 15,0-6-40-15,-3-7-63 16,0-3-119-16,0-5-86 16,-14-1-308-16</inkml:trace>
  <inkml:trace contextRef="#ctx0" brushRef="#br1" timeOffset="1.15053E6">3681 16012 754 0,'0'0'138'0,"0"0"-110"15,0 0 44-15,0 0 25 0,0 0-46 16,121-42-23-16,-71 41-27 16,5 1-2-16,-2 0-15 15,-12 12-288-15</inkml:trace>
  <inkml:trace contextRef="#ctx0" brushRef="#br1" timeOffset="1.15121E6">2616 17285 160 0,'0'0'327'0,"0"0"-224"0,0 0-20 15,0 0 24-15,0 0 5 16,0 0-33-16,-10-53-49 16,25 53-17-16,4 0 6 15,7 12 13-15,2 7 1 16,2 5-4-16,1 2 25 16,2 1-38-16,2-2 1 15,3 1 1-15,4-4-10 16,4 1-1-16,5-3 10 15,3-1-3-15,2-6-4 16,-1-3-4-16,-2-3 2 16,-3-6-3-16,-4-1-3 0,-7 0-1 15,-7 0 3-15,-7 0-4 16,-5 0-13-16,-6 3-89 16,-5-3-104-16,-6 0-134 15</inkml:trace>
  <inkml:trace contextRef="#ctx0" brushRef="#br1" timeOffset="1.15154E6">3295 17374 241 0,'0'0'612'15,"0"0"-543"-15,0 0-42 16,0 0 16-16,0 0 34 15,0 0-41-15,68-38-14 16,-27 40-17 0,-5 15 2-16,-3 2-7 0,-4 4 0 15,-6 3 3-15,-7 3-2 16,-10 0-1-16,-4 2 1 16,-2-3 4-16,-3 0 16 15,-12-4-4-15,-9-1 17 16,-3-2-21-16,-4-3-13 15,-5-5 13-15,-3 1-13 0,-4-4-44 16,1-2-157-16,1-3-95 16</inkml:trace>
  <inkml:trace contextRef="#ctx0" brushRef="#br1" timeOffset="1.15193E6">2770 17766 828 0,'0'0'93'16,"0"0"-36"-16,0 0 33 16,0 0-12-16,0 0-57 0,0 0 15 15,27 29 30-15,-21-8-38 16,-2 2-7-16,0-4-10 15,3 1-6-15,2-1-4 16,-2-1 3-16,4-5-8 16,2-2-11-16,5-5-140 15,0-6-188-15</inkml:trace>
  <inkml:trace contextRef="#ctx0" brushRef="#br1" timeOffset="1.15399E6">3643 17481 618 0,'0'0'193'0,"0"0"-125"15,0 0 1-15,0 0 29 16,0 0-9-16,0 0-79 16,-9-9-9-16,9 27-1 15,7 7 21-15,-1 5 19 16,0 4-7-16,-1 3-19 16,-4 1-4-16,1-2 17 15,-1 0-5-15,-1-3-4 16,0-6-16-16,0-6 3 15,0-9-3-15,0-4-2 16,0-6 9-16,0-2-9 16,2 0 1-16,-2 0 8 15,3-10 10-15,0-12-8 0,-2-6-9 16,1-5-2-16,-2 1 0 16,0-7 1-16,0 2-1 15,-9-1-5 1,4-3 2-16,1 4 0 0,-1 1-1 15,5 4 4-15,0 4 3 16,0 3-3-16,9 3-7 16,5 5 6-16,2 3 1 15,3 4-1-15,-2 5-2 16,5 5 0-16,0 0-1 16,-6 2 3-16,4 16 1 15,-8 5-2-15,-6 7 1 16,-6 2 1-16,0 2-2 15,-12-1 1-15,-10 1 0 0,4-7-2 16,0-5 3 0,3-10 2-16,6-3-1 0,8-6-1 15,1-3-2-15,0 0 2 16,0 0 0-16,16 0 0 16,9 0 0-16,5 0 8 15,3-1-7-15,-3 1 1 16,-2 0-2-16,-5 0 1 15,-7 6-2-15,-4 8 0 16,-9 5 1-16,-3 1-1 16,0 4 1-16,-12-3 9 15,-12 0-1-15,-7 2 8 16,-1-1-15-16,-3-2 11 0,-1-1-10 16,0-5-1-16,6-3 0 15,5-2-1-15,4-9-87 16,2 0-286-16</inkml:trace>
  <inkml:trace contextRef="#ctx0" brushRef="#br1" timeOffset="1.15526E6">1890 16827 665 0,'0'0'110'0,"0"0"-32"16,0 0-18-16,0 0 21 16,0 0-22-16,-97-9-7 15,78 9-37-15,-2 10 16 0,0 6-14 16,0 2 2 0,3 6-4-16,2 1 3 0,4 1-9 15,3 1 1-15,6-1 1 16,3-2 2-16,0-2-4 15,0-1 7-15,3-4-16 16,13-1 3-16,1-3-4 16,5-7 4-16,4-3 3 15,5-3 1-15,-1 0-1 16,2-6-6-16,-4-4 3 16,-1 1-1-16,-5 1-2 15,1-1-26-15,1 1-110 16,-6 3-110-16,-6 1-342 15</inkml:trace>
  <inkml:trace contextRef="#ctx0" brushRef="#br1" timeOffset="1.16128E6">13589 11053 401 0,'0'0'1'16,"0"0"89"-16,0 0-81 15,0 0 26-15,0 0 59 16,0 0-6-16,0 0-37 0,0-75-3 16,0 69-4-1,0-2-27-15,0 2 6 0,0 3 18 16,0 0-11-16,0 3 16 16,0 0-19-16,0 0-16 15,0 0-11-15,0 8-2 16,0 13 2-16,0 10 3 15,0 4 15-15,0-1 3 16,1-5-1-16,8-2-10 16,3-4 1-16,0-7-3 15,4-5-2-15,4-6 6 16,5-5 7-16,8 0 7 16,5-13-8-16,9-7-3 15,3-4-11-15,6-1 4 16,-1-1-7-16,3-2-2 15,-1 1-31-15,6-1-114 0,-4-4-95 16,-1-4-468-16</inkml:trace>
  <inkml:trace contextRef="#ctx0" brushRef="#br1" timeOffset="1.16489E6">2066 16646 642 0,'0'0'131'0,"0"0"-131"16,0 0-1-16,0 0 1 16,0 0 30-16,0 0 7 15,33 80-16-15,-24-61-6 16,0-2-2-16,-3-2 9 15,3-4-11-15,-5-5 1 16,-2-1 6-16,-2-5 0 0,0 0 8 16,0 0 70-16,0 0 7 15,0-11-41-15,0-9-52 16,0-4-6-16,-3-1-3 16,-5-1 1-16,1 1-2 15,4 3 0-15,-2 3 0 16,1 4 0-16,1 7 1 15,1 4-1-15,1 4 5 16,1 0-4-16,0 0-1 16,0 0-12-16,0 8 4 15,0 10 4-15,0 0 4 16,6 1 0-16,1 1-1 16,1-1 0-16,2-2 1 0,-1 0 0 15,0 0 0-15,1-2-1 16,-2-1-86-16,3-5-97 15,-2-2-89-15</inkml:trace>
  <inkml:trace contextRef="#ctx0" brushRef="#br1" timeOffset="1.17015E6">13573 11040 398 0,'0'0'49'0,"0"0"31"16,0 0-14-16,0 0-30 15,0 0 44-15,0 0-28 16,0 0-24-16,-7-26-3 16,7 23-3-16,0 3 11 15,0-2-6-15,0 2-1 16,0 0-5-16,0 5-21 15,0 11 0-15,0 8 26 16,-3 3 40-16,3 2-26 16,0-4-11-16,0-6-12 15,2-1-7-15,7-8-1 16,3 1-1-16,4-4 0 0,2-3-2 16,6-4 3-1,6 0-2-15,2 0-7 0,4 0-48 16,2-14-157-16,-3-8-409 15</inkml:trace>
  <inkml:trace contextRef="#ctx0" brushRef="#br1" timeOffset="1.17835E6">4854 5542 804 0,'0'0'78'0,"0"0"-42"16,0 0-25-16,0 0 39 0,0 0 4 15,0 0 2-15,0 0-17 16,-15 3-24-16,27 3-11 15,13 0 9-15,11 1 11 16,10-3 4-16,9-2-10 16,6-2-7-16,8 0-5 15,0 0-2-15,7-3-3 16,-3-7 0-16,-3 1-2 16,-7 1-37-16,-11 0-102 15,-18 4-78-15,-19-1-137 16</inkml:trace>
  <inkml:trace contextRef="#ctx0" brushRef="#br1" timeOffset="1.17855E6">5154 5691 1089 0,'0'0'0'0,"0"0"-75"16,86 0 31-16,-20-16-27 15,22-5-19-15,12-7-133 16,10-7-314-16</inkml:trace>
  <inkml:trace contextRef="#ctx0" brushRef="#br1" timeOffset="2.12219E6">20660 2305 739 0,'0'0'70'0,"0"0"-55"15,0 0 24-15,0 0 20 16,0 0-19-16,0 0-40 0,-1 0-1 16,1 2-1-16,1 1-17 15,7 0-70-15,0-2-124 16,-6-1-330-16</inkml:trace>
  <inkml:trace contextRef="#ctx0" brushRef="#br1" timeOffset="2.12335E6">20590 2288 379 0,'0'0'168'0,"0"0"-119"0,0 0 49 15,0 0-9-15,0 0-39 16,0 0-15-16,-30 19-7 16,30-15-23-16,0 1-4 15,0-2 4-15,0 0-5 16,3-1 2-16,6-2-2 16,4 0 2-16,1 0 11 15,-5-10-6-15,0-2-6 16,-8 1 6-16,-1 1-1 15,0 2-6-15,-4 1 0 0,-6 2 7 16,-1 4-7 0,-2 1 0-16,4 0 0 0,-1 0 0 15,3 0 0-15,2 0-2 16,5 4 0-16,0 3 2 16,0 2-46-16,0-1-38 15,10-3-153-15</inkml:trace>
  <inkml:trace contextRef="#ctx0" brushRef="#br1" timeOffset="2.12391E6">20614 2297 740 0,'0'0'63'0,"0"0"-21"15,0 0 34-15,0 0-12 16,0 0-24-16,0 0-35 0,0 0-5 15,0 0-1-15,0 0-85 16,0 0-99-16,1 0-237 16</inkml:trace>
  <inkml:trace contextRef="#ctx0" brushRef="#br1" timeOffset="2.12706E6">20629 2317 230 0,'0'0'397'16,"0"0"-322"-16,0 0-8 16,-89 21 9-16,59-1 9 15,-3 8-42-15,-8 12-9 16,-2 7 4-16,0 15-2 16,-8 12-13-16,-4 11-2 15,-4 7 7-15,-4 10-7 0,2 2-3 16,4 4-8-16,11 2 8 15,8 1-1-15,14-7-4 16,15-3-8-16,9-2-4 16,11-7-1-16,28-7 1 15,17-9 1-15,22-13-2 16,14-8 2-16,16-9 1 16,11-3-1-16,7-10-2 15,5-5-3-15,-2-4 3 16,0-5 0-16,-7-3 1 15,-7-6-2-15,-9-7 2 16,-5 0 0-16,-6-3 4 0,-5 0-5 16,-5-14-1-1,-6-5-3-15,-1-6 7 0,-5-4-3 16,-2-5 1-16,-3-2 2 16,-6-3-1-16,1 1-2 15,-3 1 18-15,-6 3 5 16,-4 3 0-16,-5 4-11 15,-6 1-1-15,-7 4-7 16,-3 0 2-16,-4 1-3 16,-4 3-2-16,-3-4 5 15,0 2-2-15,-4 1-4 16,-3 1 1-16,-3 3 4 16,-5 5-5-16,-3 3 1 0,0 3 2 15,0 2-3 1,0 2-1-16,0 0 1 0,0 0 1 15,0 0-1-15,0 0 0 16,-7 0-1-16,-4 0 1 16,2 0-1-16,0 0 1 15,1 3 0-15,0-3 0 16,4 3 0-16,-2 0 0 16,2-2 0-16,1 0 0 15,0-1 1-15,3 0 1 16,0 0-2-16,0 0 4 15,0 0 1-15,0 0-5 0,0 0 0 16,0 0 0-16,0 0-22 16,1 0-80-16,8-5-67 15,-3-2-110-15,-2-6-398 16</inkml:trace>
  <inkml:trace contextRef="#ctx0" brushRef="#br1" timeOffset="2.1276E6">22533 3522 810 0,'0'0'72'0,"0"0"-4"16,0 0 12-16,0 0 30 15,0 0-42-15,0 0-24 0,-81 53-31 16,81-33-5-16,0-1 2 15,1-1-3-15,15-5 12 16,3-3-12-16,7-6 2 16,-2-4-4-16,0 0 0 15,-6-10 0-15,0-7-3 16,-9-3 3-16,-6-4 1 16,-3 0-4-16,-5 0 5 15,-15 1-5-15,-3 6-2 16,-2 4 12-16,1 7 6 15,3 6-8-15,6 0-9 16,3 2-1-16,2 15 3 16,5 3-6-16,5 3 6 15,0 0-2-15,3-1 0 0,13-4 0 16,1-3-1-16,4-5-1 16,-6-7 1-16,-2-3-4 15,-5 0 1-15,-5-18 2 16,-3-2 1-16,0-1 3 15,0 1-3-15,-11 2-1 16,-4 7 1-16,0 5 6 16,1 6 6-16,-2 0-5 15,3 2-6-15,4 13 2 16,4 5-3-16,5 4-2 16,0 4-35-16,18-8-126 0,4-7-382 15</inkml:trace>
</inkml:ink>
</file>

<file path=ppt/ink/ink1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1-12-18T12:31:13.136"/>
    </inkml:context>
    <inkml:brush xml:id="br0">
      <inkml:brushProperty name="width" value="0.05292" units="cm"/>
      <inkml:brushProperty name="height" value="0.05292" units="cm"/>
    </inkml:brush>
  </inkml:definitions>
  <inkml:trace contextRef="#ctx0" brushRef="#br0">14351 8914 616 0,'0'0'133'0,"0"0"-93"15,0 0 23-15,0 0 55 16,0 0-38-16,0 0 1 16,0 0-27-16,0 0-8 15,5-30-13-15,-5 30-6 16,0 0-12-16,0 0-5 0,0 0-5 16,0 0-5-16,0 0-1 15,0 0 0-15,0 0 1 16,0 0 6-16,0 0-6 15,0 0 5-15,0 0 5 16,0-1-6-16,0 1 3 16,0 0-2-16,0-2-1 15,0 2-2-15,0 0-2 16,0 0-3-16,0 0-2 16,0 0 5-16,0 0 0 15,0 0-8-15,0 0 6 16,0 0 2-16,0 0 0 15,0 0-1-15,0 0 1 0,0 0-10 16,0 0-21-16,0 0-29 16,0-3-103-16,-1-1-171 15</inkml:trace>
  <inkml:trace contextRef="#ctx0" brushRef="#br0" timeOffset="626.3831">14364 8894 614 0,'0'0'131'0,"0"0"-51"0,0 0 22 16,0 0 11-16,0 0-21 15,0 0-52-15,0 0-2 16,0 0 2-16,0-1-5 16,0-6 9-16,5 1-39 15,1 0-3-15,-2-1-2 16,-2 4 0-16,-2 2 2 0,0 1 1 16,0 0-3-16,0 0-1 15,-8 0-1-15,-4 0 2 16,2 0 3-16,4 3-3 15,3 0-2-15,1-3-2 16,2 5-28-16,0-1-80 16,8 1-99-16,13-4-107 15</inkml:trace>
  <inkml:trace contextRef="#ctx0" brushRef="#br0" timeOffset="1103.4702">14737 8860 804 0,'0'0'118'16,"0"0"-49"-16,0 0 24 16,0 0-5-16,-82-25-50 15,64 25-16-15,-2 4-11 16,3 14-6-16,0-1 5 15,7 3 3-15,3-1 0 16,5-4-5-16,2-4-6 16,0-3-1-16,13-8 0 15,9 0 2-15,6 0 1 16,2-7-3-16,0-6-1 16,-9-1-29-16,-3-1 8 0,-7 3 0 15,-5 1 2-15,-4 2 7 16,-2 3 12-16,0 3 2 15,0 3 6-15,0 0 1 16,0 0-4-16,-5 0-1 16,1 15 1-16,2 4-1 15,2 3 1-15,0 1 2 16,0 2 8-16,0-2-8 16,0-1 2-16,3-6-9 15,3-2 0-15,-1-5 0 0,3-3 0 16,1-4-13-1,3-2-131-15,6 0-131 16,3-19-575-16</inkml:trace>
  <inkml:trace contextRef="#ctx0" brushRef="#br0" timeOffset="1554.2784">15055 8807 729 0,'0'0'106'16,"0"0"-28"-16,0 0 48 16,0 0-11-16,0 0-61 0,-84-39-17 15,65 39-21 1,1 0-2-16,5 9 0 0,3 2-11 16,6 0 0-16,1 4-1 15,3-4-1-15,0 0 0 16,0-1-1-16,12-1 0 15,2-6 0-15,2-3 0 16,5 0 2-16,-5 0-1 16,3-3 3-16,-5-8-4 15,-2 0-1-15,-5 3 0 16,-1-1 2-16,-4 4-1 16,-1 5 0-16,-1 0 4 15,0 0-1-15,0 0-3 16,0 5-2-16,0 14 2 15,2 6 0-15,1 1 15 0,-3 2-7 16,3-5-6-16,-2-1-1 16,1-5 9-16,-2-6-10 15,3-3 3-15,-2-5-3 16,2-3-3-16,4 0-98 16,9-3-86-16,5-14-91 15</inkml:trace>
  <inkml:trace contextRef="#ctx0" brushRef="#br0" timeOffset="1885.4342">15365 8780 667 0,'0'0'120'0,"0"0"-55"0,0 0 5 16,0 0 4-16,-87 8 1 15,73 3-24-15,8 1-34 16,6 1-8-16,0 1-8 16,6-2-1-16,13 1 3 15,3-2 0-15,1 1-1 16,1 0-1-16,-4 1-1 16,-4 1 2-16,-6 3-2 15,-9 0 0-15,-1 2 0 16,-6 1 11-16,-19 1 57 15,-8-4-22-15,-5 0-6 0,0-5-25 16,4 1-5-16,6-6-9 16,4 4-1-16,7-8-77 15,2-3-297-15</inkml:trace>
  <inkml:trace contextRef="#ctx0" brushRef="#br0" timeOffset="6135.0923">14873 10360 491 0,'0'0'133'15,"0"0"-24"-15,0 0-23 16,0 0 34-16,0 0 22 0,0 0-60 16,0 0-15-1,0 0-29-15,-20-14-16 0,20 10-6 16,12 0-9-16,8-1 0 16,6 0-5-16,7 1 1 15,2-1-1-15,4 0-2 16,1 5 3-16,-3 0-3 15,0-3 0-15,0 2-2 16,-2-2 2-16,-4-2-3 16,-4 0-63-16,-9 0-32 15,-4-2-131-15,-11-1-154 16</inkml:trace>
  <inkml:trace contextRef="#ctx0" brushRef="#br0" timeOffset="6485.1748">14891 10419 781 0,'0'0'96'0,"0"0"-67"15,0 0-9-15,0 0 68 16,0 0-6-16,0 0-47 16,27 0-6-16,-2 0 2 0,6 0-13 15,2 0 5 1,4 0-10-16,2 0-3 0,4-1-8 16,0-3 2-16,1 1-4 15,-5-5-2-15,-5 3 1 16,-3-2 2-16,-1 0-2 15,-3 1-26-15,-3 0-42 16,-8 3-80-16,-1 0-52 16,-7 0-184-16</inkml:trace>
  <inkml:trace contextRef="#ctx0" brushRef="#br0" timeOffset="12907.9708">11292 9249 822 0,'0'0'66'16,"0"0"10"-16,0 0-5 15,0 0 40-15,0 0-54 16,0 0-29-16,0 0-28 15,-17 0 10-15,17 2-3 16,0-1 9-16,0 1 3 0,3-2-6 16,5 0 4-1,0-2 17-15,0-10-20 0,-4-1-5 16,-2 1-8-16,-2-2 3 16,0 6 1-16,0 3-1 15,-11 2 12-15,-5 3-3 16,-1 0-5-16,0 0-3 15,2 9 2-15,6 0-6 16,4 1 7-16,4-2-8 16,1-1-1-16,0 0 1 15,0-4 0-15,7-3-20 16,11 0-66-16,4 0-99 16,-2-14-234-16</inkml:trace>
  <inkml:trace contextRef="#ctx0" brushRef="#br0" timeOffset="13402.6475">11663 9119 850 0,'0'0'154'15,"0"0"-41"-15,0 0-41 16,0 0 19-16,-88-29-18 16,72 29-25-16,3 0-34 15,2 2-4-15,3 8-9 0,2 3 4 16,5 3-4-16,1 1 8 16,0 0-9-16,9-1 0 15,7-1 0-15,4-3 1 16,2-5-1-16,0-4 2 15,-1-3 2-15,-3 0-3 16,-3-3-1-16,-5-8 0 16,1-3 2-16,-4 0-2 15,-2-2-3-15,-5 0-1 16,0 0 4-16,-2 2 3 16,-10-1-1-16,0 6-2 15,-1 1 0-15,2 6-1 16,1 1-3-16,-2 1 0 15,3 0 1-15,2 0 1 0,-1 3 0 16,3 7 0-16,3 0 1 16,2 3-51-16,0 0-57 15,7-1-59-15,8-4-99 16,6-1-324-16</inkml:trace>
  <inkml:trace contextRef="#ctx0" brushRef="#br0" timeOffset="13854.9621">11990 9107 804 0,'0'0'86'0,"0"0"1"15,0 0 45-15,0 0-52 16,-4081 0-28-16,8162 0-21 15,-4126-18-18-15,37 23-10 16,-3 10 3-16,2 2 0 16,1 0 11-16,2 0 1 15,4-3-1-15,2 2-10 16,0-5-5-16,0-2 0 16,12-6 0-16,5-3 1 15,5 0-1-15,1-6-2 16,-1-8-17-16,-4-3-13 0,-2 1 2 15,-7 0 13 1,-4 0 9-16,-5-1 3 0,0 5 3 16,0-2 1-16,-14 5-1 15,-2 3 1-15,-1 1-3 16,3 5 3-16,2 0-2 16,0 0 1-16,3 0-1 15,3 3-1-15,1 2 0 16,1 2 1-16,4 0-1 15,0 0-67-15,0-2-113 16,6 0-18-16,7-2-254 16</inkml:trace>
  <inkml:trace contextRef="#ctx0" brushRef="#br0" timeOffset="14402.2217">12355 8994 505 0,'0'0'308'0,"0"0"-173"15,0 0-45-15,0 0 39 0,0 0-64 16,0 0-44-16,-45-21-8 16,26 22 5-16,2 11 1 15,3-3-3-15,6 3-2 16,4-2-13-16,4-2-1 16,0 3 9-16,0-4-8 15,4 3 1-15,11-1 4 16,1-2-6-16,5 0 1 15,-1-1 0-15,2 1-1 16,-4-2-1-16,-6 3 0 16,-3 1 1-16,-2 1 0 15,-4 0-1-15,-3 2 0 0,0-1 1 16,0 3 0-16,0 0 1 16,-7 0 0-16,-7 0 0 15,-1 0 11-15,-2-1 7 16,-1-1 0-16,0-4 3 15,0-2-9-15,3-5-5 16,2-1-8-16,4 0 4 16,1 0-9-16,3 0-20 15,5-9-74-15,0-3-152 16,0-3-416-16</inkml:trace>
  <inkml:trace contextRef="#ctx0" brushRef="#br0" timeOffset="14986.1842">12403 9002 639 0,'0'0'128'0,"0"0"-56"15,0 0 24-15,0 0-3 16,0 0 19-16,-93 10-57 16,73 7-15-16,3 0-6 15,2 2-3-15,5 1 1 16,7-3-3-16,3 4-7 16,0-4-11-16,7 0-4 15,14-3-7-15,5-4 3 16,6-6 3-16,-1-4-5 0,-2 0 0 15,-5 0-1-15,-3-14-12 16,-2 0-14-16,-7-5-7 16,-6 0 8-16,-4 1-6 15,-2-1 17-15,-3 2 8 16,-16 1 3-16,-1 3-4 16,-6 3 6-16,1 3 2 15,2 7-2-15,3 0 1 16,5 0 0-16,4 0-2 15,8 10-4-15,3 0-29 16,0-4-104-16,14 2-77 16,5-5-240-16</inkml:trace>
  <inkml:trace contextRef="#ctx0" brushRef="#br0" timeOffset="15437.1803">12707 8961 681 0,'0'0'130'0,"0"0"-79"16,0 0 48-16,0 0-8 0,0 0-14 15,0 0-37-15,-92 12 1 16,77 1 5-16,4-1-25 16,8 2-1-16,3-1-7 15,0 1-7-15,2-4 1 16,14 0-5-16,5-1 0 16,3-2 1-16,0 0-3 15,-5 0 0-15,-5 3-3 16,-5-2-2-16,-6 2 4 15,-2 1 1-15,-1-1 4 16,0 3-4-16,-3 2 1 16,-13 4 0-16,-2-3 15 15,-4-2 17-15,0-2-13 16,2-1-14-16,0 0 2 0,4-3-8 16,0-4-6-16,-1-2-85 15,2-2-192-15,0 0-630 16</inkml:trace>
  <inkml:trace contextRef="#ctx0" brushRef="#br0" timeOffset="22827.3979">12536 8782 854 0,'0'0'95'0,"0"0"-6"15,0 0 3-15,0 0 23 16,0 0-37-16,0 0-38 15,0 0-20-15,-94 15 0 16,51 12 8-16,2 1-6 16,1 3 1-16,10 0-4 15,10-1-9-15,12-4-4 16,8-1-6-16,0-1 0 16,18-4 4-16,14-1-4 15,6-5 2-15,5-4 0 16,2 1 5-16,-5-2-5 0,-6 0-2 15,-7-1 0-15,-12 1-1 16,-12 3 0-16,-3 5 0 16,-15 7 2-16,-18 3 3 15,-6 3-4-15,-2 1 0 16,-1-4 7-16,5-1 5 16,5-5-4-16,9-6-7 15,4-4-1-15,8-3 0 16,5-3-31-16,4-5-101 15,2 0-324-15</inkml:trace>
  <inkml:trace contextRef="#ctx0" brushRef="#br0" timeOffset="25989.4746">11499 9474 333 0,'0'0'20'16,"0"0"-15"-16,0 0 3 0,0 0 17 16,0 0 23-16,0 0-15 15,0 0 9-15,-4 0 12 16,4 0 15-16,0 0 27 16,0 0-37-16,0 0-31 15,0 0-12-15,0 2-9 16,4 1 4-16,12 0 21 15,4 1-8-15,7-1 6 16,6-1-19-16,3-1 0 16,5 1-10-16,1-2 0 15,2 0 2-15,1 0-3 16,1 0 0-16,-4 0 0 0,3 0 0 16,-5 0 1-16,-1 0 1 15,1 0-2-15,-3 0 0 16,-1-3 1-16,-3-2 0 15,-2-2 4-15,-2 0-1 16,-5 2-2-16,-6 0 9 16,-3 1-8-16,0 2 9 15,-4 1-5-15,-3 1-5 16,-2 0-2-16,2 0 0 16,-5 0-1-16,1 0 1 15,-3 0 2-15,-1 0-1 16,0 0-1-16,0 0-2 15,2 0 2-15,-1-2-1 16,4 2-38-16,1-1-51 0,-2-4-73 16,2-2-330-16</inkml:trace>
  <inkml:trace contextRef="#ctx0" brushRef="#br0" timeOffset="27753.4468">11595 10478 305 0,'0'0'156'0,"0"0"-132"0,0 0-7 16,0 0 39-16,0 0 31 15,0 0-15-15,38 3-31 16,-21 2 1-16,6-2-17 15,6 1-10-15,4 0 19 16,7-1-7-16,6 0 7 16,5-1 3-16,0 1-22 15,2 0 6-15,1 0-13 16,1 2-5-16,-1 0-1 16,1 2 2-16,-1 1-4 15,2 1 0-15,-5 1 0 16,0 0 3-16,-4-2 0 15,-1 1-2-15,2-1 6 16,0-1 1-16,3 0-2 0,-1-2-5 16,-3 0 2-16,-1-1-3 15,-5 1 0-15,-1-3-4 16,0 1 4-16,-6-2 0 16,-1-1 3-16,3 0-2 15,-2 0 2-15,0 0-2 16,2-4 11-16,-5-1 10 15,-2 1-1-15,-2 0-6 16,-3 1-7-16,-2 3 1 16,-3-1-6-16,-4 1-1 15,-3 0 0-15,0 0 4 16,-4 0-4-16,-2 0 0 16,1 0 3-16,-6 0-2 0,1 0-2 15,-2 0 0-15,0 0 5 16,0 0-3-16,0 0-2 15,0 0-1-15,0 0-3 16,3 0-15-16,1 0-129 16,1 0-67-16,-4-7-482 15</inkml:trace>
  <inkml:trace contextRef="#ctx0" brushRef="#br0" timeOffset="31317.9764">13104 10562 723 0,'0'0'81'15,"0"0"-20"-15,0 0 6 16,0 0 51-16,0 0-19 15,0 0-74-15,0 0-25 16,-3-9 0-16,3 29 11 16,-3 7 16-16,1-1-2 15,2 2-9-15,0-1-8 16,0-4-6-16,0 0-2 0,5-3 3 16,4-3-3-16,-2-1-36 15,-4-3-115-15,-3-3-114 16,0-3-305-16</inkml:trace>
  <inkml:trace contextRef="#ctx0" brushRef="#br0" timeOffset="31579.812">12985 10931 479 0,'0'0'205'0,"0"0"-114"15,0 0-28-15,0 0 66 0,0 0-8 16,0 0-45-16,4 4-60 16,14-4-2-16,3 0 13 15,-2 0-9-15,5-5 3 16,0-2-11-16,1 2-10 16,-1-3 1-16,0 3-1 15,-2 1-1-15,-2 0-14 16,-5 4-119-16,-8 0-141 15,-5 0-259-15</inkml:trace>
  <inkml:trace contextRef="#ctx0" brushRef="#br0" timeOffset="32119.3701">13105 11165 613 0,'0'0'163'0,"0"0"-118"15,0 0 55-15,0 0 40 16,0 0-38-16,0 0-31 16,-13-14-22-16,13 7-18 15,0-2-10-15,0-1-1 16,0-3 1-16,7-1-14 0,7-1 5 15,7-3-12 1,1 4 2-16,0 2-7 0,-2 5 9 16,-2 4-8-16,-6 3 3 15,-2 0-1-15,-3 0-2 16,-1 4 2-16,-3 7-5 16,-1 4 5-16,-2-1 2 15,0-2-1-15,0 1 1 16,0-4 0-16,0-4 7 15,0 0-6-15,0-5-2 16,0 0 2-16,2 0 2 16,4 0-2-16,4 0-1 15,2-7-2-15,2 1-25 16,-3 3 11-16,-2 3 8 0,3 0 5 16,-2 0 1-16,3 6 2 15,1 6-1-15,-1-2 1 16,3 0 0-16,-4-2-5 15,1-4 9-15,0-1-8 16,2-3-86-16,-3 0-149 16,0-10-214-16</inkml:trace>
  <inkml:trace contextRef="#ctx0" brushRef="#br0" timeOffset="54585.2823">11964 13544 428 0,'0'0'65'0,"0"0"-6"0,0 0-38 16,0 0-1-16,0 0 35 16,0 0 57-16,0 0-74 15,0-19-14-15,0 16 20 16,0 3 1-16,0 0-3 16,0 0-11-16,0 0 1 15,0 0-21-15,0 0-1 16,6-4-9-16,8 3 1 15,8-2 0-15,3 0 8 16,4 1 4-16,-1 2-9 0,0 0 2 16,-4 0-5-1,-1 0-1-15,-4 6 0 16,-1 1 0-16,0 2 0 0,2 1-1 16,-3 0 1-16,1 4-2 15,-1-1 2-15,-1 1 4 16,2-1-5-16,0 3 3 15,-1 0-3-15,1 2 6 16,2 2-1-16,-2 1 2 16,4 6 2-16,-1 0 2 15,0 5 0-15,-2-1-9 16,-1 0 9-16,-1 0-4 16,-4 2-5-16,-1 0 1 15,0 1 12-15,-3 3-9 16,0 2 9-16,-2 3-5 0,2-1-7 15,0 1 3-15,0-2-3 16,4-1 0-16,-1 0-2 16,3-3-1-16,-1 1 8 15,-2 0 2-15,-1-2-3 16,0 2 4-16,-3 1 1 16,2 3-4-16,-4 3 8 15,0 0-2-15,-2 1-7 16,0-1-3-16,-1 1-2 15,-3 3 0-15,0 2 9 16,0 0-6-16,0 0 11 16,0 0-13-16,2-6 6 0,-2-1-9 15,0 0 16-15,0-2-16 16,0 0 2-16,0-2 7 16,0 1-8-16,0-1 2 15,0 1-2-15,-4-1 3 16,-2 2-4-16,-2-3 1 15,-1 2-1-15,-1 3 1 16,-2 1 0-16,1 2 0 16,-2 3-1-16,3 0 0 15,-3 5 0-15,-1 2 0 16,-1 1-2-16,0 4-1 16,-1 3-7-16,-5-2-21 15,-3 1-6-15,-6-4-23 16,-4-2-71-16,-5 1-58 15,-9-11-88-15</inkml:trace>
  <inkml:trace contextRef="#ctx0" brushRef="#br0" timeOffset="56885.3443">2502 13646 548 0,'0'0'81'0,"0"0"-23"0,0 0 7 16,0 0-24-16,0 0 35 15,0 0-26-15,-87-45-37 16,78 45-13-16,-1 0 8 16,1 0-6-16,0 0-2 15,-1 0 3-15,-4 0 3 16,2 3-3-16,-6 2 4 16,3 1 6-16,-3 0 15 15,-1 2-16-15,-2 0 2 0,-3 1-8 16,0 2 3-1,2 0 4-15,2 1-8 0,3 1 0 16,0 0-4-16,2 2-2 16,0-3 2-16,-1 7-1 15,4-2 0-15,-3 2 1 16,3-2-1-16,-4 3 1 16,4-1-2-16,-6 3 6 15,0 0-6-15,3 1 1 16,-3-1 0-16,0 0 8 15,1-2-8-15,0 0 2 16,5-1-6-16,2-3 8 16,2 4-5-16,1-3 1 15,-2 2 0-15,3 2 0 0,3-1-3 16,-2 7 3-16,-1-1-2 16,-1 1 1-16,0 1 2 15,-1 0-1-15,-1-2 0 16,0 1 3-16,3-2-3 15,0 1 0-15,0 0 1 16,0-1-1-16,-1 1 0 16,1-1 0-16,0-1-2 15,1 2 2-15,1-2 0 16,-2 3 2-16,3-1-4 16,-3-1 3-16,3 2-1 15,-3 0 1-15,2 0-1 16,2 3-1-16,-5-2-3 0,4 3 4 15,0 0 4-15,1 0-4 16,2 0 0-16,0 1 1 16,0 2-1-16,0-2 0 15,0-3 0-15,0 1-2 16,6-2 2-16,3 0 0 16,3-1 0-16,-3-1 0 15,2-4 0-15,-1 0 0 16,-4 0 0-16,-3 0 0 15,0 2 0-15,-1 0 1 16,-2 1 0-16,0-3-1 16,0-3 0-16,0 1 0 15,0 0 0-15,0 1 1 16,0-1-1-16,5 1 0 0,-2 3 0 16,3 0 0-16,0 2 5 15,0 0-5-15,0 3 11 16,-1-3-10-16,-1 5 2 15,-1-3 8-15,2-1-5 16,1 3-1-16,2 0 9 16,3-1-6-16,1 0 12 15,1-2-7-15,1-1-7 16,2-1 3-16,-1 0-2 16,4-3 9-16,2 1-2 15,-1-3 2-15,2-1 1 0,-1 4-8 16,-1-2-4-1,5 0-1-15,-3 1-2 0,6-2-2 16,2 2-1-16,6-1-50 16,1 1-102-16,1-3-99 15,-2-5-465-15</inkml:trace>
  <inkml:trace contextRef="#ctx0" brushRef="#br0" timeOffset="61732.5898">11758 13534 237 0,'0'0'120'0,"0"0"-27"0,0 0-19 16,0 0 6-16,0 0 31 15,0 0-57-15,0 0 7 16,0 0-41-16,0-16 7 16,0 16 27-16,0 0-25 15,0 0-12-15,0 0-9 16,0 0-8-16,0 0-3 16,11 0 3-16,8 0-1 15,6 0 2-15,1 0-1 0,1 0 1 16,1 0 1-1,1 0-1-15,0 2-1 0,-2 0 5 16,0 2-5-16,-3 1-4 16,-3 1 4-16,0 2 0 15,-2-2-5-15,-4 2 9 16,0 1-8-16,-3 1 4 16,-1 0 0-16,-1 2-1 15,-1 0 1-15,-2-3 0 16,1 1-8-16,-3-3 8 15,-2 1-20-15,-1-3-20 16,1-2-63-16,-3-3 12 16,0 0-256-16</inkml:trace>
  <inkml:trace contextRef="#ctx0" brushRef="#br0" timeOffset="62506.8149">11794 13496 511 0,'0'0'107'16,"0"0"-30"-16,0 0-47 0,0 0 37 15,0 0-15 1,0 0-37-16,19-8-14 0,13 6 19 16,7 2 12-16,1 0-5 15,2 0-12-15,-2 0 1 16,-3 0-11-16,-4 0 1 16,-6 5-6-16,-3 2 0 15,-9 0-1-15,-3 0-5 16,-5-1 5-16,-4-2 1 15,-3-1-3-15,0-2 2 16,0-1 1-16,-18 0 2 16,-7 0-2-16,-8 0 0 15,-2 0-2-15,-1 0 2 16,4 0 0-16,2-4-2 0,4-4 4 16,3 2-1-16,4 3 0 15,4-2-1-15,1 2 2 16,8 0 8-16,3 2 3 15,1 1 6-15,2 0-6 16,0 0-13-16,0 0-3 16,4 0-5-16,11 0 7 15,9 0 2-15,3 0-1 16,3 0 8-16,2 0-8 16,-2 0 0-16,0 0 0 15,-3 3 2-15,-5-1-2 16,-5 0-1-16,-7-1 1 15,-7 1 0-15,-3 0-8 0,0-2 7 16,-13 0 0-16,-17 0-1 16,-14 0-9-16,-8 0 2 15,-3 3 7-15,4 0-5 16,10-2 13-16,14-1-6 16,15 0 4-16,10 0 27 15,2 0-15-15,8 0-16 16,19 0 1-16,16-1 3 15,8-5-3-15,1 4-1 16,3-1 0-16,-5 3 0 16,0 0-7-16,-4 0-83 0,-7 0-113 15,-8 0-525 1</inkml:trace>
  <inkml:trace contextRef="#ctx0" brushRef="#br0" timeOffset="64256.1707">12102 16525 511 0,'0'0'90'0,"0"0"-20"16,0 0 16-16,0 0 21 16,0 0-1-16,0 0-79 15,-38-22 63-15,38 22-33 16,0-2-31-16,0 2-16 15,0-1-8-15,0 1-1 16,13-2-1-16,10 1 0 16,5-2 6-16,5 0-2 0,2-2-2 15,-3 0 2 1,0 1 2-16,-4 3-6 0,-3-1 0 16,-4 2 0-16,-9 0-3 15,-4 0 4-15,-7 0-4 16,-1 0-16-16,0 0 2 15,-1 0 7-15,-22 0 6 16,-14 2-13-16,-11 8-21 16,-10-1 18-16,0 4 15 15,0-3 5-15,6 0-4 16,13-1 4-16,13-6 5 16,14 1 12-16,9-3-3 15,3-1 7-15,0 0-19 16,17 0 4-16,20 0-1 0,16-8 16 15,16-6-14-15,3-3-5 16,7 2-2-16,-7 1 0 16,-7 4-63-16,-8 4-88 15,-21-2-171-15</inkml:trace>
  <inkml:trace contextRef="#ctx0" brushRef="#br0" timeOffset="67404.133">11714 15729 581 0,'0'0'37'15,"0"0"0"-15,0 0 46 16,0 0-11-16,0 0-16 15,0 0-3-15,0 0-27 0,-18-7-17 16,18 7-9-16,0 0 6 16,7 0-6-16,16-4 21 15,11-2 46-15,8-5-25 16,3 0-11-16,2 1-12 16,-1-1-14-16,-4 2 1 15,-3 3-3-15,-3 0 4 16,-7 0-7-16,-6 4 0 15,-7-1-1-15,-8 3-66 16,-5-3-30-16,-3 3-2 16,0 0-6-16,-15 0-59 15,-12 0-208-15</inkml:trace>
  <inkml:trace contextRef="#ctx0" brushRef="#br0" timeOffset="67574.3792">11721 15719 331 0,'0'0'124'0,"0"0"-83"16,0 0-9-16,0 0 16 16,0 0 14-16,0 0 58 15,9 29-44-15,31-29-18 16,14 0-9-16,4-7-26 16,7 0-23-16,3-2 9 15,5-1-9-15,-1 4-1 16,-4-2-106-16,-8-3-459 0</inkml:trace>
  <inkml:trace contextRef="#ctx0" brushRef="#br0" timeOffset="130535.7765">4611 7737 688 0,'0'0'87'16,"0"0"-49"-16,0 0 13 15,0 0 5-15,0 0-6 0,0 0-4 16,0 0-4 0,-47-16 6-16,41 16-32 0,-1 0-10 15,-2 14-5-15,0 0 8 16,-1 1-4-16,2 0 13 15,1 1-11-15,-4-1 3 16,1-1-5-16,1-2 20 16,-1 1-8-16,2-1-3 15,1 4-8-15,-1 1 4 16,1 5-3-16,1 5-3 16,3 4-1-16,3 6 1 15,0 5-3-15,0 5 4 16,7 2-3-16,2 1-2 15,2-2-1-15,0-2 1 0,0-7 4 16,7-5-4-16,-3-3 1 16,4-4-5-16,2-3 4 15,5-2-57-15,3 0-45 16,9-3-84-16,5 1-91 16,0-3-382-16</inkml:trace>
  <inkml:trace contextRef="#ctx0" brushRef="#br0" timeOffset="131871.4149">10883 7666 479 0,'0'0'37'0,"0"0"40"15,0 0-21-15,0 0 52 16,0 0-17-16,0 0-27 16,-5-12 30-16,2 10-54 15,1 2 20-15,1 0 2 16,1 0-32-16,0 0 4 16,0 0-31-16,0 0 3 15,0 0-6-15,0 5-10 16,3 9 10-16,9 5 4 0,-1-1 5 15,2 3 0 1,-4 2-6-16,3 2 5 0,-5 2 1 16,1 5-2-16,-2 6 4 15,-1-1-6-15,-1 4 3 16,0-1 8-16,-1 0-14 16,0 3 3-16,-3 2 10 15,0 0-15-15,0-2 4 16,0-2 4-16,0-4-4 15,-4-2 3-15,-8-3-1 16,1-2-2-16,-2-3 0 16,-3-1-1-16,-2-1 2 15,3-1-3-15,-3-2-1 16,1-1 1-16,-2-4 1 0,0-5-3 16,-5 2 5-16,-2-4-5 15,-5-5 5-15,-2-1-5 16,-3-4 0-16,-3 0-6 15,4 0-23-15,0 0-26 16,5 0-27-16,9 0-40 16,4-5-87-16,9-4-245 15</inkml:trace>
  <inkml:trace contextRef="#ctx0" brushRef="#br0" timeOffset="132823.9535">8629 8754 460 0,'0'0'136'16,"0"0"-90"-16,0 0-7 15,0 0 30-15,0 0-3 16,0 0-4-16,25-4-30 16,-13 2-4-16,2-3 3 15,5 3 3-15,0 1-2 16,4 0-22-16,5 1 16 15,8 0-7-15,7 0-18 0,1 0 2 16,5 0 0-16,3 0-2 16,0 0 0-16,5 0-1 15,1 2 0-15,-2 5-13 16,0 1-5-16,-6 1 5 16,-3 1-26-16,-7 0-27 15,-1 2-9-15,-6-2-32 16,-8-2-110-16,-5-5-170 15</inkml:trace>
  <inkml:trace contextRef="#ctx0" brushRef="#br0" timeOffset="133077.2732">9346 8842 953 0,'0'0'20'0,"0"0"-20"0,0 0-140 16,0 0 140-16,0 0 2 16,0 0 33-16,75 8 33 15,-35-6-35-15,11-2 10 16,12 0-26-16,7 0-1 16,9 0-10-16,6-9-3 15,7-3 0-15,10 0-3 16,5 0-53-16,-1-3-131 15,-7-3-381-15</inkml:trace>
</inkml:ink>
</file>

<file path=ppt/ink/ink1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1-12-18T12:34:41.256"/>
    </inkml:context>
    <inkml:brush xml:id="br0">
      <inkml:brushProperty name="width" value="0.05292" units="cm"/>
      <inkml:brushProperty name="height" value="0.05292" units="cm"/>
    </inkml:brush>
  </inkml:definitions>
  <inkml:trace contextRef="#ctx0" brushRef="#br0">8502 5632 445 0,'0'0'11'0,"0"0"19"16,0 0-24-16,0 0 2 16,-85 0 8-16,79 0 51 15,2 0 25-15,4-3 13 16,0-2-61-16,0 2-25 16,0 2 4-16,0 1 21 15,0 0-4-15,0 0-13 16,0 0 11-16,0 0-27 15,0 0-9-15,0 1 5 0,9 10 8 16,7 3 4-16,8-1-6 16,4-1 3-16,5-1-1 15,8-3 2-15,5-6-17 16,13-2 8-16,7 0 7 16,10 0-3-16,6-1-9 15,5-7 0-15,4 2 6 16,-3-1-6-16,-2 0-3 15,-4 1-1-15,-9-2 1 16,-7 3 5-16,-8 0-5 0,-9 0 2 16,-8 0-2-1,-6 2-1-15,-6 0 1 0,-7 0 1 16,-8 3 0-16,-3-3-1 16,-6 3 0-16,-4-2 3 15,-1 2-2-15,0 0 3 16,0 0-2-16,0 0-2 15,0 0-22-15,0 0-76 16,-9 0-71-16,-7 5-92 16,-2 1-282-16</inkml:trace>
  <inkml:trace contextRef="#ctx0" brushRef="#br0" timeOffset="1102.6001">12452 2458 792 0,'0'0'53'0,"0"0"-10"16,0 0-12-16,0 0 1 15,-85-24-3-15,57 24 16 16,-5 14 15-16,-5 14-23 16,1 13-12-16,4 9-6 15,7 4-8-15,8 5 4 16,10-1 0-16,8 0 3 0,0-2-8 15,17-8-5 1,11-7-2-16,8-9 2 0,7-11-5 16,3-10 0-16,9-11 7 15,3 0-5-15,5-20 5 16,1-12-4-16,-2-10 0 16,-7-6 1-16,-10-6-4 15,-12-5 6-15,-16 0-6 16,-15-8 1-16,-2 2-1 15,-26 7 0-15,-14 5 1 16,-14 14-1-16,-4 10 2 16,-1 9-2-16,-1 6 0 0,9 7 0 15,6 6 8 1,8 1-8-16,9 0-3 0,7 7 3 16,8 17 0-16,6 11-10 15,7 14 3-15,0 12-25 16,9 4-41-16,17 0-109 15,4-10-11-15,2-16-377 16</inkml:trace>
  <inkml:trace contextRef="#ctx0" brushRef="#br0" timeOffset="2267.2486">12482 2406 375 0,'0'0'157'16,"0"0"-66"-16,0 0 25 16,0 0-41-16,0 0 19 15,0 0-40-15,-33-10 19 0,33 3-18 16,0-2-17-16,0 1-12 15,0-4 1-15,0 0-4 16,10-5 0-16,10-4-8 16,5-4-5-16,11-6-5 15,7-4 1-15,8 0 2 16,4-1-2-16,5-1-6 16,7 2 3-16,5 2 0 15,6 0-3-15,3 7 0 16,4 3 0-16,-1 4 0 15,-5 8 0-15,-2 5 0 16,-5 4 0-16,-4 2-1 0,-7 0 1 16,-6 7 2-16,-3 5-1 15,-5 0-1-15,-2 1 0 16,0-2 0-16,-6-1-3 16,-5 0 3-16,-6-2 0 15,-4 0 0-15,-7-3 0 16,-4-1 1-16,-4 0-1 15,-5 0-6-15,-2-1 4 16,-1-1-11-16,-1 2-25 16,0-1-25-16,0 2-60 15,0-2-38-15,-10-3-249 16</inkml:trace>
  <inkml:trace contextRef="#ctx0" brushRef="#br0" timeOffset="3000.4175">14196 2076 898 0,'0'0'64'0,"0"0"0"15,-114-6 1-15,74 14-35 16,-2 18-7-16,-4 8-5 16,3 15 4-16,7 10 0 15,6 12-18-15,12 11-1 0,8 11 1 16,10 3-2-16,0 4-1 15,19-6-1-15,20-7-5 16,16-10 5-16,12-8-1 16,11-17 1-16,11-13-9 15,8-17 8-15,6-13 1 16,-4-9 0-16,-5-16 2 16,-8-21-2-16,-13-14-7 15,-12-15-1-15,-13-12-1 16,-15-9 8-16,-15-13 0 15,-15-9 1-15,-3 0 0 16,-18-2-3-16,-18 11 3 0,-8 12 7 16,-9 14-7-1,-5 9 0-15,-6 17 0 0,-8 13 2 16,-1 14-2-16,-4 13 4 16,-3 8-3-16,2 5-1 15,4 19 0-15,7 11-2 16,15 10 2-16,10 13-2 15,11 11-8-15,13 7-9 16,9 9-83-16,9 0-51 16,0-8-136-16</inkml:trace>
  <inkml:trace contextRef="#ctx0" brushRef="#br0" timeOffset="4754.9235">13818 1746 786 0,'0'0'60'0,"0"0"12"16,0 0-39-16,0 0-22 15,0 0 2-15,0 0 4 16,0 0-17-16,2-2 1 0,23 13 2 15,5 6 26-15,4 3-10 16,-1 4-12-16,-3 2 8 16,-3 6 1-16,-5-1 5 15,-8 1-5-15,-5-1-7 16,-9-2 1-16,0-1 0 16,-14-5 10-16,-13-1 20 15,-6-5 13-15,-2-5-19 16,-1-5 6-16,3-4-13 15,5-3-16-15,4 0-5 16,4 0-6-16,6-3-10 16,3-8-89-16,6 3-143 15,-2 1-543-15</inkml:trace>
  <inkml:trace contextRef="#ctx0" brushRef="#br0" timeOffset="15252.3426">11933 6872 736 0,'0'0'5'16,"0"0"33"-16,0 0-31 15,0 0 34-15,0 0 18 0,0 0-6 16,0 0 3-16,0 0-22 15,-37-6-16-15,37 6-18 16,0 0-2-16,0 0-5 16,8 0 3-16,8 0 4 15,7 2 0-15,3 3 3 16,0 0 0-16,4 0 1 16,-2 0-4-16,-2-1 1 15,0-1 1-15,-3-1-2 16,1-2-8-16,-3 2-9 15,2 1-45-15,-3-1-89 16,1 1-119-16</inkml:trace>
  <inkml:trace contextRef="#ctx0" brushRef="#br0" timeOffset="31036.1534">4900 13796 138 0,'0'0'41'0,"0"0"16"0,0 0-16 16,0 0-5-16,-88-35-15 15,69 29 10-15,-1 1 18 16,1 1-20-16,4 1 17 16,2 0 3-16,4 1 2 15,1 2 2-15,8 0-40 16,0 0 39-16,0 0-49 15,0 0 4-15,20 12 7 16,5 6-4-16,10-1 20 16,10-2-17-16,8 2-5 0,14 0 11 15,15 1-11 1,16 1-8-16,16 1 7 0,14 0-5 16,8 2 5-16,10 5-7 15,1 5 1-15,-2 4-4 16,6 0 6-16,1 4-3 15,4-4 0-15,7-1 0 16,-2-6 0-16,-1-4 6 16,-5-2-5-16,-5 0-1 15,-6-2 0-15,1-1-4 16,-4-1 3-16,-2-4 0 16,-2 1 1-16,-7-3 1 15,-6-1 3-15,-11 1-8 16,-11 1 3-16,-12-1 1 0,-12 0 8 15,-11-3-8-15,-11-1-2 16,-10-6 2-16,-6 1 0 16,-9-1 0-16,-3 2-4 15,-3-3 2-15,-2 1-44 16,-2-3-117-16,-7 0-315 16</inkml:trace>
</inkml:ink>
</file>

<file path=ppt/ink/ink1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1-12-18T12:35:29.528"/>
    </inkml:context>
    <inkml:brush xml:id="br0">
      <inkml:brushProperty name="width" value="0.05292" units="cm"/>
      <inkml:brushProperty name="height" value="0.05292" units="cm"/>
    </inkml:brush>
  </inkml:definitions>
  <inkml:trace contextRef="#ctx0" brushRef="#br0">23154 4367 734 0,'0'0'2'0,"0"0"-2"16,0 0 1-16,0 0-1 15,0 0-4-15,0 0 4 16,0 0 23-16,0 12 13 0,0 9 2 15,0 6-16-15,12 7-4 16,3 5-10-16,3 7-7 16,1 8 10-16,4 9-3 15,0 4-4-15,0 3 4 16,-5 1-5-16,-1 0 4 16,-3 7-5-16,-2 0 1 15,-5 1-1-15,-1 1-1 16,2-3 2-16,-3-2-2 15,0 8 3-15,-5 3 22 16,0 7 25-16,0 10-35 16,0 1-6-16,0 4-9 15,0 1 14-15,0-2-13 16,-8-2 1-16,-8 1 5 16,-3-4-8-16,-2 0 21 0,-1-4 21 15,0 7-8-15,8 6-8 16,1 5-10-16,4 5-10 15,-2 2 2-15,-2-3-5 16,3 0-3-16,-4 1 1 16,-3-2-1-16,-3 5 1 15,-6 7-2-15,1 0 1 16,-1 1 0-16,-2-4 0 16,1-5 1-16,-1-3-1 15,1 0 0-15,-1-5 0 16,-3 2 2-16,-4 6-2 15,1 0-1-15,-1 1 1 0,0-3-1 16,1-3 1-16,1-4 5 16,1-5-4-16,4-2 1 15,3-5-2-15,1-1 2 16,1 2 2-16,-2-3-2 16,1-1 4-16,-1-6-4 15,1-5-1-15,-3-7 2 16,-1-2-3-16,2-5 1 15,1-7-1-15,0-7-1 16,5-7 1-16,-2-4 1 16,0-7-1-16,2-2-3 15,-4-5-29-15,-1-4-71 16,-8-14-157-16</inkml:trace>
  <inkml:trace contextRef="#ctx0" brushRef="#br0" timeOffset="18720.9525">6032 12512 822 0,'0'0'72'0,"0"0"-72"16,0 0 0-16,9 93 8 0,-3-55 33 15,0 4 73-15,3 5-39 16,3 5-26-16,1 2-19 16,4 1 12-16,-4-4-31 15,-1-8 4-15,-3-4-12 16,-3-11-2-16,-6-7 3 15,3-6-4-15,-3-4-36 16,0-8-73-16,-12-3-97 16,-15 0-306-16</inkml:trace>
  <inkml:trace contextRef="#ctx0" brushRef="#br0" timeOffset="19019.1545">5837 12983 750 0,'0'0'41'0,"0"0"-41"0,-5 72 69 15,5-35 23-15,8 1-13 16,8 1 18-16,7 0-45 16,1-6-25-16,10-3-3 15,2-13 0-15,5-8-6 16,4-9 9-16,1 0 11 15,2-26-12-15,-2-8-14 16,-5-5-8-16,-7-2 0 16,-9 2 2-16,-10 0-6 15,-4 10 0-15,-1 5-7 0,-5 10-23 16,2 9-50 0,-1 5-153-16,-2 2-295 0</inkml:trace>
  <inkml:trace contextRef="#ctx0" brushRef="#br0" timeOffset="19620.1209">4839 13992 752 0,'0'0'117'16,"0"0"-108"-16,0 0-8 15,0 0 80-15,0 0 63 16,0 0-40-16,118-15-42 15,-62 0-35-15,5 1-9 0,-2 4-12 16,-7-2-4-16,-4 5-4 16,-14 2-46-16,-7 5-97 15,-15 0-114-15,-12 0-164 16</inkml:trace>
  <inkml:trace contextRef="#ctx0" brushRef="#br0" timeOffset="19862.4733">5215 13975 723 0,'0'0'150'0,"0"0"-52"16,0 0 60-16,0 0-34 15,0 0-54-15,0 0-55 16,-15 26-14-16,15 18 49 0,0 7-22 16,0 9-8-16,0 6 6 15,0 1-19-15,0-1 5 16,0-5-8-16,0-9-3 15,0-8-1-15,12-8-18 16,15-14-48-16,7-11-58 16,9-11-147-16,4-13-141 15</inkml:trace>
  <inkml:trace contextRef="#ctx0" brushRef="#br0" timeOffset="20612.1227">5565 14350 756 0,'0'0'81'16,"0"0"-9"-16,-94 61 10 0,77-36 48 16,12-2-68-16,5-2-33 15,14-4 0-15,17-5-16 16,10-9-12-16,6-3 5 16,2-3-2-16,-4-14-4 15,-8-5-21-15,-9-1-32 16,-13-4 0-16,-13 3-46 15,-2 0 34-15,-18 2 19 16,-18 7-1-16,-3 7-4 16,0 8 30-16,7 0 21 0,8 8-5 15,15 12 10 1,9 1 2-16,18 0 23 0,28-2 5 16,14-7-23-16,8-7 7 15,2-5-10-15,-4-2-9 16,-9-16 0-16,-11-9 0 15,-16-4 1-15,-12-6 29 16,-8-4 55-16,-10-2-13 16,0 1-26-16,0 0-6 15,-13 7 6-15,-1 9-26 16,4 7-6-16,1 11 10 16,6 8 0-16,3 0-24 15,0 21-11-15,0 16 11 16,9 16 0-16,3 6 3 15,0 1-3-15,-2 0 0 0,-1-4-1 16,-3-5 1-16,-3-7 0 16,-1-10 0-16,-2-12 0 15,0-9 1-15,0-9-1 16,0-4 1-16,0-4 23 16,0-22 12-16,-8-11-36 15,-1-14 0-15,-1-11-7 16,1-12 4-16,1-5-14 15,2 2-10-15,5 7 16 16,1 14 5-16,0 14 3 16,10 9 2-16,5 14 0 15,3 7 1-15,3 9 1 0,-4 3-1 16,9 15 0 0,-2 14 8-16,0 8-7 0,-9 10 1 15,-9 4 8-15,-6 5 4 16,0 2-11-16,-11-7 2 15,-13-4 5-15,1-5-10 16,2-6-2-16,3-8-1 16,7-8-56-16,8-13-119 15,3-7-249-15</inkml:trace>
  <inkml:trace contextRef="#ctx0" brushRef="#br0" timeOffset="21329.8121">6401 14539 724 0,'0'0'290'16,"0"0"-266"-16,0 0-22 16,0 0 39-16,98-60 47 15,-67 36-22-15,-1-6-48 16,4-2 0-16,-5-4-18 15,-7 0 8-15,-4 1-1 16,-7 4 0-16,-7 7 7 16,-4 7-2-16,0 10 9 0,0 4 3 15,0 3-18 1,-3 0-6-16,-7 15 5 0,-4 7-5 16,2 6 5-16,3-1-3 15,3-1-2-15,3-1 1 16,3-1 0-16,0-6-1 15,3-4 2-15,11-6-7 16,5-3 4-16,0-5-4 16,7 0 5-16,4-8 5 15,3-9-5-15,0-3-21 16,-2-1-2-16,-3 1-7 16,-4 6 2-16,0 0 7 15,-5 4 7-15,-2 4 8 0,-3 0 2 16,0 1 3-1,-3 2-1-15,0 0 1 0,-2 0-3 16,-2 2-4-16,-2-1-2 16,1 2 3-16,-6 0 3 15,0 0-8-15,0 0-4 16,0 0 0-16,-11 2 16 16,-8 10 5-16,-6 3-1 15,-5 3 4-15,0 2 14 16,3 0 7-16,4 4-5 15,6-2 15-15,4-1-19 16,7-1-8-16,6 2 6 16,0-2-5-16,9-4 4 15,10 1-14-15,8-4 9 0,3-5 1 16,4-4-10 0,2-4 8-16,3 0-2 0,1-5 1 15,-3-10-9-15,1-2 6 16,-4 0-7-16,-3-2-62 15,-5 1-95-15,-7-3-230 16</inkml:trace>
  <inkml:trace contextRef="#ctx0" brushRef="#br0" timeOffset="22961.447">7995 13866 800 0,'0'0'128'0,"0"0"-58"16,0 0-60-16,0 0 79 15,0 0 45-15,0 0-68 16,-15-36-38-16,-22 65-6 15,0 9-4-15,1 4 12 0,10-1-13 16,16 0-9-16,10 0 6 16,9 0-9-16,27 1-5 15,13 0 6-15,9 0-3 16,-4-5 0-16,-5-1-2 16,-16 0-1-16,-17-2 1 15,-14-2-1-15,-2 0 0 16,-24-2 4-16,-12-4-1 15,-1-4-3-15,3-7 0 16,8-4-9-16,11-11-1 16,9 0-8-16,6-14-1 15,2-10-62-15,23-6 30 0,14-1 23 16,7 3 3 0,5 4 9-16,-4 1 16 0,0 4 0 15,-4 2 2-15,-3 3 2 16,-5 2-1-16,-5 0 16 15,-5 2-14-15,-6-3-2 16,-5-1 2-16,-6 2 1 16,-3 0-5-16,-5-3 3 15,0 3-4-15,0 1-4 16,-13 3 0-16,-5 7-1 16,3 1 5-16,-1 3-5 15,3 15 0-15,3 6-2 16,3 5 6-16,5 2-1 15,2 0 4-15,0-1-1 16,7-3-1-16,10-4-1 0,4-6 1 16,3-6-2-16,0-6-6 15,1-5-1-15,3 0-5 16,-1-13 3-16,0-6 3 16,0-5-3-16,-4-1 8 15,0 0 1-15,0 2 1 16,-3 3 1-16,-3 8 0 15,-1 5 9-15,-2 5 2 16,-1 2-10-16,-4 7 4 16,0 13-4-16,-3 6 4 0,-6 0 1 15,0 3-5 1,-10-3 2-16,-6-3-3 0,2-6-6 16,4-3-7-16,6-10-14 15,4-4-31-15,0 0 15 16,11-18-20-16,12-9-35 15,8-6 63-15,4-3-5 16,0-1 20-16,-6 1 5 16,-8 2 15-16,-7 1 24 15,-10 5 27-15,-4 1 10 16,0 4-13-16,-13 8-21 16,-7 3-1-16,4 7-21 15,3 5 5-15,8 0 2 16,5 0-12-16,0 10-1 15,8 7 1-15,13 4 9 0,9 3 11 16,4 3 18-16,-2 2-14 16,0 4 4-16,-7 1-24 15,-7 0 9-15,-6 0 13 16,-11-2-16-16,-1-1 9 16,-1-6-2-16,-11-3-2 15,0-7-7-15,3-7-7 16,7-5 2-16,2-3-6 15,0 0 1-15,11-17-37 16,13-5-21-16,6-4-7 16,-2-1 19-16,2 5 16 15,-3 0 24-15,-2-2 8 16,-3 2 40-16,-2-2 29 16,1-2-23-16,-6 2-3 0,4-1-2 15,-1-1-29-15,-5-1 7 16,-3 1-10-16,-1 3-6 15,-7 5-2-15,1 8-1 16,-3 5-1-16,0 5-1 16,0 0-5-16,-5 19 6 15,-5 10 2-15,3 6 9 16,5 3 7-16,2-2-3 16,3-4 10-16,15-5-11 15,3-6-3-15,3-8-8 0,3-10 2 16,-2-3-4-16,2-6-3 15,-5-19-45 1,-10-13-156-16,-12-8-460 0</inkml:trace>
  <inkml:trace contextRef="#ctx0" brushRef="#br0" timeOffset="23104.0642">9300 13938 941 0,'0'0'22'16,"0"0"-22"-16,0 0 0 16,0 0-84-16,0 0-393 0</inkml:trace>
  <inkml:trace contextRef="#ctx0" brushRef="#br0" timeOffset="23782.2662">9554 14308 819 0,'0'0'131'0,"0"0"-99"16,0 0 76-16,94-70-4 16,-64 36-38-16,0-5-24 15,-2-4-18-15,-1-3-3 16,-7-4-21-16,-5-1 4 0,-6-3-2 15,-4 2-2-15,-5 12 0 16,0 13 4-16,0 14 2 16,0 13 3-16,0 9-5 15,-10 20-4-15,-1 10 0 16,-1 9-4-16,10 0 8 16,2-1-8-16,0-3 8 15,17-7-5-15,5-7 1 16,4-11-3-16,0-8-8 15,0-11-19-15,2 0 9 16,-1-16 10-16,0-14-15 16,-3-3-2-16,-5-1 22 15,-8-2 3-15,-2 0 3 0,-6 2-1 16,-3 5-1 0,0 7 2-16,0 8 5 0,0 6 0 15,0 8-4-15,0 0-1 16,0 6-13-16,0 13 7 15,1 4 5-15,1 5 1 16,-2 0 1-16,1-1 0 16,-1-1-1-16,2-4 0 15,2-3 1-15,2-5-1 16,-2-3 0-16,3-2 0 16,2-3 1-16,-1 1 1 15,1-3 1-15,3-2 15 16,1-2-3-16,3 0 4 0,1 0 7 15,3-5 15 1,-4-9-15-16,4-5 15 0,-5-2-20 16,2-3-8-16,-1-1 2 15,-3 2-12-15,-4 0-3 16,-3 6-37-16,-3 3-108 16,-3 6-287-16</inkml:trace>
  <inkml:trace contextRef="#ctx0" brushRef="#br0" timeOffset="24024.2325">9705 13951 872 0,'0'0'103'0,"0"0"-94"16,0 0 4-16,0 0-13 16,97-35 0-16,-65 30-173 15</inkml:trace>
  <inkml:trace contextRef="#ctx0" brushRef="#br0" timeOffset="24421.6326">10025 13598 871 0,'0'0'107'0,"0"0"-17"16,0 0-70-16,0 0-20 15,0 0-21-15,0 0-90 16,21 28-216-16</inkml:trace>
  <inkml:trace contextRef="#ctx0" brushRef="#br0" timeOffset="24761.7214">10280 13772 933 0,'0'0'151'16,"0"0"-68"-16,0 0-77 16,0 0 69-16,0 0 16 0,8 104-43 15,5-64-22-15,1-3-1 16,2-3-2-16,-1-7-9 16,0-8-2-16,1-6-8 15,1-9 5-15,-1-4-6 16,8-8 14-16,3-19 10 15,3-11-20-15,-2-9-7 16,-5-7-7-16,-6-3-12 16,-5 3-26-16,-6 13-57 15,-3 18-80-15,0 18-46 16,-3 5-49-16,0 25-411 16</inkml:trace>
  <inkml:trace contextRef="#ctx0" brushRef="#br0" timeOffset="24995.1017">10608 14037 175 0,'0'0'361'0,"0"0"-119"16,0 0-92-16,0 0-40 15,87-82-36-15,-62 46-58 16,-3 0-16-16,-4 3-3 16,-8 8-1-16,-6 12 4 15,-4 11 1-15,0 2 3 16,0 20 5-16,0 11 47 15,-6 4-5-15,5 0-12 16,1 1-20-16,4-6-16 16,21-4-3-16,11-2-18 15,13-9-115-15,5-6-100 0</inkml:trace>
  <inkml:trace contextRef="#ctx0" brushRef="#br0" timeOffset="25727.9521">11650 13401 778 0,'0'0'97'0,"0"0"-9"0,0 0-60 15,0 0 33-15,0 0 67 16,-6 104-63-16,6-55-18 15,0 6 2-15,10 6-9 16,5-1-10-16,-2-2-14 16,1-7-3-16,-2-14-7 15,-4-11-2-15,-2-11-4 16,-4-10 1-16,-2-5-1 16,0-11 9-16,-10-25-9 15,-8-17-9-15,-6-12 4 16,-2-8-3-16,3-6-13 15,3 3-2-15,4 5-9 0,8 7-10 16,8 14 16-16,0 15 13 16,11 13-10-16,13 10 5 15,1 11 7-15,6 1 7 16,2 16-1-16,3 13 10 16,-3 10 3-16,-9 3 7 15,-7 5 2-15,-14-1 17 16,-3 2-17-16,-16-4-11 15,-14-3 5-15,1-2-11 16,4-8 0-16,17-9-29 16,8-11-101-16,22-11-231 15</inkml:trace>
  <inkml:trace contextRef="#ctx0" brushRef="#br0" timeOffset="26710.7172">12066 13759 968 0,'0'0'112'0,"0"0"-34"15,0 0-1-15,0 0-22 16,0 0-28-16,0 0-18 16,-36 75 18-16,64-73-25 15,5-2 7-15,0 0-9 16,-3-14 0-16,-7 0 0 0,-8-3-29 15,-7 0-7-15,-8 2 1 16,0-1-15-16,-8 3-1 16,-17 4-25-16,-2 4 20 15,2 5 52-15,1 0 2 16,6 5 1-16,11 4 1 16,5 2-4-16,2-2 4 15,5 0-1-15,14-6 2 16,11-3-2-16,6 0 2 15,4-3-1-15,3-13 4 16,-3-1-4-16,-1-3-12 16,-7 1-11-16,-4 2 7 15,-10 1-6-15,-8 5 22 16,-7 6 9-16,-3 4-1 0,0 1 37 16,-6 0-25-16,-11 13-13 15,-5 7-2-15,2 4 28 16,2 3 5-16,7 0-10 15,8 1-17-15,3-5-6 16,0-5-5-16,16-8-10 16,6-8 8-16,1-2-7 15,3-10 8-15,-1-13-21 16,-8-8-9-16,-1-1 13 16,-6 0 12-16,-2 1 12 15,-2 4-4-15,-3 8 18 16,-2 9 25-16,-1 5 14 0,0 5-4 15,0 5-45-15,0 21-9 16,0 13 17-16,0 11 0 16,0 3 0-16,0 2-14 15,0-4 0-15,-3-6-4 16,-5-8 1-16,0-7-1 16,0-9 0-16,1-8-5 15,3-8-12-15,1-5-3 16,3 0 12-16,0-20-71 15,0-7-8-15,0-4-9 16,13 0 10-16,1 6 61 16,3 6 16-16,-2 5 9 15,0 6 25-15,0-1 26 0,1 5-9 16,4-1 19-16,5-2-29 16,4 1-2-16,3-5-5 15,3-6-14-15,3-3-6 16,0-4-1-16,-2-4 1 15,-2-4-5-15,-3-2 0 16,-7 0-5-16,-6 4 5 16,-8 5 8-16,-7 9-8 15,-3 5 1-15,0 11 36 16,0 0-15-16,-6 10-21 16,-4 12-1-16,0 7 8 15,4 7-8-15,6 3 2 0,0 4-2 16,6 3-33-16,20-3-119 15,15-10-126-15,6-9-272 16</inkml:trace>
  <inkml:trace contextRef="#ctx0" brushRef="#br0" timeOffset="27457.7214">13568 13280 785 0,'0'0'134'15,"0"0"-112"-15,0 0-17 16,0 0 97-16,0 0 13 15,24 92-43-15,-17-48-26 16,-2 2-11-16,0 1-5 16,0 0-10-16,-2-3-11 15,0-7-4-15,-2-9-4 0,1-9-1 16,-2-12 1-16,0-4-1 16,0-3 1-16,0-10 10 15,0-15-11-15,-2-8-20 16,-5-1 7-16,2-2 3 15,0 0-11-15,4 4 12 16,1 2 3-16,0 5 1 16,0 6 5-16,0 5 1 15,0 3 9-15,0 5-5 16,0 4-5-16,0 2 10 16,0 0-6-16,0 0-4 15,0 0-11-15,0 6-17 0,0 8 0 16,0 1-60-16,0-1-79 15,0-5 9-15,0-1-56 16,1-8-56-16</inkml:trace>
  <inkml:trace contextRef="#ctx0" brushRef="#br0" timeOffset="28748.8288">13621 13397 342 0,'0'0'193'16,"0"0"-48"-16,0 0-53 15,0-89 10-15,0 64-35 16,0-1 17-16,0-1-36 15,0 2 23-15,0-1-43 16,4-5 5-16,9 1-9 16,2 1-5-16,9 5-3 0,2 5-6 15,1 9-7-15,1 7 5 16,1 3-8-16,-1 10 0 16,-4 15 2-16,-3 11 7 15,-9 5-8-15,-12 3 5 16,0 6-5-16,-21-1 1 15,-10-4-2-15,-5-3 0 16,0-9-11-16,7-6-4 16,9-10-1-16,7-10-7 15,8-7-9-15,4 0 13 16,1-16-33-16,0-13-79 16,13-2 80-16,11 1 3 15,6 7-12-15,1 9 43 16,-5 9 17-16,0 5 3 0,0 1 33 15,-3 16 27-15,0 6-24 16,2 0 19-16,-1 1 2 16,3-5-36-16,3-4-5 15,3-8-2-15,1-5-11 16,5-2 9-16,1-7-14 16,-3-12 1-16,-2-1-2 15,-9-1-3-15,-6 1-56 16,-8 6 4-16,-11 2 15 15,-1 7 3-15,-1 5 10 16,-19 0 21-16,-2 2 5 16,-2 15 2-16,2 2 9 15,5 2 2-15,4 2 20 16,8 4-16-16,5-4-6 16,0-2 6-16,6-2 6 0,13-7-13 15,7-3 2-15,4-8-7 16,1-1 4-16,0-1-2 15,-5-13 2-15,-8-5-6 16,-2-3 1-16,-7 2-1 16,-4-4 1-16,-5 2-3 15,0-2-5-15,0 4-17 16,-12 2-5-16,-5 5 8 16,2 6 5-16,1 5-2 15,3 2 16-15,2 0-13 0,0 10 13 16,4 4-2-16,3 2-3 15,0 2 5-15,2-1 0 16,0 0 16-16,2-2-16 16,10-4 0-16,4-1-5 15,5-5 5-15,1-5-1 16,4 0-6-16,-1 0 2 16,3-9 4-16,-1-1 0 15,-2 2 1-15,-2 4 2 16,-2 3 0-16,-4 1 20 15,-1 0 8-15,-6 5 6 16,-7 10-26-16,-3 4 6 16,0 1-5-16,-6-3-9 15,-1-5-2-15,1-5-20 16,6-7-50-16,0 0 16 0,6-8 35 16,14-13-3-16,5-2-26 15,5-3 25-15,2 4-25 16,1 3 40-16,-3 2 8 15,-5 0 1-15,-2 5 7 16,-6-1 1-16,-7 4 11 16,-1 0 9-16,-4-1 7 15,-4 1-10-15,-1-4 21 16,0-3-21-16,0-2-11 16,0-5-14-16,0-1 3 0,-3-1-2 15,2 3-2 1,-1 4 0-16,1 7 0 0,1 3 9 15,0 1 25-15,-3 3-2 16,2 1 2-16,1 3-9 16,-2 0 10-16,2 0-29 15,0 0-6-15,0 3-2 16,0 14 2-16,0 8 2 16,0 8 27-16,0 3-2 15,0 6 1-15,0 1-3 16,0 1 1-16,0-1 3 15,-6-4-10-15,3-3-9 16,-1-9-10-16,2-8 6 16,2-9-12-16,0-8-36 15,0-2-61-15,6-17-25 0,9-17-202 16</inkml:trace>
  <inkml:trace contextRef="#ctx0" brushRef="#br0" timeOffset="29047.0403">14971 13070 636 0,'0'0'160'0,"0"0"-101"15,0 0 82-15,0 0-35 16,6 76-35-16,-6-53-33 16,-6 1-18-16,-10-2-10 15,-6-3-10-15,-2-6-4 0,4-3-17 16,4-4-17-16,10-3 12 15,6-3 20-15,0 0-22 16,15 0 7-16,11 0 21 16,13 0 38-16,5 0-3 15,9 0-14-15,4 0 13 16,-2 0-22-16,-4 0-7 16,-8 0-5-16,-13 0-57 15,-8 5-167-15,-14 4-374 16</inkml:trace>
  <inkml:trace contextRef="#ctx0" brushRef="#br0" timeOffset="31545.6344">4544 13737 189 0,'0'0'417'0,"0"0"-378"0,0 0 40 15,-94-4-64-15,61 42 4 16,-8 13 56-16,-8 19 4 15,-3 18 6-15,-2 16-15 16,0 17-14-16,9 9-26 16,9 8-18-16,15 2-1 15,18 5-6-15,15 1-5 16,40-3-7-16,36-8 1 16,31-17-103-16,38-14-26 15,34-18-45-15,43-23-239 16</inkml:trace>
  <inkml:trace contextRef="#ctx0" brushRef="#br0" timeOffset="32461.6991">15796 12411 788 0,'0'0'13'0,"0"0"-12"15,124 78 22-15,-44-17 25 16,3 16-3-16,0 17 20 16,-13 15-11-16,-22 12-11 15,-20 10 5-15,-28 10-36 16,-16 0 1-16,-36 7-10 16,-21 2-1-16,-23-4-2 15,-19-4-11-15,-21-13-18 16,-11-13-14-16,-4-17-20 15,5-19-13-15,10-20 9 16,12-16-1-16,11-20-219 16</inkml:trace>
  <inkml:trace contextRef="#ctx0" brushRef="#br0" timeOffset="33511.0395">12224 11447 797 0,'0'0'1'0,"0"0"67"16,0 0-48-16,0 0-6 15,0 0-8-15,0 0 23 16,-28 79 95-16,28-32-52 0,11 3-33 15,9-4-21-15,1 0-15 16,2-6 0-16,-4 2-3 16,-6-5-10-16,-9-2-78 15,-4 1-57-15,-4-6-6 16,-23-8-243-16</inkml:trace>
  <inkml:trace contextRef="#ctx0" brushRef="#br0" timeOffset="33795.2464">11887 11801 847 0,'0'0'39'0,"0"0"7"0,0 0-46 16,0 0 5-16,0 0 64 15,0 0 24-15,94 118-24 16,-54-61-23-16,5 4-15 15,-2-2-12-15,2-3-4 16,-1-7-9-16,4-10-3 16,-1-10-1-16,-1-7-2 15,-3-11 7-15,0-8-3 16,-3-3-4-16,2-9 0 16,0-18-5-16,1-4-52 15,3-6-55-15,-7-6-91 16,-6-3-128-16</inkml:trace>
  <inkml:trace contextRef="#ctx0" brushRef="#br0" timeOffset="308295.4983">12287 14512 800 0,'0'0'9'0,"0"0"28"15,0 0-37-15,0 0 0 16,0 0 9-16,0 0 34 16,0 0 2-16,117-32-30 15,-63 18 1-15,6 0 8 16,4 1 3-16,1 5-2 16,3-3 5-16,0 5-10 15,0-4-4-15,9-3 0 16,5 1-3-16,4-3-10 15,5 1 3-15,2-1-5 16,-4 0-1-16,-1 2 0 16,-3 0 0-16,-4 3 2 0,2-2 4 15,2 3 8-15,-1 1 15 16,-2-1-28-16,-4-1 4 16,-2-1-7-16,-2-2 5 15,2-1-5-15,2-2 5 16,-5-1 3-16,-3 1-2 15,-13 4-4-15,-11 1 0 16,-14 5 0-16,-9 3 1 16,-11 3-1-16,-7 0 0 15,-2 0 0-15,-3 0-3 16,0 0-9-16,0 0 6 16,0 0-8-16,-3 9-56 0,-14 4-55 15,-10-2-118-15</inkml:trace>
  <inkml:trace contextRef="#ctx0" brushRef="#br0" timeOffset="309164.9612">12586 14665 491 0,'0'0'49'16,"0"0"26"-16,0 0-12 15,0 0 71-15,8-84-35 16,-7 73-27-16,2 4-7 16,-1 5 23-16,-2 0-37 0,0 2-6 15,2 0-45-15,-2 11 2 16,0 12 8-16,0 7 23 15,0 2-8-15,-2 4-10 16,-9 3 4-16,-1 5-3 16,-2 6-3-16,0-2-11 15,-1-1 1-15,3-4-2 16,0-5-1-16,1-4-5 16,3-7-56-16,0-6-52 15,0-13-164-15,0-8-188 16</inkml:trace>
  <inkml:trace contextRef="#ctx0" brushRef="#br0" timeOffset="309513.031">12374 14892 414 0,'0'0'133'15,"0"0"-120"-15,0 0-11 16,0 0 96-16,0 0 19 16,0 0-26-16,17 53 1 15,-14-31-15-15,0 2 35 16,-2 3-50-16,0 2 5 16,3-3-36-16,-1-1 3 15,4-2-14-15,7-4-6 0,2-8 2 16,9-5-5-16,8-6-3 15,12-2-3-15,7-19 3 16,7-6-3-16,0 0-3 16,-8 5-4-16,-15 8-12 15,-11 7-65-15,-9 7-83 16,-10 7-157-16,-5 15-107 16</inkml:trace>
  <inkml:trace contextRef="#ctx0" brushRef="#br0" timeOffset="310844.9704">11642 15698 415 0,'0'0'360'0,"0"0"-270"15,0 0-35-15,0 0 35 16,0 0 56-16,0 0-100 15,-57-42-44-15,22 66 5 0,-4 5 13 16,2 3 3 0,7-3-11-16,10 1 0 0,9-2-2 15,9 1-10-15,2-2 1 16,10 0-1-16,13 2 4 16,9-3-3-16,-3 0 2 15,-2 1-3-15,-11-2 4 16,-13 1-4-16,-3 5 0 15,-19-1 0-15,-16 4 3 16,-5-5-3-16,3-5 0 16,4-7 7-16,9-8-7 15,8-4-16-15,10-5-8 16,6 0 11-16,3-6-18 16,28-7-23-16,12-1 42 0,4-1 12 15,-1-2-5-15,-2-2 5 16,-4 2 0-16,1-2 6 15,-1-3-5-15,-2 2 0 16,-4-6 8-16,0-3 3 16,-6-1 8-16,-5-6-10 15,-4 1-1-15,-8 1-8 16,-2 4 1-16,-8 7-2 16,-1 2 1-16,0 3-1 15,0 6 6-15,0 2-9 16,0 4 8-16,0 4 2 15,0 2 15-15,0 0-9 16,0 0-13-16,0 0-1 16,0 11-4-16,-1 13 5 15,-2 7 6-15,3 5 6 0,0 4 4 16,0 2-4-16,0 1 14 16,7-7-15-16,8-6-3 15,6-8 0-15,1-8-5 16,-1-7 3-16,3-7-5 15,-3 0-1-15,-4-7-88 16,-9-16-112-16,-8-4-325 16</inkml:trace>
  <inkml:trace contextRef="#ctx0" brushRef="#br0" timeOffset="310988.0425">11715 15923 760 0,'0'0'68'16,"0"0"-63"-16,0 0-5 16,84-9 0-16,-34 9 0 15,-3 0-226-15</inkml:trace>
  <inkml:trace contextRef="#ctx0" brushRef="#br0" timeOffset="311462.4814">12100 16196 269 0,'0'0'539'0,"0"0"-522"16,0 0-7-16,0 0 84 15,0 0-16-15,0 0-43 16,91-15-18-16,-72 9-9 15,-5 1-5-15,-5-5-1 16,-4-2 9-16,-3-5 0 16,-2-5-4-16,0-3 3 15,0-5-10-15,0-2 0 16,0 0-5-16,0 4 10 16,8 3-5-16,11 5 0 15,4 4 0-15,2 6-7 0,0 3 7 16,0 6-3-16,-2 1 2 15,-5 0-3-15,-5 11 2 16,-5 9-4-16,-4 6 0 16,-4 3 6-16,0 4 0 15,0 1 2-15,-8-4 17 16,1 0 22-16,7-6-2 16,0-6-19-16,6-5-2 15,15-7 2-15,11-6-6 16,7 0-6-16,5-6-6 15,5-12-2-15,-6-6-52 16,-8-4-124-16,-14-9-234 16</inkml:trace>
  <inkml:trace contextRef="#ctx0" brushRef="#br0" timeOffset="313381.4257">8624 1194 856 0,'0'0'157'0,"0"0"-26"16,0 0-103-16,0 0-28 16,0 0 0-16,0 0 0 15,5 36 31-15,-1 1 13 16,4 12-9-16,0 6-16 15,-1 8 7-15,-1-2-10 16,-5-5-10-16,0-9 9 16,-1-7-4-16,0-12-6 15,0-11-1-15,0-8 1 16,0-9 1-16,0 0 5 0,0-19 50 16,0-16-29-16,-2-16-32 15,-6-10-5-15,-2-10 5 16,0-4 1-16,2 1 5 15,-2 6-11-15,4 7 5 16,0 8 0-16,6 10 0 16,0 10 5-16,0 10-10 15,6 7 10-15,8 5-11 16,3 6 0-16,8 5-6 16,2 0 10-16,3 5-1 15,0 17-1-15,-3 6 4 16,-9 9-1-16,-11 4 1 15,-7 3-1-15,-6 0-1 16,-18-1 0-16,-3-1-1 16,3-5 1-16,8-9-2 0,9-5 0 15,7-12-89-15,6-11-88 16,28-3-140-16</inkml:trace>
  <inkml:trace contextRef="#ctx0" brushRef="#br0" timeOffset="314565.4054">9181 1395 565 0,'0'0'525'0,"0"0"-434"16,-91 10-14-16,69-3-22 0,5 5-29 15,5 0-12-15,8 0-9 16,4 3-5-16,0-1 0 15,6 1 3-15,12-3-2 16,2-4 0-16,0-3-1 16,-3-5 0-16,0 0-6 15,-2 0 4-15,-3-8-15 16,0-7 7-16,-6-6-7 16,-6-4-19-16,0-6 13 15,-2 1 6-15,-12 4 16 16,3 7 1-16,2 7 0 15,6 7 8-15,0 0 2 16,3 5-6-16,0 0-4 0,0-1 0 16,0-1-3-1,14 1-2-15,11-2 3 0,3-5 2 16,3-1 0-16,1 1 1 16,-4-3-1-16,0 0 0 15,-4 0 0-15,-1-4 1 16,-5 4 3-16,-8 3-3 15,-4 0 0-15,-4 5-1 16,-2 2 2-16,0 1 39 16,-11 0-21-16,-11 4-18 15,-8 18-2-15,-4 7 3 16,4 5-2-16,8 5 3 16,10-2-1-16,10-3 2 15,2-8-4-15,2-7 0 0,20-8-1 16,5-11 2-1,7 0 2-15,3-16-3 0,1-13-1 16,-5-5 0-16,-8-1-14 16,-7 5 14-16,-9 6 0 15,-3 4 3-15,-6 8-3 16,0 7 0-16,0 3 5 16,0 2 6-16,0 2-11 15,0 18-15-15,-2 11 15 16,-2 5 2-16,1 3-2 15,0 2 0-15,-2-4 1 16,-2-5 0-16,1-4 0 16,-2-6 1-16,1-5 0 0,0-9-2 15,2-2 0 1,4-6 0-16,1 0 1 0,0-16-1 16,0-10-48-16,13-8 7 15,10-3 0-15,3 3-3 16,3 7 19-16,-1 5 10 15,-1 6 8-15,-4 7 6 16,1-2 1-16,-1 0 0 16,-1 1 0-16,-1 0 0 15,-1-2 1-15,-1 2 6 16,2-4-3-16,-3 0 1 16,-1-2 2-16,-1-4-4 15,-2 1 2-15,-3-4-2 0,-2-4 2 16,1 3-2-16,-1-3-2 15,-3 8 5-15,-1 7-3 16,-3 5 28-16,-2 7 29 16,0 0-28-16,0 0-31 15,0 7-1-15,0 13 0 16,-5 5 6-16,-1 2 7 16,1-4-9-16,5-2 1 15,0-4 2-15,0-5-3 16,5-2-3-16,11-8 0 15,2-2 1-15,4 0 0 16,1-10-2-16,-3-4-1 0,-3 1-11 16,-4 2 9-1,-5 6-7-15,-2 2 2 0,-3 3 4 16,-2 0-7-16,1 0 9 16,-2 0-4-16,0 0 6 15,0 3-2-15,0 2 1 16,0 1-77-16,0-3-157 15,0-1-221-15</inkml:trace>
  <inkml:trace contextRef="#ctx0" brushRef="#br0" timeOffset="315032.161">9871 1235 826 0,'0'0'104'16,"0"0"-97"-16,0 0 7 16,0 0 10-16,25-81-17 15,-12 56-4-15,2 1-3 16,-2 4 0-16,-2 6 0 16,-2 8-50-16,2 6-89 0,0 0-300 15</inkml:trace>
  <inkml:trace contextRef="#ctx0" brushRef="#br0" timeOffset="316228.4423">10662 1163 804 0,'0'0'90'15,"0"0"-67"-15,0 0 44 16,0 0 46-16,0 0-32 16,0 0-17-16,-13 9-14 0,24-11 0 15,11-15-27-15,4-5-20 16,0-2 1-16,-4-2-1 15,-7 1 3-15,-5-3-6 16,-4 1 2-16,-4 2 2 16,-2 0-1-16,0 4-3 15,0 5 0-15,3 5-1 16,4 4 2-16,4 3-2 16,4 2-20-16,5 2 14 15,6 0 1-15,1 2-1 16,7 9 7-16,-6 2 0 15,-5 1 0-15,1-1 0 16,-5 3-2-16,-4 0 2 16,1-2 0-16,-1-2 1 0,2-4 0 15,1-4-1-15,1-4 0 16,3 0 1-16,-2 0-1 16,-2-1-6-16,-6-5-20 15,-4 3-3-15,-6 3 25 16,-2 0-3-16,0 6-6 15,-9 13-8-15,-7 5 21 16,-1 5 2-16,7-3 28 16,8 1-24-16,2-6-5 15,0-4 1-15,19-4-2 16,6-7 2-16,5-6 0 16,6 0 0-16,-1-7 1 0,-1-12 2 15,-6-2-5-15,-9-3-8 16,-11 2 0-16,-8 0-9 15,-5 2 2-15,-18 4-27 16,-4 6 36-16,5 6-2 16,5 4 4-16,3 0 4 15,5 2 0-15,2 12-8 16,5 0 7-16,2-1-2 16,0 3 5-16,10-3-2 15,4-2 0-15,3-3 0 16,2-2 0-16,1-3 1 15,3-2-1-15,-3-1 0 16,-2 0-1-16,2-7-4 0,-8-6 5 16,5-2 1-1,-4-1 3-15,-2-4-4 0,-2-1 1 16,0-1-1-16,-1-1 0 16,1 2 0-16,0 2 1 15,-4 2-1-15,3 4 0 16,1 2 1-16,-3 2-1 15,1 3 0-15,0 2 2 16,1 1 10-16,0 2-4 16,-1 1-7-16,3 0-2 15,3 0 1-15,-1 13 0 16,2 1 0-16,-3 3 0 0,-1 3 7 16,-1-3 7-1,-3 0 16-15,-1-5-14 0,-2-3-10 16,-2-5-3-16,-1-4-3 15,2 0 0-15,-2 0-2 16,0 0-52-16,0-11-118 16,0-8-448-16</inkml:trace>
  <inkml:trace contextRef="#ctx0" brushRef="#br0" timeOffset="317263.6965">11535 13176 608 0,'0'0'34'0,"0"0"116"0,0 0-103 15,0 0 22-15,-100 0 5 16,76 17 8-16,0 8 0 16,-3 8-46-16,0 11 6 15,0 10 16-15,1 6-19 16,2 8-13-16,6 6-8 15,3 8-6-15,6 8-5 16,9 3 0-16,0 3-5 16,21-2-1-16,18-2-1 15,17-3 0-15,17-4-35 16,15-13-153-16,8-15-236 16</inkml:trace>
  <inkml:trace contextRef="#ctx0" brushRef="#br0" timeOffset="318079.7194">15298 12654 744 0,'0'0'54'16,"0"0"-22"-16,0 0 73 15,0 0 33-15,85-28-27 16,-64 28-59-16,3 11 17 15,1 6-18-15,2 5-23 16,0 3-6-16,0 7 10 16,-5 6-21-16,-4 4 11 15,-9 7-20-15,-9 5 14 16,0 6-11-16,-2 3 4 16,-20-1-3-16,-6 1-3 0,-5-2-3 15,-4-3 1-15,4-2-1 16,0-1-1-16,4 1-12 15,3-6-113-15,-4-5-270 16</inkml:trace>
  <inkml:trace contextRef="#ctx0" brushRef="#br0" timeOffset="323445.1775">12640 16118 636 0,'0'0'132'15,"0"0"-97"-15,0 0 5 16,0 0 63-16,0 0-24 15,0 0-57-15,0 0-21 16,-5-2 3-16,16 1 1 0,7-10 39 16,3-6 31-16,3-6-36 15,2-5-11-15,-2-3-15 16,-4 2-5-16,-7 3-4 16,-7 3 2-16,-4 4-2 15,-2 5 0-15,0 0-3 16,-3 6 1-16,-4 2-1 15,3 5-1-15,1 1-2 16,-1 0 1-16,-1 0-3 16,1 12 3-16,1 5 1 15,1 3-1-15,2 2-2 16,0 3 3-16,0 2 5 16,0 2-5-16,0 0-1 15,8-5 1-15,3-2 4 0,2-7-4 16,4-6 1-16,-2-6-1 15,6-3 0-15,-3 0 3 16,3-17 4-16,-2-3 1 16,-2-1 1-16,-1-3 9 15,-1 2-15-15,0-1 2 16,-3 4-2-16,0 1-3 16,-6 3 1-16,-2 3-2 15,-1 0 5-15,-1 2-7 16,-2 1 6-16,0 3-6 0,1 1 3 15,-1-1 0 1,2 3 0-16,-1 0 4 16,1 1-2-16,-1 2-4 0,-1 0 0 15,3 0 0-15,-2 0 2 16,3 0 0-16,-3 0-1 16,-1 0-4-16,0 0 9 15,0 0-8-15,2 0 4 16,-2 0-3-16,0 0 3 15,0 0 0-15,0 3 5 16,0 1-5-16,0 1 0 16,0-2-3-16,0 1 3 15,0-1 4-15,0 0-4 16,0-1 1-16,0-2 3 16,-3 0-3-16,-3 0 0 0,3 0 3 15,-2 0 1-15,4-2-4 16,-2 1-2-16,1-1 2 15,2 2-2-15,0-3 1 16,0 3 0-16,0 0-1 16,0 0-4-16,0 0 5 15,0 0-4-15,0 0-2 16,0 0-8-16,0 0-5 16,0 0-1-16,0 0 6 15,0 0 14-15,0 0-2 16,0 8 2-16,0 1 0 15,0-1 0-15,0 1 0 16,0-1 0-16,-1 0 0 16,-2 1-2-16,3 0 2 15,0 4-1-15,0 1 1 0,0 3 0 16,7-1 3-16,5-1-3 16,5 0-2-16,-1-5 2 15,4-1 1-15,-1-2 2 16,0-6-3-16,-1-1-5 15,1 0 5-15,-2-1 2 16,0-13-2-16,0-2 1 16,0 0 0-16,-4-3 1 15,2-1-2-15,-5 2 7 16,1 2-7-16,-2 2 0 16,-2 2-6-16,-2 1 6 15,-2 0 3-15,-2 4 0 0,-1 0-3 16,2-1 0-16,2-1 0 15,2 2 0-15,3-1 0 16,5-1-1-16,2 4-1 16,2 0 2-16,-3 0 0 15,-2 5 0-15,2 0-1 16,-5 0 1-16,-1 0-6 16,-7 0 5-16,1 0 0 15,-3 0 1-15,0 0-5 16,-3 0 4-16,-12 0 1 15,-3 6 5-15,-4 2-5 16,-1 2 1-16,0 3-1 0,5 3 0 16,-2 4 1-16,5 5-1 15,8 0 1-15,7 3-4 16,0 0 6-16,13-1-6 16,8-5 3-16,9-3 0 15,7-8 2-15,2-8-2 16,3-3 4-16,-1-7-4 15,-3-17 0-15,-1-7 1 16,-1-6-1-16,0-5 1 16,-4-3 1-16,-2-3-2 15,0 2 0-15,0-4 0 16,-4 0 0-16,-2 1 4 16,-1 2-2-16,-8 3-2 15,2 2 0-15,-8 9 1 16,-2 9-1-16,-1 9 2 0,-5 11-2 15,-1 4 0-15,0 0-4 16,0 14 4-16,-11 15 0 16,-8 9-1-16,0 6 1 15,7 0-1-15,6 4 3 16,6-5 3-16,0-6-3 16,8-4-1-16,11-11 2 15,5-7-2-15,4-7-1 16,2-8 1-16,0 0-1 15,-5-12-90-15,-4-12-316 16</inkml:trace>
  <inkml:trace contextRef="#ctx0" brushRef="#br0" timeOffset="323597.2018">13784 15715 844 0,'0'0'39'0,"0"0"-39"16,0 0-6-16,84 0-63 16,-47 0-193-16</inkml:trace>
  <inkml:trace contextRef="#ctx0" brushRef="#br0" timeOffset="324249.619">14045 15916 861 0,'0'0'131'0,"0"0"-96"16,0 0 109-16,0 0-54 15,80-88-57-15,-54 59-4 16,-2-1-15-16,1 2-10 16,-6 3 8-16,-3 7 3 15,-6 3-8-15,-6 5 4 16,-4 7-4-16,0 3 4 15,0 0-11-15,-9 13 0 0,-9 8 0 16,1 4 0-16,2 0-1 16,6-1-4-16,1-2 5 15,5-3 0-15,3-5 1 16,0-4-1-16,0-6 5 16,9-4-5-16,8 0 0 15,8-3 1-15,6-13 6 16,2-4-5-16,-2-1-2 15,-1 0 0-15,-7 3-3 16,-6-1 3-16,-6 6 0 16,-4 6 1-16,-4 6 0 15,-3 1-2-15,0 0 1 16,0 10-1-16,0 10-4 16,-3 4 4-16,-1 1 2 0,4-1-1 15,0-2 1-15,3-2-1 16,12-4 0-16,4-5-1 15,1-7 2-15,5-4-1 16,-2 0 1-16,-1-15-1 16,2-7 0-16,-5-2 0 15,-3-2 0-15,-2 1 0 16,-2 1 4-16,-5 5-4 16,-2 6 0-16,-2 9 0 15,-3 4-1-15,0 0 1 16,0 4-8-16,0 14 4 15,0 3 4-15,0 1-1 0,0 0 1 16,16-5 0 0,6-2-4-16,11-5 4 0,9-7-31 15,6-3-180-15,2-6-395 16</inkml:trace>
  <inkml:trace contextRef="#ctx0" brushRef="#br0" timeOffset="325012.4054">15461 15634 791 0,'0'0'28'0,"0"0"-12"16,0 0 71-16,0 0 38 16,-82 47-25-16,77-33-65 15,5-4-26-15,0 0-8 16,5-9-1-16,12-1 1 16,6 0 5-16,4-7-6 15,-2-12-26-15,-5-1-77 16,-6-1-20-16,-9 2-4 0,-5 7 93 15,-2 3 28 1,-16 7 6-16,-1 2 51 16,1 0 21-16,3 0 10 0,8 5 12 15,5 3-43-15,2 1-35 16,0-1-10-16,20-5-1 16,8-3 5-16,9 0-7 15,6-12 0-15,1-8-1 16,-1-6-2-16,-4-3 0 15,-8-1 1-15,-9 1 4 16,-6 0-5-16,-8 5 8 16,-6-1 2-16,-2 7 55 15,0 6-23-15,0 4-11 16,0 8-1-16,-7 0-19 16,-7 16-11-16,-4 12 0 0,-1 8 1 15,2 4-1-15,4 5 0 16,3 5 0-16,5 2 0 15,4 1 1-15,1 1 0 16,0-2-1-16,8-8-5 16,9-4 5-16,4-8 0 15,2-7-1-15,0-11 3 16,1-11-4-16,1-3-10 16,-3-11-4-16,-4-12-18 15,-3-6 3-15,-7-4 12 16,-8 0 1-16,0 4-27 15,-2 3-25-15,-12 10 19 16,-5 6 43-16,0 7 6 16,-2 3-8-16,-1 0 4 15,2 14-6-15,4 5-63 0,-1 3-111 16,7-1-309-16</inkml:trace>
  <inkml:trace contextRef="#ctx0" brushRef="#br0" timeOffset="325634.7863">16535 15464 699 0,'0'0'37'15,"0"0"-36"-15,0 0-1 16,0 0-4-16,0 0-173 16</inkml:trace>
  <inkml:trace contextRef="#ctx0" brushRef="#br0" timeOffset="327552.8153">16660 15433 658 0,'0'0'46'0,"0"0"-17"0,0 0 51 16,-88 17 27-1,60 0-22-15,5 3 9 0,1 1-45 16,2 4-24-16,8-1-3 16,8 2-12-16,4-1 0 15,0-3-9-15,13 0 0 16,13-3 4-16,5-6-3 16,3-4-1-16,2-9 0 15,-4 0-2-15,-3-9 2 16,-5-10-1-16,-6-6 6 15,-6-2-6-15,-10-2 3 16,-2 1-2-16,0-2-1 16,-14 2 1-16,1 3 5 0,1 5-6 15,4 5 0-15,5 6 3 16,1 5 3-16,2 3-2 16,0 1-2-16,0 0-2 15,0 2-2-15,8 16 2 16,1 3 0-16,0 8-3 15,0 6 3-15,-3 5 2 16,-3 6-2-16,-3 4-2 16,0 1 2-16,0 2 4 15,-3-2-4-15,-13-4 0 16,-1-3 2-16,-2-11 1 16,5-8-3-16,6-13 2 0,3-10-1 15,5-2 2-15,0-7 12 16,0-14-14-16,5-7-1 15,12 0-1-15,4-1-7 16,-1 4-5-16,2 3-5 16,2 1 16-16,-1 2-2 15,-1 2 4-15,0-1 0 16,0 1 0-16,-1 1-4 16,-4 1 3-16,0 2 1 15,-6 4 7-15,-2 2-6 16,-4 2-2-16,0 2 2 15,-3 0-1-15,-1-1 0 16,0 0-3-16,1-3 3 16,-2-1 0-16,0-3 1 15,0-2-1-15,0-4 0 0,0-2 0 16,0-2-1-16,-6-5 1 16,-2 0 0-16,-2 3 0 15,0 3 0-15,0 3 0 16,-2 7 0-16,2 6 0 15,-1 3-1-15,-1 1-1 16,-1 0 2-16,2 0-3 16,3 9 0-16,4 4 3 15,4 0-1-15,0 1-2 16,2-1 2-16,17-3 1 16,6-2 1-16,7-5-1 15,6-2 1-15,4-1-1 0,2 0 2 16,3-5 1-16,-3-6-2 15,-3-2-1-15,-5 4 0 16,-9-1 4-16,-8 6-2 16,-7 4-2-16,-6 0 0 15,-6 0 0-15,0 0-1 16,0 0 1-16,-1 6 0 16,-16 7 1-16,-1 2 13 15,0 1-2-15,6-4 3 16,6 1-9-16,5 1-3 0,1-5-2 15,0 2-1 1,21-4 0-16,9-2 0 0,4-3 4 16,2-2-4-16,-5 0 0 15,-10 0 0-15,-8 0 0 16,-7 0-3-16,-6 2-4 16,0 2 1-16,-3 1 6 15,-14 7 0-15,-5 1 0 16,5 4 0-16,3 2 4 15,10 1-2-15,4-1-2 16,7-2 0-16,16-7 6 16,7-1-6-16,1-8 3 15,-4-1-2-15,1 0 0 16,-6-16-1-16,-8-2-12 16,-5-2-13-16,-8-2-20 0,-1 3-23 15,-1 2-5-15,-16 5 17 16,2 5 34-16,-1 4 20 15,4 3-3-15,3 0 3 16,5 1-2-16,4 8 2 16,0-1-1-16,3-1 3 15,11-2 0-15,3-4 0 16,4-1 0-16,1 0 0 16,2-11 2-16,-3-8-1 15,-3-3-1-15,-3-5 0 16,-2-4 0-16,-4-1 39 15,-3 0 6-15,-6 1 18 16,0-1-35-16,0 6-13 16,0 5-1-16,0 10 8 0,0 7 22 15,0 4-29-15,0 2-15 16,0 17-7-16,0 13 6 16,0 4 1-16,0 6 8 15,0-2-7-15,0 1 7 16,0-6-6-16,0-4-2 15,0-7 3-15,0-10-3 16,5-6 0-16,-3-8 0 16,-1 0 1-16,3-12 17 15,-1-15-8-15,0-5-10 16,1-6-7-16,0-3 6 16,-3-5 0-16,4 1-4 15,0 3 0-15,1 4 3 0,3 8 1 16,-1 12 1-16,4 7 4 15,-3 7-4-15,3 4-10 16,2 2 10-16,-3 14-1 16,0 9 1-16,-4 2-2 15,-7 2 4-15,0 2-2 16,-15-4 0-16,-8-1 0 16,1-4 0-16,1-5 0 15,8-2 0-15,6-4-57 16,7-7-181-16,0-4-124 0</inkml:trace>
  <inkml:trace contextRef="#ctx0" brushRef="#br0" timeOffset="328196.071">17765 15540 697 0,'0'0'127'16,"0"0"-55"-16,0 0 25 16,0 0 58-16,0 0-93 15,0 0-9-15,0 0-7 16,45 12-8-16,-25-19-17 15,3-8-16-15,-2-4 0 16,1-5-5-16,-4-2 1 16,-4-2-2-16,-5-3 1 15,-6 1 0-15,1 3 0 16,-3 7 4-16,-1 6-10 16,0 3 7-16,0 7-2 15,2 2 1-15,-2 2 0 0,0 0 0 16,0 0-1-16,0 0-1 15,0 0-6-15,0 0-2 16,1 0 2-16,2 8 5 16,0-2 2-16,2 1 1 15,-2-2-6-15,0 2 11 16,-1-1-11-16,-1 1 6 16,1 2 0-16,-2 1 1 15,0 3-1-15,0 2 2 16,0 3-2-16,0 1 17 15,0 1 2-15,0 0-9 0,0 0 4 16,0-2-6 0,4-4 2-16,-4-6-9 0,1-3 2 15,1-4-2-15,-1-1 1 16,4 0 10-16,2-11-6 16,8-8 2-16,3-6-8 15,3 0-2-15,0 7-1 16,-5 5 0-16,0 6-5 15,-3 7-4-15,-2 0 8 16,3 0 3-16,-2 15-4 16,3 8 5-16,-3 4-2 15,2 0 3-15,2-2-1 16,1-4 1-16,3-4 0 0,2-5-1 16,0-4 1-1,4-8-1-15,1 0 1 0,2-4-3 16,3-12-30-16,-5-6-219 15,-6-1-473-15</inkml:trace>
  <inkml:trace contextRef="#ctx0" brushRef="#br0" timeOffset="328779.1956">16287 16702 767 0,'0'0'86'15,"0"0"-86"-15,0 0 0 16,118-6 80-16,-45-8 7 15,18-3-3-15,19-2-42 16,6 0-14-16,6-1-11 0,-2 1-8 16,-11 2-4-16,-9 0-5 15,-15 5 0-15,-9 1-1 16,-16 3-78-16,-14-3-79 16,-13-1-314-16</inkml:trace>
  <inkml:trace contextRef="#ctx0" brushRef="#br0" timeOffset="337382.3651">12109 17057 700 0,'0'0'38'0,"0"0"-30"16,0 0-6-16,0 0 12 15,0 0 50-15,0 0-22 16,-9 0-21-16,14 0-18 16,15 0 10-16,7 0 24 15,6-3-23-15,4-1 11 16,8-1-17-16,3 0 28 0,2-2-13 16,1 0-19-16,5 1 1 15,0 2-2-15,5 2-2 16,2 2 0-16,1 0-2 15,0 0 1-15,2 0-2 16,-2 5 1-16,3 4 1 16,3-1 4-16,9-1-4 15,5-5 0-15,5-2-3 16,7 0 2-16,5-3 2 16,1-8-1-16,0-2 8 0,-2 1-10 15,-1 5 4 1,-2 5-3-16,-5 2 1 0,1 0 0 15,-2 0-6-15,1 0 10 16,1 0-4-16,1 1 1 16,-3 3-1-16,-2-2 0 15,-1-2-1-15,-3 0-1 16,-1 0 4-16,2-3 0 16,-1-4 0-16,2 3-1 15,-5 1-1-15,-2 3 0 16,2 0-1-16,-2 0 1 15,0 0-2-15,0-3 2 16,-2-3 0-16,-1-2 1 16,0-4-1-16,4-2 4 15,-3-3 0-15,-3-1 2 0,-2 3 4 16,-2 0-1-16,1 2 3 16,-3 2-5-16,-2 3 9 15,-6-1-8-15,-5 3 5 16,3-3-2-16,1 2-7 15,-1-1 0-15,3 3 3 16,-1 0-6-16,-2-2 2 16,-1 1-3-16,-2 0-1 15,-4-2 0-15,-3 2 1 16,-3-2 1-16,-2 0 0 16,-1 0-1-16,-6 0 0 15,-3 2 1-15,-1-2 5 0,-2-1 8 16,4 1 3-16,-2-1-12 15,1 3-3-15,-1-2 8 16,-4 2-7-16,1 3-2 16,-4-2-1-16,-2 2 0 15,-2 0 0-15,-1 2 5 16,-6-1-5-16,4 2-2 16,-4-2-2-16,-2 2 4 15,-4-1-1-15,-1 1 1 16,1-2 1-16,-2 2-1 15,1-2 0-15,1 1 0 16,4-2 1-16,-1 1 0 16,4-1 0-16,0-1-1 15,0 0 0-15,0 1 1 16,2 1-1-16,1-1 0 0,1-1 0 16,2-1 0-16,0 2 2 15,1-2-2-15,1-1-2 16,3 0 2-16,-2 2 0 15,1-1 0-15,2 2 0 16,-4-1 0-16,1 1-1 16,-2 1-2-16,-1 1-2 15,-6 1-59-15,-1 0-70 16,-8 0-48-16,-3 0-176 16</inkml:trace>
  <inkml:trace contextRef="#ctx0" brushRef="#br0" timeOffset="351767.247">5929 15511 195 0,'0'0'61'0,"0"0"20"15,0 0-52-15,0 0 83 0,0 0-39 16,0 0 24-16,0 0-30 15,0 0 5-15,-16-28-23 16,16 28 4-16,-3 0-1 16,0 0-19-16,3 0-1 15,0 0-13-15,0 0 2 16,0 0 2-16,0 0-10 16,0 0-4-16,0 0 1 15,0 0 4-15,0 0-8 16,3 0-2-16,11 0 8 15,3-5 12-15,4 0-12 16,3-1 6-16,-1 0-16 16,2-1 12-16,-1 1-7 15,1 2 3-15,0-2-10 16,2 1 12-16,-3 2-9 0,3 0 3 16,1 0-1-16,2-1-4 15,3 0 2-15,3-1 0 16,2-1-2-16,0-2-1 15,-2-1 0-15,-2-2 4 16,0 0-2-16,-2 3-2 16,-1 0-6-16,-4 2 5 15,-2 0 1-15,-1 1 0 16,0-1 3-16,-2 1-2 16,5-1-1-16,-2-2 0 15,5-1 0-15,3 1 2 16,1-3-2-16,5 1 0 0,-2 2 0 15,1 3 0-15,-2 2 0 16,-1 1 0-16,1 1 0 16,-3 1-1-16,-2-1 1 15,0-2 0-15,1 0 0 16,-1-1 1-16,5-3-1 16,1 0 2-16,2-3-2 15,0 3 1-15,1-3 0 16,3 1-2-16,2-2-1 15,0 2 2-15,3-2 10 16,-8 2-9-16,0 2 22 16,-9-1-16-16,-7 5 6 15,-1-3-2-15,-1 3 3 0,8-4-2 16,3-1 0 0,6 0-11-16,10-4 8 0,4 2-1 15,7-5-2-15,6 3-5 16,-2-2 3-16,6 4-3 15,-3 1 1-15,-6 3-2 16,-2 2 4-16,-5 1-3 16,3 1-1-16,-3-1 3 15,4 1 5-15,-1-2 1 16,2 0-7-16,5-3 4 16,5-1-5-16,0-2 1 15,-4 1 1-15,-2 0 0 0,-9 1-2 16,-1-1-2-16,-2 1 2 15,4-1 3-15,-2 3-4 16,0 0 7-16,1 2-3 16,-2-1-1-16,-1 4 1 15,1-2 1-15,-1 2-1 16,-3 0-3-16,1-2 3 16,-1 2-4-16,-4-4 3 15,-1 0-3-15,-1-1 1 16,-4 1 1-16,2-3 4 15,3 2-4-15,-3 2 1 16,1-2 4-16,2 1 2 16,-3 0-6-16,-1 0-3 15,-4 0 1-15,0 2-2 16,-1-2 2-16,4 1 2 0,2-1-3 16,3-2 0-16,2-3 0 15,1 3 0-15,-3-3-2 16,-2 2 2-16,-1-1 0 15,-6 0-3-15,-6 1 3 16,-5-1 0-16,-7 3 6 16,-2 0 13-16,-5 0-9 15,0 2 2-15,-3-1-3 16,2 2-5-16,-3 1-2 16,-1 2-2-16,0 0-3 15,-1 0 0-15,0 0 3 16,1 0-2-16,-2 0 1 0,2 0 1 15,-4 0 0-15,0 0 0 16,0 0-2-16,0 0 2 16,0 0-18-16,0 0-9 15,0 0-9-15,0 0-45 16,0 0-37-16,0 0-134 16,-12-2-236-16</inkml:trace>
  <inkml:trace contextRef="#ctx0" brushRef="#br0" timeOffset="353545.6947">8690 15199 534 0,'0'0'35'0,"0"0"9"16,0 0 25-16,0 0-28 16,0 0 31-16,0 0-16 15,-10-58 3-15,10 58-22 16,0 0-37-16,0 0-1 16,0 13 1-16,0 3 18 15,0 4-14-15,5 3 19 0,-1 7 0 16,-1-1-8-16,1 4 1 15,-1 0 19-15,2 3-14 16,-1 1 1-16,2 0 3 16,1 2-7-16,1 3-2 15,0 0-4-15,3 3-4 16,0 2 0-16,1 2 2 16,0 4 11-16,-2-2-9 15,5 5-10-15,-3-1 7 16,7 4 0-16,1-1-4 15,1 2-4-15,1-4 13 16,1-3-11-16,0-3-3 16,1-2 1-16,0-1 5 15,3 1-3-15,-1 1-3 16,0-1-1-16,3-3 1 0,-1 0 4 16,2-4-3-16,3-2 0 15,-2-3-1-15,4-2 0 16,1-3 2-16,-1 1-1 15,0-2-1-15,0 0 1 16,-2 1-1-16,-2-4 2 16,2 3-2-16,-3-3-1 15,1-1 1-15,0 1 3 16,1 1-3-16,-4-1 0 16,5-1 0-16,-5 1 1 15,0-3 0-15,0-4 0 16,0-1 0-16,-2 0-1 0,0-4 2 15,-3 1 1 1,-1-3-1-16,-2 1-4 0,0-3 5 16,-2 1 0-16,2-1 1 15,1 3 1-15,2-1 1 16,1-1-5-16,4 0 3 16,2 0-3-16,0 3 1 15,-1-5 1-15,1 2-1 16,0 0-1-16,0-2-1 15,-2 1 0-15,-1-2 4 16,0 2-2-16,-2-2 2 16,-1 1-1-16,2 0 3 15,-1-2-6-15,-2-2 7 0,1 2-3 16,-1 1 1-16,0-4-5 16,2 0 5-16,-7-2 6 15,0 0-5-15,-4 0-4 16,0-2-1-16,-3 3 3 15,2-3 2-15,-3 3-5 16,1-4 0-16,2 3-1 16,-2-2 0-16,2 1 2 15,-1-2-2-15,-4 0 0 16,6 0-1-16,-3 0-1 16,-2 0-29-16,1 0-49 15,1-8-53-15,2-9-82 0,-3-7-194 16</inkml:trace>
  <inkml:trace contextRef="#ctx0" brushRef="#br0" timeOffset="354348.7906">11709 16486 498 0,'0'0'48'0,"0"0"-46"16,0 0 6-16,0 0 82 16,0 0 16-16,-92 90-61 15,70-68-9-15,0 3 2 16,-1 3 13-16,-2 0-10 15,2 0 10-15,-3 3-7 16,1 0-7-16,-2 2 0 16,-3 1-14-16,1-1-8 15,-1 5 0-15,-3-1 5 16,0-1-14-16,-1 0-1 16,0 0 1-16,4-1-6 0,3-2 0 15,4-1 0-15,3-1 0 16,3-2 0-16,2-6 3 15,3-6-3-15,2-1 0 16,3-4 0-16,-1-2 3 16,2-1-1-16,-1-1 3 15,1-2 0-15,4-3 17 16,-1 0-9-16,2-1-7 16,1-2-3-16,0 0 4 15,0 0-5-15,0 0 6 0,0 0-6 16,0 0-1-1,0 0-1-15,0 0-6 0,-4-2-46 16,-3-6-157-16,-6-4-76 16,-1-4-324-16</inkml:trace>
  <inkml:trace contextRef="#ctx0" brushRef="#br0" timeOffset="356195.6924">10100 17587 450 0,'0'0'110'16,"0"0"-98"-16,0 0-2 15,0 0 131-15,0 0-54 0,0 0-35 16,0 0-12-16,0-19-10 16,0 19-6-16,1 0-17 15,8 0-6-15,3 5 20 16,2 4 21-16,2 4-10 15,-1 1-15-15,1 3 7 16,1 2-3-16,3 1-6 16,3 3 15-16,2 0-30 15,0-1 18-15,1-3-13 16,1-5-4-16,1 3 0 16,-1-3 0-16,0-1-1 15,0-3 0-15,-2 0 1 0,-2-1 0 16,0-2 0-1,-2-3 2-15,-2 1-1 0,-5-4-2 16,-3 1 2-16,0-2-2 16,-1 0 8-16,7 0 6 15,3-6 0-15,3-7 3 16,3 1-6-16,1-3-3 16,-4 0-8-16,3-1 1 15,4-4 5-15,1 0-5 16,6-1 1-16,2-3-4 15,3-1 4-15,4-1-7 16,2-3 10-16,3 0-5 16,-2-2 0-16,-3-3-4 15,2-2 4-15,-2 1 3 16,2-3-2-16,-2 2 1 0,0-1 2 16,-4-4-4-16,-3 3 0 15,-7-1 0-15,0 1-1 16,-5 6 1-16,-5 3-2 15,-1 1 3-15,-3 7-3 16,-2 4 4-16,-2 3 4 16,-2 4-6-16,-5 1-4 15,-1 5 3-15,-2 3 2 16,-2 0-2-16,-2 1 1 16,0 0-1-16,0 0 0 15,0 0 1-15,0 0-45 16,0 0-54-16,-5 6-52 0,-9 3-64 15,-6-2-436-15</inkml:trace>
  <inkml:trace contextRef="#ctx0" brushRef="#br0" timeOffset="364529.2516">10225 18066 492 0,'0'0'54'0,"0"0"3"0,0 0 51 15,0 0-51-15,0 0 4 16,0 0 2-16,0 0-3 15,-10-65-20-15,10 62 19 16,0 2 17-16,0 1-31 16,0 0-25-16,0 0-20 15,0 11 3-15,1 12 1 16,7 7 34-16,-4 2-19 16,2 1 2-16,-2-3-5 15,1 1 2-15,1-2-4 0,0-5-13 16,3-6 2-16,-3-8 1 15,1-4 1-15,2-6 5 16,3 0 0-16,3-17 10 16,1-9-20-16,1 1 3 15,-4 4-2-15,-5 6 1 16,-4 10-2-16,-2 5-3 16,-1 0-3-16,4 0-11 15,-2 11 15-15,2 3-2 16,-1-2 8-16,2-2-3 15,-2-6 3-15,2-1 2 16,6-3 0-16,0-3 22 16,6-11-9-16,1-9-8 15,7 0-8-15,0-4-3 16,3 4-10-16,-4 7-66 0,-3 7-107 16,-6 9-157-16,-7 0-317 15</inkml:trace>
  <inkml:trace contextRef="#ctx0" brushRef="#br0" timeOffset="364972.8435">10701 18348 679 0,'0'0'59'15,"0"0"-58"-15,0 0 37 16,33-77 19-16,-21 61-19 0,-1 1-2 15,2 2-34 1,-2 2 12-16,-2 2-9 0,-1 1 3 16,-1 1 8-16,1 2-15 15,-2 1 7-15,-2 0-4 16,-1-2 3-16,-1-1 7 16,-1 0 15-16,1 1-5 15,-2 0 0-15,0 1-12 16,0 3 3-16,0-4 9 15,0 3-3-15,0 1-14 16,0-1 12-16,0 0-9 16,0 0-1-16,-2-2 2 0,-1 0-11 15,-3 1 22-15,-3-2-21 16,-3-1 11-16,0 1-6 16,-3 0-5-16,7 3-1 15,1 1 0-15,6 0 1 16,1 2-1-16,0 0-30 15,0 0-103-15,4 4 42 16,8 5-37-16,3 2-51 16,-4-2-193-16</inkml:trace>
  <inkml:trace contextRef="#ctx0" brushRef="#br0" timeOffset="365413.6702">10816 18226 407 0,'0'0'260'0,"0"0"-151"0,0 0-13 16,0 0 46-16,0 0-3 15,0 0-106-15,7-29-7 16,2 12-13-16,4-1-5 16,1 0 0-16,-1 0-2 15,-2 2-5-15,-2 0-1 16,1 3 4-16,-1 5-4 15,0 2 0-15,-1 4-4 16,2 2 3-16,1 0-4 16,-2 0-5-16,2 0 10 15,-2 8-1-15,0 0-3 16,0 4 1-16,-2-1-1 0,0 0 4 16,-1 3 0-16,1 1-5 15,0-3 5-15,-1 2 0 16,4-1 1-16,0 0 4 15,-1-3 9-15,1-4-7 16,4-2 2-16,-1-1 6 16,2 0-3-16,3-3-5 15,0 0-4-15,0 0 3 16,3-9-6-16,-1-2-29 16,0-1-91-16,-1-5-143 15,-3 0-211-15</inkml:trace>
  <inkml:trace contextRef="#ctx0" brushRef="#br0" timeOffset="365745.5629">11378 18124 355 0,'0'0'577'15,"0"0"-548"-15,0 0 3 16,0 0 135-16,0 0-39 15,0 0-105-15,15-54-20 16,5 26 2-16,2 0-3 16,0-2-2-16,-3 1 4 15,-4 3 0-15,-4 3-4 0,-4 9 1 16,-5 8 9-16,-2 5 24 16,0 1-30-16,0 7-4 15,0 17 0-15,-3 8 12 16,-6 4 3-16,4 0-10 15,4-4-2-15,1-3-3 16,0-9-7-16,4-6-34 16,13-9-91-16,-2-5-127 15,1-8-113-15</inkml:trace>
  <inkml:trace contextRef="#ctx0" brushRef="#br0" timeOffset="365838.3137">11520 17952 734 0,'0'0'0'0,"0"0"-7"0,0 0-152 16,0 0-333-16</inkml:trace>
  <inkml:trace contextRef="#ctx0" brushRef="#br0" timeOffset="366545.8855">12242 18291 870 0,'0'0'101'16,"0"0"-86"-16,0 0 12 15,0 0 123-15,0 0-41 0,0 0-38 16,-14-10-19-16,34-16-24 16,3-6-27-16,4-6 19 15,-3-2-17-15,0-1-2 16,-5-1-1-16,-6 3 5 16,1 3-4-16,-7 11-1 15,-2 11 0-15,-3 7-1 16,-2 7 1-16,0 0-4 15,1 0-6-15,2 9-3 16,2 6 13-16,3 4 1 16,2-6 4-16,0-2-3 15,8-4 1-15,3-5-1 0,1-2 1 16,7-3 2-16,2-20 0 16,0-3-2-16,-2-3 1 15,-7-2-7-15,-8 6 3 16,-6 6 0-16,-3 7 3 15,-4 7 0-15,1 5-3 16,-2 0 3-16,0 8 0 16,0 14-3-16,0 3 10 15,0 5-2-15,0-1-3 16,0-3-3-16,7 0-2 16,8-6-4-16,5-3-43 15,2-10-116-15,-2-4-256 0</inkml:trace>
  <inkml:trace contextRef="#ctx0" brushRef="#br0" timeOffset="368345.38">12807 18121 969 0,'0'0'117'16,"0"0"-103"-16,0 0 75 15,0 0 7-15,0 0-27 16,0 0-59-16,51-31-9 15,-21 8-1-15,-2 3 1 16,-4-2 0-16,-6 1-1 16,-7 4 0-16,-9 2-4 15,-2 3-2-15,0 4 5 16,0 4-1-16,0 1-9 0,0 3 8 16,-6 0-5-16,0 0 4 15,2 7 4-15,-1 3-1 16,5 0 0-16,0 2 1 15,0-1 0-15,0 0 1 16,5 1-1-16,6-2 1 16,4-1 0-16,5-4 4 15,4-2-1-15,1-3-3 16,2 0-1-16,0 0-9 16,1 0-11-16,-3-8 11 15,-1-1-6-15,-1-2 7 16,-2 0-12-16,-5-1 14 0,-3 2 6 15,-3 0 2-15,-2 1-2 16,-5 2 0-16,0 1 2 16,-3 2-1-16,0 4 4 15,0 0 10-15,-10 0-15 16,-10 11 0-16,-6 7 0 16,2 6 3-16,3 3 3 15,1 1-3-15,6-3 3 16,9 0 3-16,5-4 2 15,0-6-9-15,6-1 3 16,14-11-4-16,3-3 7 16,2 0 0-16,4-12-3 15,-5-6-5-15,-5-1-21 16,-4-1 0-16,-7 3 16 0,-5 1-6 16,-3 3-2-16,0 3-2 15,-10 3-7-15,-4 3-9 16,0 4 15-16,3 0 11 15,1 0 3-15,6 5-7 16,2 7 1-16,-1 0 7 16,3 0 1-16,0 0 0 15,0-2 0-15,0-2 0 16,0 1 0-16,9-2 0 16,4-2 1-16,3-5-2 15,-1 0 2-15,2 0 6 16,0 0-5-16,-7 0 0 0,1-11 4 15,-5 5-4-15,0-6-1 16,-2 0 1-16,-1 0 3 16,-1-5-1-16,1 2 9 15,1-4-8-15,2 2 3 16,3-1-2-16,1 4-5 16,3 0 6-16,1 2-7 15,-1 1 1-15,1 1 4 16,-2 1-3-16,2 2 1 15,1 2-2-15,1 2 8 16,0 3-7-16,1 0-4 16,-2 0 9-16,-1 1-6 15,-3 12 7-15,-3 1-3 16,-4 3 5-16,-1 5 8 0,-3 1 3 16,0 2 19-16,0-3-16 15,-7-3-7-15,2-5 0 16,4-9-5-16,-1-1-5 15,2-4-5-15,0 0-1 16,0 0 10-16,0-16 2 16,6-4-13-16,7 1-10 15,2 5-12-15,-2 7 8 16,-3 4 3-16,-1 3-3 16,-2 0-1-16,2 0 14 0,0 9-4 15,0 1 3 1,4-5 2-16,-2 0 2 0,2-5 3 15,1 0-2-15,2 0-1 16,2-5 3-16,1-10-2 16,0-1 0-16,-5-3-1 15,-2-1 0-15,-3 3-2 16,-6 1 0-16,-3 1-3 16,0 4 2-16,0 3 0 15,-3 4-2-15,-3 4-8 16,0 0-6-16,-1 0 14 15,-2 13-1-15,0 2 4 16,0 4 2-16,3 1-2 16,3-1 0-16,3 1 2 15,0-5-2-15,0-4 1 0,10-3 1 16,7-4-1-16,4-4 5 16,5 0-1-16,1-4-1 15,5-12-4-15,-2-1-4 16,-4 1-15-16,-2 1 2 15,-6 3 16-15,-5 3 2 16,-3 5-2-16,-6-2 1 16,-1 6-2-16,-3 0-4 15,0 0 6-15,0 0-23 16,0 17 23-16,-7-3 2 16,-2 5 17-16,4-1-5 15,5 1-12-15,0-5-1 0,0-2 5 16,3 0-3-16,9-4-2 15,1-6 2-15,4-2 0 16,-1 0-3-16,1-3 0 16,0-14-1-16,-1-3-5 15,-5 0-9-15,0-4 6 16,-5 4 4-16,0 8 1 16,-2 5 3-16,-2 5 1 15,-2 2 4-15,3 0-4 16,-3 0 0-16,0 16 0 15,0 9 29-15,0 5-19 16,0 1-2-16,0 3 2 16,-14 2 7-16,-2 0-12 15,-3 0 0-15,3-3-2 16,2-8-1-16,3-4-1 0,5-8-1 16,0-7-1-16,6-6 1 15,0 0 4-15,3-22-2 16,17-5-2-16,6-12-3 15,4-3-40-15,3-4-61 16,5-1-146-16,6 3-437 16</inkml:trace>
  <inkml:trace contextRef="#ctx0" brushRef="#br0" timeOffset="369072.197">15021 17874 861 0,'0'0'63'15,"0"0"-21"-15,0 0 36 16,0 0 49-16,-90 21-53 15,70-1-15-15,3 1 5 16,6-5-31-16,4 1-18 16,4-5-5-16,3-2-1 0,0-4-9 15,19-6 5-15,8 0-4 16,3-3-1-16,0-14-20 16,-2 0-42-16,-13 2-8 15,-8 1 34-15,-7 4 8 16,0 4 5-16,-7 2 13 15,-8 4 9-15,-4 0 1 16,2 4 40-16,2 6 7 16,8 1-18-16,5-5-27 15,2 0 1-15,2 1-1 16,17-4 2-16,8-3 15 16,9 0-15-16,1-8 4 15,2-6-8-15,-3-7-2 0,-6 0-7 16,-6 0-4-16,-7 1 3 15,-6 3 10-15,-7 3 1 16,-4 4 2-16,0 8 9 16,0 2 13-16,0 0-17 15,-13 6-7-15,-8 17-1 16,-1 10 1-16,2 7 10 16,2 6-3-16,5 2-4 15,0 3 2-15,5-1-1 16,5-4-4-16,3-3 3 15,0-10-4-15,14-7 0 16,3-13 0-16,2-10-5 0,2-3-6 16,0-11-3-1,-1-9-5-15,-7-4-20 0,-7-2 12 16,-6 5 9-16,-3 5 12 16,-16 4-1-16,-5 8-4 15,-1 3 7-15,2 1 3 16,7 0 1-16,6 0-6 15,10 0-86-15,0 0-255 16</inkml:trace>
  <inkml:trace contextRef="#ctx0" brushRef="#br0" timeOffset="369528.6015">15846 17886 896 0,'0'0'79'16,"0"0"-49"-16,0 0 56 16,0 0-15-16,0 0-8 15,-101 16 1-15,76 7-37 16,2 0 1-16,1 3 21 15,3 1-12-15,4-1-14 0,5-8-2 16,7-2-19 0,3-6 0-16,0-5-2 0,19-5 4 15,8 0 4-15,6-6-8 16,-1-16 4-16,0-3-2 16,-5-1-2-16,-11 3-6 15,-4 4-8-15,-8 6 13 16,-2 7 2-16,-2 6-4 15,0 0 6-15,0 0-6 16,-3 9 7-16,-5 11 2 16,4 4 4-16,4-2-4 15,0 4 0-15,3-2-6 16,18-4-1-16,12-3-57 16,6-11-117-16,1-6-348 15</inkml:trace>
  <inkml:trace contextRef="#ctx0" brushRef="#br0" timeOffset="371218.7639">16502 17709 919 0,'0'0'54'16,"0"0"-19"-16,-81 11 52 15,47 9-7-15,1 3-29 16,6 4 10-16,12-2-38 0,9 0-13 15,6 0-4-15,3-2-6 16,24 0 9-16,10 2-9 16,10-1 14-16,-2 0-7 15,-5 2-7-15,-10-2-2 16,-17-2 2-16,-13 3-2 16,0-6 2-16,-24 1 6 15,-9 0 3-15,-5-11 4 16,5 1-7-16,12-7-3 15,9-3-5-15,9 0 2 0,3-6-32 16,13-10-36 0,20-1 14-16,7 1 33 15,8 3 12-15,-5 5-1 0,-4 0 7 16,-4 0 3-16,-7 2 0 16,-3-2 9-16,-3 3 3 15,2-4 24-15,1-1-9 16,1-2-12-16,3-4-2 15,-1-4-8-15,-4 1 1 16,-4-5 0-16,-4 2-6 16,-8 2 7-16,-3 6-7 15,-5 2 7-15,0 5-7 16,0 6-7-16,-2 1 4 16,-11 0-15-16,-2 13 18 15,-1 6 8-15,2 0-5 0,2 4 1 16,5-2-1-1,7 0 1-15,0-1 0 0,0-3-4 16,10-1 2-16,10-3-2 16,0-3 2-16,2-3 5 15,0-4-2-15,-3-3-3 16,-2 0-1-16,3-2 4 16,-2-12-5-16,0 0 2 15,2-3-5-15,-5 7 4 16,2 0-1-16,1 4 0 15,-1 3 3-15,0 3-3 16,-1 0-1-16,-2 0 0 0,-5 6 1 16,-3 7-6-1,-4 0 6-15,-2 1 6 0,0 0 1 16,-3-3-5-16,-9-3 1 16,5-2 1-16,3-1-4 15,3-5-17-15,1 0-15 16,0-5 2-16,12-10-60 15,9-2 38-15,6 1 44 16,3 3-10-16,-2 4 10 16,-4-3 5-16,-1 2 3 15,-3 0 0-15,-3 1 31 16,-1 2-5-16,-4-6 10 16,-5 4 2-16,1-5-26 0,-1 0-4 15,-3 0-5 1,1 0 1-16,0 3-1 0,1-2-3 15,2 3 4-15,-2 3-10 16,0 0 12-16,0 2-7 16,-3 0 2-16,0 2-2 15,-1 0 2-15,-2 0-5 16,0 1 9-16,0-2-6 16,0 0 1-16,-5 1-11 15,1 0-10-15,-1 1 19 16,4 1 0-16,-1 1-12 15,2 0 7-15,0 0-7 16,0 0 3-16,0 0 11 16,0 5 0-16,0-1-1 0,0 3 1 15,0-2 0-15,0-1 1 16,0 1 4-16,2-2-5 16,-1-1 0-16,1-2 1 15,-1 1 0-15,-1-1 6 16,2 0-4-16,1 0-1 15,-1 0 8-15,5-3-8 16,-1-8 6-16,-2-2-7 16,-1 0 9-16,2-8 16 15,-4-1 6-15,2-2 1 16,0-5-28-16,0-7 10 16,1-2-7-16,-2 2 4 15,4 3 10-15,-3 6-16 16,-2 12 8-16,1 4 14 15,-2 8-12-15,0 3-7 0,0 0-9 16,0 5-2-16,0 19-5 16,-3 10 2-16,-6 4 5 15,-2 6 4-15,4 4 3 16,4-1-1-16,2-2-2 16,1-9 2-16,0-3-2 15,10-10-1-15,9-5-1 16,4-6-1-16,-1-9 1 15,4-3 1-15,-4 0-3 16,0-19-42-16,-7-6-100 16,-9-7-259-16</inkml:trace>
  <inkml:trace contextRef="#ctx0" brushRef="#br0" timeOffset="371369.3584">17453 17674 850 0,'0'0'32'0,"0"0"-32"16,0 0 2-16,0 0-7 15,82 14-86-15,-56-3-255 16</inkml:trace>
  <inkml:trace contextRef="#ctx0" brushRef="#br0" timeOffset="372179.191">17628 17936 742 0,'0'0'68'0,"0"0"22"0,0 0 109 16,0 0 19-16,0 0-122 15,0 0-74-15,66-58-9 16,-43 33-5-16,0 1-6 16,-1-2 4-16,-9 4-4 15,0 4 3-15,-6 4 4 16,-6 8-5-16,-1 3-3 15,0 3 13-15,0 0-10 16,0 0-4-16,0 0-11 16,-6 14 11-16,-6 1 2 0,3 2-2 15,5 2 2-15,1-2-2 16,3 0 0-16,0-4-1 16,0 0 1-16,10-5 1 15,3-1 1-15,1-4-1 16,3-3-1-16,2 0 4 15,0 0-4-15,-3-13-2 16,4-2 1-16,-2-1 0 16,-1-3-7-16,-2 4 5 15,-2 3 3-15,-1 2-2 16,3 4 1-16,-5 2 0 16,5 4 1-16,0 0 0 15,0 0-4-15,0 0 4 16,0 8-2-16,-2 4-4 15,3 0 5-15,0-1 1 0,1 0 7 16,1-2-7-16,3-4-4 16,1-5 4-16,3 0 2 15,1 0 3-15,3-12-6 16,-1-6 1-16,-3-3-8 16,-1-3-12-16,-4 1-8 15,-5 0 20-15,-6 7 0 16,-6 2 7-16,0 8-4 15,-3 6 9-15,0 0-4 16,0 0 0-16,0 6 1 0,0 9-1 16,0 3 18-1,0-1-16-15,0 0 9 0,4-3-5 16,8-2-2-16,3-2-1 16,4-4-2-16,2-5 1 15,0-1-2-15,1 0-2 16,-2-1-21-16,-5-5-13 15,-7-1 2-15,-3 7 28 16,-5 0-4-16,0 4-15 16,0 13 25-16,0 6 26 15,0 3 23-15,0 0 0 16,9-3 0-16,10-6-25 16,11-3-10-16,15-5-3 15,13-9-11-15,16 0-13 16,7 0-124-16,1-19-424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en-IN" smtClean="0"/>
              <a:t>Graphs - Algorithms and Mining</a:t>
            </a:r>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1C4B1A4-6412-4BCE-9D46-4C4F45D10730}" type="datetime1">
              <a:rPr lang="en-IN" smtClean="0"/>
              <a:t>18-12-2021</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r>
              <a:rPr lang="en-IN" smtClean="0"/>
              <a:t>Agarwal Charu C. and Wang Haixun, “Managing and Mining Graph Data” </a:t>
            </a:r>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1525816-F6EC-475B-A61D-CE75656011F2}" type="slidenum">
              <a:rPr lang="en-IN" smtClean="0"/>
              <a:pPr/>
              <a:t>‹#›</a:t>
            </a:fld>
            <a:endParaRPr lang="en-IN"/>
          </a:p>
        </p:txBody>
      </p:sp>
    </p:spTree>
    <p:extLst>
      <p:ext uri="{BB962C8B-B14F-4D97-AF65-F5344CB8AC3E}">
        <p14:creationId xmlns:p14="http://schemas.microsoft.com/office/powerpoint/2010/main" val="1414775448"/>
      </p:ext>
    </p:extLst>
  </p:cSld>
  <p:clrMap bg1="lt1" tx1="dk1" bg2="lt2" tx2="dk2" accent1="accent1" accent2="accent2" accent3="accent3" accent4="accent4" accent5="accent5" accent6="accent6" hlink="hlink" folHlink="folHlink"/>
  <p:hf/>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a:p>
        </p:txBody>
      </p:sp>
      <p:sp>
        <p:nvSpPr>
          <p:cNvPr id="4" name="Slide Number Placeholder 3"/>
          <p:cNvSpPr>
            <a:spLocks noGrp="1"/>
          </p:cNvSpPr>
          <p:nvPr>
            <p:ph type="sldNum" sz="quarter" idx="10"/>
          </p:nvPr>
        </p:nvSpPr>
        <p:spPr/>
        <p:txBody>
          <a:bodyPr/>
          <a:lstStyle/>
          <a:p>
            <a:fld id="{21525816-F6EC-475B-A61D-CE75656011F2}" type="slidenum">
              <a:rPr lang="en-IN" smtClean="0"/>
              <a:pPr/>
              <a:t>1</a:t>
            </a:fld>
            <a:endParaRPr lang="en-IN"/>
          </a:p>
        </p:txBody>
      </p:sp>
      <p:sp>
        <p:nvSpPr>
          <p:cNvPr id="5" name="Footer Placeholder 4"/>
          <p:cNvSpPr>
            <a:spLocks noGrp="1"/>
          </p:cNvSpPr>
          <p:nvPr>
            <p:ph type="ftr" sz="quarter" idx="11"/>
          </p:nvPr>
        </p:nvSpPr>
        <p:spPr/>
        <p:txBody>
          <a:bodyPr/>
          <a:lstStyle/>
          <a:p>
            <a:r>
              <a:rPr lang="en-IN" smtClean="0"/>
              <a:t>Agarwal Charu C. and Wang Haixun, “Managing and Mining Graph Data” </a:t>
            </a:r>
            <a:endParaRPr lang="en-IN"/>
          </a:p>
        </p:txBody>
      </p:sp>
      <p:sp>
        <p:nvSpPr>
          <p:cNvPr id="6" name="Date Placeholder 5"/>
          <p:cNvSpPr>
            <a:spLocks noGrp="1"/>
          </p:cNvSpPr>
          <p:nvPr>
            <p:ph type="dt" idx="12"/>
          </p:nvPr>
        </p:nvSpPr>
        <p:spPr/>
        <p:txBody>
          <a:bodyPr/>
          <a:lstStyle/>
          <a:p>
            <a:fld id="{74E4A797-ED5B-4267-9B6F-0498D7026212}" type="datetime1">
              <a:rPr lang="en-IN" smtClean="0"/>
              <a:t>18-12-2021</a:t>
            </a:fld>
            <a:endParaRPr lang="en-IN"/>
          </a:p>
        </p:txBody>
      </p:sp>
      <p:sp>
        <p:nvSpPr>
          <p:cNvPr id="7" name="Header Placeholder 6"/>
          <p:cNvSpPr>
            <a:spLocks noGrp="1"/>
          </p:cNvSpPr>
          <p:nvPr>
            <p:ph type="hdr" sz="quarter" idx="13"/>
          </p:nvPr>
        </p:nvSpPr>
        <p:spPr/>
        <p:txBody>
          <a:bodyPr/>
          <a:lstStyle/>
          <a:p>
            <a:r>
              <a:rPr lang="en-IN" smtClean="0"/>
              <a:t>Graphs - Algorithms and Mining</a:t>
            </a:r>
            <a:endParaRPr lang="en-IN"/>
          </a:p>
        </p:txBody>
      </p:sp>
    </p:spTree>
    <p:extLst>
      <p:ext uri="{BB962C8B-B14F-4D97-AF65-F5344CB8AC3E}">
        <p14:creationId xmlns:p14="http://schemas.microsoft.com/office/powerpoint/2010/main" val="37225744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21525816-F6EC-475B-A61D-CE75656011F2}" type="slidenum">
              <a:rPr lang="en-IN" smtClean="0"/>
              <a:pPr/>
              <a:t>2</a:t>
            </a:fld>
            <a:endParaRPr lang="en-IN"/>
          </a:p>
        </p:txBody>
      </p:sp>
      <p:sp>
        <p:nvSpPr>
          <p:cNvPr id="5" name="Footer Placeholder 4"/>
          <p:cNvSpPr>
            <a:spLocks noGrp="1"/>
          </p:cNvSpPr>
          <p:nvPr>
            <p:ph type="ftr" sz="quarter" idx="11"/>
          </p:nvPr>
        </p:nvSpPr>
        <p:spPr/>
        <p:txBody>
          <a:bodyPr/>
          <a:lstStyle/>
          <a:p>
            <a:r>
              <a:rPr lang="en-IN" smtClean="0"/>
              <a:t>Agarwal Charu C. and Wang Haixun, “Managing and Mining Graph Data” </a:t>
            </a:r>
            <a:endParaRPr lang="en-IN"/>
          </a:p>
        </p:txBody>
      </p:sp>
      <p:sp>
        <p:nvSpPr>
          <p:cNvPr id="6" name="Date Placeholder 5"/>
          <p:cNvSpPr>
            <a:spLocks noGrp="1"/>
          </p:cNvSpPr>
          <p:nvPr>
            <p:ph type="dt" idx="12"/>
          </p:nvPr>
        </p:nvSpPr>
        <p:spPr/>
        <p:txBody>
          <a:bodyPr/>
          <a:lstStyle/>
          <a:p>
            <a:fld id="{AD284392-47C4-4658-87E2-31960EB868E9}" type="datetime1">
              <a:rPr lang="en-IN" smtClean="0"/>
              <a:t>18-12-2021</a:t>
            </a:fld>
            <a:endParaRPr lang="en-IN"/>
          </a:p>
        </p:txBody>
      </p:sp>
      <p:sp>
        <p:nvSpPr>
          <p:cNvPr id="7" name="Header Placeholder 6"/>
          <p:cNvSpPr>
            <a:spLocks noGrp="1"/>
          </p:cNvSpPr>
          <p:nvPr>
            <p:ph type="hdr" sz="quarter" idx="13"/>
          </p:nvPr>
        </p:nvSpPr>
        <p:spPr/>
        <p:txBody>
          <a:bodyPr/>
          <a:lstStyle/>
          <a:p>
            <a:r>
              <a:rPr lang="en-IN" smtClean="0"/>
              <a:t>Graphs - Algorithms and Mining</a:t>
            </a:r>
            <a:endParaRPr lang="en-IN"/>
          </a:p>
        </p:txBody>
      </p:sp>
    </p:spTree>
    <p:extLst>
      <p:ext uri="{BB962C8B-B14F-4D97-AF65-F5344CB8AC3E}">
        <p14:creationId xmlns:p14="http://schemas.microsoft.com/office/powerpoint/2010/main" val="34491517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Header Placeholder 3"/>
          <p:cNvSpPr>
            <a:spLocks noGrp="1"/>
          </p:cNvSpPr>
          <p:nvPr>
            <p:ph type="hdr" sz="quarter" idx="10"/>
          </p:nvPr>
        </p:nvSpPr>
        <p:spPr/>
        <p:txBody>
          <a:bodyPr/>
          <a:lstStyle/>
          <a:p>
            <a:r>
              <a:rPr lang="en-IN" smtClean="0"/>
              <a:t>Graphs - Algorithms and Mining</a:t>
            </a:r>
            <a:endParaRPr lang="en-IN"/>
          </a:p>
        </p:txBody>
      </p:sp>
      <p:sp>
        <p:nvSpPr>
          <p:cNvPr id="5" name="Date Placeholder 4"/>
          <p:cNvSpPr>
            <a:spLocks noGrp="1"/>
          </p:cNvSpPr>
          <p:nvPr>
            <p:ph type="dt" idx="11"/>
          </p:nvPr>
        </p:nvSpPr>
        <p:spPr/>
        <p:txBody>
          <a:bodyPr/>
          <a:lstStyle/>
          <a:p>
            <a:fld id="{11C4B1A4-6412-4BCE-9D46-4C4F45D10730}" type="datetime1">
              <a:rPr lang="en-IN" smtClean="0"/>
              <a:t>18-12-2021</a:t>
            </a:fld>
            <a:endParaRPr lang="en-IN"/>
          </a:p>
        </p:txBody>
      </p:sp>
      <p:sp>
        <p:nvSpPr>
          <p:cNvPr id="6" name="Footer Placeholder 5"/>
          <p:cNvSpPr>
            <a:spLocks noGrp="1"/>
          </p:cNvSpPr>
          <p:nvPr>
            <p:ph type="ftr" sz="quarter" idx="12"/>
          </p:nvPr>
        </p:nvSpPr>
        <p:spPr/>
        <p:txBody>
          <a:bodyPr/>
          <a:lstStyle/>
          <a:p>
            <a:r>
              <a:rPr lang="en-IN" smtClean="0"/>
              <a:t>Agarwal Charu C. and Wang Haixun, “Managing and Mining Graph Data” </a:t>
            </a:r>
            <a:endParaRPr lang="en-IN"/>
          </a:p>
        </p:txBody>
      </p:sp>
      <p:sp>
        <p:nvSpPr>
          <p:cNvPr id="7" name="Slide Number Placeholder 6"/>
          <p:cNvSpPr>
            <a:spLocks noGrp="1"/>
          </p:cNvSpPr>
          <p:nvPr>
            <p:ph type="sldNum" sz="quarter" idx="13"/>
          </p:nvPr>
        </p:nvSpPr>
        <p:spPr/>
        <p:txBody>
          <a:bodyPr/>
          <a:lstStyle/>
          <a:p>
            <a:fld id="{21525816-F6EC-475B-A61D-CE75656011F2}" type="slidenum">
              <a:rPr lang="en-IN" smtClean="0"/>
              <a:pPr/>
              <a:t>21</a:t>
            </a:fld>
            <a:endParaRPr lang="en-IN"/>
          </a:p>
        </p:txBody>
      </p:sp>
    </p:spTree>
    <p:extLst>
      <p:ext uri="{BB962C8B-B14F-4D97-AF65-F5344CB8AC3E}">
        <p14:creationId xmlns:p14="http://schemas.microsoft.com/office/powerpoint/2010/main" val="33696646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ustom Layout">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dirty="0">
              <a:latin typeface="Arial" pitchFamily="34" charset="0"/>
              <a:cs typeface="Arial" pitchFamily="34" charset="0"/>
            </a:endParaRPr>
          </a:p>
        </p:txBody>
      </p:sp>
      <p:sp>
        <p:nvSpPr>
          <p:cNvPr id="5" name="Rectangle 4"/>
          <p:cNvSpPr/>
          <p:nvPr/>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p:cNvSpPr/>
          <p:nvPr/>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p:cNvSpPr/>
          <p:nvPr/>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9" name="Picture 10" descr="BITS_university_logo_whitevert.png"/>
          <p:cNvPicPr>
            <a:picLocks noChangeAspect="1"/>
          </p:cNvPicPr>
          <p:nvPr/>
        </p:nvPicPr>
        <p:blipFill>
          <a:blip r:embed="rId3" cstate="print"/>
          <a:srcRect t="2" b="28592"/>
          <a:stretch>
            <a:fillRect/>
          </a:stretch>
        </p:blipFill>
        <p:spPr bwMode="auto">
          <a:xfrm>
            <a:off x="76200" y="3352800"/>
            <a:ext cx="2057400" cy="1979613"/>
          </a:xfrm>
          <a:prstGeom prst="rect">
            <a:avLst/>
          </a:prstGeom>
          <a:noFill/>
          <a:ln w="9525">
            <a:noFill/>
            <a:miter lim="800000"/>
            <a:headEnd/>
            <a:tailEnd/>
          </a:ln>
        </p:spPr>
      </p:pic>
      <p:sp>
        <p:nvSpPr>
          <p:cNvPr id="10" name="TextBox 9"/>
          <p:cNvSpPr txBox="1"/>
          <p:nvPr/>
        </p:nvSpPr>
        <p:spPr>
          <a:xfrm>
            <a:off x="-76200" y="5257800"/>
            <a:ext cx="22098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1" name="TextBox 10"/>
          <p:cNvSpPr txBox="1">
            <a:spLocks noChangeArrowheads="1"/>
          </p:cNvSpPr>
          <p:nvPr/>
        </p:nvSpPr>
        <p:spPr bwMode="auto">
          <a:xfrm>
            <a:off x="152400" y="5667375"/>
            <a:ext cx="19050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r>
              <a:rPr lang="en-US" sz="1200" smtClean="0">
                <a:solidFill>
                  <a:srgbClr val="FFFFFF"/>
                </a:solidFill>
                <a:cs typeface="Arial" panose="020B0604020202020204" pitchFamily="34" charset="0"/>
              </a:rPr>
              <a:t>Pilani Campus</a:t>
            </a:r>
          </a:p>
        </p:txBody>
      </p:sp>
      <p:sp>
        <p:nvSpPr>
          <p:cNvPr id="7" name="Content Placeholder 6"/>
          <p:cNvSpPr>
            <a:spLocks noGrp="1"/>
          </p:cNvSpPr>
          <p:nvPr>
            <p:ph sz="quarter" idx="13"/>
          </p:nvPr>
        </p:nvSpPr>
        <p:spPr>
          <a:xfrm>
            <a:off x="2514600" y="5410200"/>
            <a:ext cx="6019800" cy="533400"/>
          </a:xfrm>
        </p:spPr>
        <p:txBody>
          <a:bodyPr anchor="b">
            <a:noAutofit/>
          </a:bodyPr>
          <a:lstStyle>
            <a:lvl1pPr marL="0" indent="0" algn="r">
              <a:lnSpc>
                <a:spcPts val="1800"/>
              </a:lnSpc>
              <a:spcBef>
                <a:spcPts val="0"/>
              </a:spcBef>
              <a:buNone/>
              <a:defRPr sz="1800" baseline="0">
                <a:solidFill>
                  <a:schemeClr val="bg1"/>
                </a:solidFill>
              </a:defRPr>
            </a:lvl1pPr>
          </a:lstStyle>
          <a:p>
            <a:pPr lvl="0"/>
            <a:r>
              <a:rPr lang="en-US" smtClean="0"/>
              <a:t>Click to edit Master text styles</a:t>
            </a:r>
          </a:p>
          <a:p>
            <a:pPr lvl="1"/>
            <a:r>
              <a:rPr lang="en-US" smtClean="0"/>
              <a:t>Second level</a:t>
            </a:r>
          </a:p>
        </p:txBody>
      </p:sp>
      <p:sp>
        <p:nvSpPr>
          <p:cNvPr id="2" name="Title 1"/>
          <p:cNvSpPr>
            <a:spLocks noGrp="1"/>
          </p:cNvSpPr>
          <p:nvPr>
            <p:ph type="title"/>
          </p:nvPr>
        </p:nvSpPr>
        <p:spPr>
          <a:xfrm>
            <a:off x="2514600" y="3810000"/>
            <a:ext cx="6019800" cy="1524000"/>
          </a:xfrm>
        </p:spPr>
        <p:txBody>
          <a:bodyPr anchorCtr="0">
            <a:noAutofit/>
          </a:bodyPr>
          <a:lstStyle>
            <a:lvl1pPr algn="l">
              <a:lnSpc>
                <a:spcPts val="4000"/>
              </a:lnSpc>
              <a:defRPr sz="4400" baseline="0">
                <a:solidFill>
                  <a:schemeClr val="bg1"/>
                </a:solidFill>
              </a:defRPr>
            </a:lvl1pPr>
          </a:lstStyle>
          <a:p>
            <a:r>
              <a:rPr lang="en-US" smtClean="0"/>
              <a:t>Click to edit Master title style</a:t>
            </a:r>
            <a:endParaRPr lang="en-US" dirty="0"/>
          </a:p>
        </p:txBody>
      </p:sp>
      <p:sp>
        <p:nvSpPr>
          <p:cNvPr id="12" name="Rectangle 11"/>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dirty="0">
              <a:latin typeface="Arial" pitchFamily="34" charset="0"/>
              <a:cs typeface="Arial" pitchFamily="34" charset="0"/>
            </a:endParaRPr>
          </a:p>
        </p:txBody>
      </p:sp>
      <p:sp>
        <p:nvSpPr>
          <p:cNvPr id="13" name="Rectangle 12"/>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4" name="Rectangle 13"/>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5" name="Rectangle 14"/>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6" name="Picture 10" descr="BITS_university_logo_whitevert.png"/>
          <p:cNvPicPr>
            <a:picLocks noChangeAspect="1"/>
          </p:cNvPicPr>
          <p:nvPr userDrawn="1"/>
        </p:nvPicPr>
        <p:blipFill>
          <a:blip r:embed="rId3" cstate="print"/>
          <a:srcRect t="2" b="28592"/>
          <a:stretch>
            <a:fillRect/>
          </a:stretch>
        </p:blipFill>
        <p:spPr bwMode="auto">
          <a:xfrm>
            <a:off x="76200" y="3352800"/>
            <a:ext cx="2057400" cy="1979613"/>
          </a:xfrm>
          <a:prstGeom prst="rect">
            <a:avLst/>
          </a:prstGeom>
          <a:noFill/>
          <a:ln w="9525">
            <a:noFill/>
            <a:miter lim="800000"/>
            <a:headEnd/>
            <a:tailEnd/>
          </a:ln>
        </p:spPr>
      </p:pic>
      <p:sp>
        <p:nvSpPr>
          <p:cNvPr id="17" name="TextBox 16"/>
          <p:cNvSpPr txBox="1"/>
          <p:nvPr userDrawn="1"/>
        </p:nvSpPr>
        <p:spPr>
          <a:xfrm>
            <a:off x="-76200" y="5257800"/>
            <a:ext cx="22098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8" name="TextBox 17"/>
          <p:cNvSpPr txBox="1">
            <a:spLocks noChangeArrowheads="1"/>
          </p:cNvSpPr>
          <p:nvPr userDrawn="1"/>
        </p:nvSpPr>
        <p:spPr bwMode="auto">
          <a:xfrm>
            <a:off x="152400" y="5667375"/>
            <a:ext cx="19050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r>
              <a:rPr lang="en-US" sz="1200" smtClean="0">
                <a:solidFill>
                  <a:srgbClr val="FFFFFF"/>
                </a:solidFill>
                <a:cs typeface="Arial" panose="020B0604020202020204" pitchFamily="34" charset="0"/>
              </a:rPr>
              <a:t>Pilani Campus</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1_Section Header">
    <p:spTree>
      <p:nvGrpSpPr>
        <p:cNvPr id="1" name=""/>
        <p:cNvGrpSpPr/>
        <p:nvPr/>
      </p:nvGrpSpPr>
      <p:grpSpPr>
        <a:xfrm>
          <a:off x="0" y="0"/>
          <a:ext cx="0" cy="0"/>
          <a:chOff x="0" y="0"/>
          <a:chExt cx="0" cy="0"/>
        </a:xfrm>
      </p:grpSpPr>
      <p:pic>
        <p:nvPicPr>
          <p:cNvPr id="3" name="Picture 6" descr="\\Server\D\jyoti\FI023_BITS_v1\styleguide img\IMG_5627_b.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a:ln w="9525">
            <a:noFill/>
            <a:miter lim="800000"/>
            <a:headEnd/>
            <a:tailEnd/>
          </a:ln>
        </p:spPr>
      </p:pic>
      <p:sp>
        <p:nvSpPr>
          <p:cNvPr id="4" name="Rectangle 3"/>
          <p:cNvSpPr/>
          <p:nvPr/>
        </p:nvSpPr>
        <p:spPr>
          <a:xfrm>
            <a:off x="0" y="4281488"/>
            <a:ext cx="9144000" cy="25765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5" name="Picture 8" descr="Picture 7.png"/>
          <p:cNvPicPr>
            <a:picLocks noChangeAspect="1"/>
          </p:cNvPicPr>
          <p:nvPr/>
        </p:nvPicPr>
        <p:blipFill>
          <a:blip r:embed="rId3" cstate="print"/>
          <a:srcRect l="1923" b="5336"/>
          <a:stretch>
            <a:fillRect/>
          </a:stretch>
        </p:blipFill>
        <p:spPr bwMode="auto">
          <a:xfrm>
            <a:off x="6629400" y="0"/>
            <a:ext cx="2193925" cy="692150"/>
          </a:xfrm>
          <a:prstGeom prst="rect">
            <a:avLst/>
          </a:prstGeom>
          <a:noFill/>
          <a:ln w="9525">
            <a:noFill/>
            <a:miter lim="800000"/>
            <a:headEnd/>
            <a:tailEnd/>
          </a:ln>
        </p:spPr>
      </p:pic>
      <p:sp>
        <p:nvSpPr>
          <p:cNvPr id="6" name="Rectangle 5"/>
          <p:cNvSpPr/>
          <p:nvPr/>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p:cNvSpPr/>
          <p:nvPr/>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p:cNvSpPr/>
          <p:nvPr/>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TextBox 8"/>
          <p:cNvSpPr txBox="1"/>
          <p:nvPr/>
        </p:nvSpPr>
        <p:spPr>
          <a:xfrm>
            <a:off x="6858000" y="762000"/>
            <a:ext cx="22098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0" name="TextBox 9"/>
          <p:cNvSpPr txBox="1">
            <a:spLocks noChangeArrowheads="1"/>
          </p:cNvSpPr>
          <p:nvPr/>
        </p:nvSpPr>
        <p:spPr bwMode="auto">
          <a:xfrm>
            <a:off x="7086600" y="1171575"/>
            <a:ext cx="19050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r>
              <a:rPr lang="en-US" sz="1200" smtClean="0">
                <a:solidFill>
                  <a:srgbClr val="FFFFFF"/>
                </a:solidFill>
                <a:cs typeface="Arial" panose="020B0604020202020204" pitchFamily="34" charset="0"/>
              </a:rPr>
              <a:t>Pilani Campus</a:t>
            </a:r>
          </a:p>
        </p:txBody>
      </p:sp>
      <p:sp>
        <p:nvSpPr>
          <p:cNvPr id="17" name="Content Placeholder 16"/>
          <p:cNvSpPr>
            <a:spLocks noGrp="1"/>
          </p:cNvSpPr>
          <p:nvPr>
            <p:ph sz="quarter" idx="10"/>
          </p:nvPr>
        </p:nvSpPr>
        <p:spPr>
          <a:xfrm>
            <a:off x="304800" y="4648200"/>
            <a:ext cx="84582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smtClean="0"/>
              <a:t>Click to edit Master text styles</a:t>
            </a:r>
          </a:p>
          <a:p>
            <a:pPr lvl="1"/>
            <a:r>
              <a:rPr lang="en-US" smtClean="0"/>
              <a:t>Second level</a:t>
            </a:r>
          </a:p>
        </p:txBody>
      </p:sp>
      <p:pic>
        <p:nvPicPr>
          <p:cNvPr id="11" name="Picture 6" descr="\\Server\D\jyoti\FI023_BITS_v1\styleguide img\IMG_5627_b.jpg"/>
          <p:cNvPicPr>
            <a:picLocks noChangeAspect="1" noChangeArrowheads="1"/>
          </p:cNvPicPr>
          <p:nvPr userDrawn="1"/>
        </p:nvPicPr>
        <p:blipFill>
          <a:blip r:embed="rId2" cstate="print"/>
          <a:srcRect/>
          <a:stretch>
            <a:fillRect/>
          </a:stretch>
        </p:blipFill>
        <p:spPr bwMode="auto">
          <a:xfrm>
            <a:off x="0" y="0"/>
            <a:ext cx="9144000" cy="6858000"/>
          </a:xfrm>
          <a:prstGeom prst="rect">
            <a:avLst/>
          </a:prstGeom>
          <a:noFill/>
          <a:ln w="9525">
            <a:noFill/>
            <a:miter lim="800000"/>
            <a:headEnd/>
            <a:tailEnd/>
          </a:ln>
        </p:spPr>
      </p:pic>
      <p:sp>
        <p:nvSpPr>
          <p:cNvPr id="12" name="Rectangle 11"/>
          <p:cNvSpPr/>
          <p:nvPr userDrawn="1"/>
        </p:nvSpPr>
        <p:spPr>
          <a:xfrm>
            <a:off x="0" y="4281488"/>
            <a:ext cx="9144000" cy="25765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3" name="Picture 8" descr="Picture 7.png"/>
          <p:cNvPicPr>
            <a:picLocks noChangeAspect="1"/>
          </p:cNvPicPr>
          <p:nvPr userDrawn="1"/>
        </p:nvPicPr>
        <p:blipFill>
          <a:blip r:embed="rId3" cstate="print"/>
          <a:srcRect l="1923" b="5336"/>
          <a:stretch>
            <a:fillRect/>
          </a:stretch>
        </p:blipFill>
        <p:spPr bwMode="auto">
          <a:xfrm>
            <a:off x="6629400" y="0"/>
            <a:ext cx="2193925" cy="692150"/>
          </a:xfrm>
          <a:prstGeom prst="rect">
            <a:avLst/>
          </a:prstGeom>
          <a:noFill/>
          <a:ln w="9525">
            <a:noFill/>
            <a:miter lim="800000"/>
            <a:headEnd/>
            <a:tailEnd/>
          </a:ln>
        </p:spPr>
      </p:pic>
      <p:sp>
        <p:nvSpPr>
          <p:cNvPr id="14" name="Rectangle 13"/>
          <p:cNvSpPr/>
          <p:nvPr userDrawn="1"/>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5" name="Rectangle 14"/>
          <p:cNvSpPr/>
          <p:nvPr userDrawn="1"/>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6" name="Rectangle 15"/>
          <p:cNvSpPr/>
          <p:nvPr userDrawn="1"/>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8" name="TextBox 17"/>
          <p:cNvSpPr txBox="1"/>
          <p:nvPr userDrawn="1"/>
        </p:nvSpPr>
        <p:spPr>
          <a:xfrm>
            <a:off x="6858000" y="762000"/>
            <a:ext cx="22098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9" name="TextBox 18"/>
          <p:cNvSpPr txBox="1">
            <a:spLocks noChangeArrowheads="1"/>
          </p:cNvSpPr>
          <p:nvPr userDrawn="1"/>
        </p:nvSpPr>
        <p:spPr bwMode="auto">
          <a:xfrm>
            <a:off x="7086600" y="1171575"/>
            <a:ext cx="19050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r>
              <a:rPr lang="en-US" sz="1200" smtClean="0">
                <a:solidFill>
                  <a:srgbClr val="FFFFFF"/>
                </a:solidFill>
                <a:cs typeface="Arial" panose="020B0604020202020204" pitchFamily="34" charset="0"/>
              </a:rPr>
              <a:t>Pilani Campus</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4_Title and Content">
    <p:spTree>
      <p:nvGrpSpPr>
        <p:cNvPr id="1" name=""/>
        <p:cNvGrpSpPr/>
        <p:nvPr/>
      </p:nvGrpSpPr>
      <p:grpSpPr>
        <a:xfrm>
          <a:off x="0" y="0"/>
          <a:ext cx="0" cy="0"/>
          <a:chOff x="0" y="0"/>
          <a:chExt cx="0" cy="0"/>
        </a:xfrm>
      </p:grpSpPr>
      <p:sp>
        <p:nvSpPr>
          <p:cNvPr id="4" name="TextBox 3"/>
          <p:cNvSpPr txBox="1">
            <a:spLocks noChangeArrowheads="1"/>
          </p:cNvSpPr>
          <p:nvPr/>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defRPr/>
            </a:pPr>
            <a:r>
              <a:rPr lang="en-US" sz="1100" b="1" smtClean="0">
                <a:solidFill>
                  <a:srgbClr val="101141"/>
                </a:solidFill>
                <a:cs typeface="Arial" panose="020B0604020202020204" pitchFamily="34" charset="0"/>
              </a:rPr>
              <a:t>BITS </a:t>
            </a:r>
            <a:r>
              <a:rPr lang="en-US" sz="1100" smtClean="0">
                <a:solidFill>
                  <a:srgbClr val="101141"/>
                </a:solidFill>
                <a:cs typeface="Arial" panose="020B0604020202020204" pitchFamily="34" charset="0"/>
              </a:rPr>
              <a:t>Pilani, Pilani Campus</a:t>
            </a:r>
          </a:p>
        </p:txBody>
      </p:sp>
      <p:grpSp>
        <p:nvGrpSpPr>
          <p:cNvPr id="2" name="Group 11"/>
          <p:cNvGrpSpPr>
            <a:grpSpLocks/>
          </p:cNvGrpSpPr>
          <p:nvPr/>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9" name="Picture 11"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grpSp>
        <p:nvGrpSpPr>
          <p:cNvPr id="5" name="Group 18"/>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0" name="Group 22"/>
          <p:cNvGrpSpPr>
            <a:grpSpLocks/>
          </p:cNvGrpSpPr>
          <p:nvPr/>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
        <p:nvSpPr>
          <p:cNvPr id="3" name="Content Placeholder 2"/>
          <p:cNvSpPr>
            <a:spLocks noGrp="1"/>
          </p:cNvSpPr>
          <p:nvPr>
            <p:ph idx="1"/>
          </p:nvPr>
        </p:nvSpPr>
        <p:spPr>
          <a:xfrm>
            <a:off x="304800" y="1600200"/>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dirty="0" smtClean="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smtClean="0"/>
              <a:t>Click to edit Master text styles</a:t>
            </a:r>
          </a:p>
        </p:txBody>
      </p:sp>
      <p:sp>
        <p:nvSpPr>
          <p:cNvPr id="18" name="TextBox 17"/>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defRPr/>
            </a:pPr>
            <a:r>
              <a:rPr lang="en-US" sz="1100" b="1" smtClean="0">
                <a:solidFill>
                  <a:srgbClr val="101141"/>
                </a:solidFill>
                <a:cs typeface="Arial" panose="020B0604020202020204" pitchFamily="34" charset="0"/>
              </a:rPr>
              <a:t>BITS </a:t>
            </a:r>
            <a:r>
              <a:rPr lang="en-US" sz="1100" smtClean="0">
                <a:solidFill>
                  <a:srgbClr val="101141"/>
                </a:solidFill>
                <a:cs typeface="Arial" panose="020B0604020202020204" pitchFamily="34" charset="0"/>
              </a:rPr>
              <a:t>Pilani, Pilani Campus</a:t>
            </a:r>
          </a:p>
        </p:txBody>
      </p:sp>
      <p:grpSp>
        <p:nvGrpSpPr>
          <p:cNvPr id="14" name="Group 11"/>
          <p:cNvGrpSpPr>
            <a:grpSpLocks/>
          </p:cNvGrpSpPr>
          <p:nvPr userDrawn="1"/>
        </p:nvGrpSpPr>
        <p:grpSpPr bwMode="auto">
          <a:xfrm>
            <a:off x="2084388" y="6550025"/>
            <a:ext cx="7059612" cy="49213"/>
            <a:chOff x="2083888" y="6550671"/>
            <a:chExt cx="7060112" cy="48665"/>
          </a:xfrm>
        </p:grpSpPr>
        <p:sp>
          <p:nvSpPr>
            <p:cNvPr id="20" name="Rectangle 19"/>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1" name="Rectangle 20"/>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2" name="Rectangle 21"/>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23" name="Picture 11" descr="Picture 7.png"/>
          <p:cNvPicPr>
            <a:picLocks noChangeAspect="1"/>
          </p:cNvPicPr>
          <p:nvPr userDrawn="1"/>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grpSp>
        <p:nvGrpSpPr>
          <p:cNvPr id="19" name="Group 18"/>
          <p:cNvGrpSpPr>
            <a:grpSpLocks/>
          </p:cNvGrpSpPr>
          <p:nvPr userDrawn="1"/>
        </p:nvGrpSpPr>
        <p:grpSpPr bwMode="auto">
          <a:xfrm>
            <a:off x="2133600" y="6553200"/>
            <a:ext cx="7010400" cy="46038"/>
            <a:chOff x="1905000" y="6553200"/>
            <a:chExt cx="7010400" cy="45719"/>
          </a:xfrm>
        </p:grpSpPr>
        <p:sp>
          <p:nvSpPr>
            <p:cNvPr id="25" name="Rectangle 2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6" name="Rectangle 2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8" name="Rectangle 27"/>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24" name="Group 22"/>
          <p:cNvGrpSpPr>
            <a:grpSpLocks/>
          </p:cNvGrpSpPr>
          <p:nvPr userDrawn="1"/>
        </p:nvGrpSpPr>
        <p:grpSpPr bwMode="auto">
          <a:xfrm>
            <a:off x="0" y="1295400"/>
            <a:ext cx="7010400" cy="46038"/>
            <a:chOff x="1905000" y="6553200"/>
            <a:chExt cx="7010400" cy="45719"/>
          </a:xfrm>
        </p:grpSpPr>
        <p:sp>
          <p:nvSpPr>
            <p:cNvPr id="30" name="Rectangle 2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31" name="Rectangle 3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32" name="Rectangle 3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6" cstate="print"/>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7" r:id="rId14"/>
  </p:sldLayoutIdLst>
  <p:hf sldNum="0"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70.emf"/><Relationship Id="rId2" Type="http://schemas.openxmlformats.org/officeDocument/2006/relationships/customXml" Target="../ink/ink1.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image" Target="../media/image6.jpeg"/><Relationship Id="rId1" Type="http://schemas.openxmlformats.org/officeDocument/2006/relationships/slideLayout" Target="../slideLayouts/slideLayout14.xml"/><Relationship Id="rId4" Type="http://schemas.openxmlformats.org/officeDocument/2006/relationships/image" Target="../media/image7.em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customXml" Target="../ink/ink3.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customXml" Target="../ink/ink4.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4.xml"/><Relationship Id="rId5" Type="http://schemas.openxmlformats.org/officeDocument/2006/relationships/image" Target="../media/image10.emf"/><Relationship Id="rId4" Type="http://schemas.openxmlformats.org/officeDocument/2006/relationships/customXml" Target="../ink/ink5.xml"/></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7.png"/><Relationship Id="rId1" Type="http://schemas.openxmlformats.org/officeDocument/2006/relationships/slideLayout" Target="../slideLayouts/slideLayout14.xml"/><Relationship Id="rId5" Type="http://schemas.openxmlformats.org/officeDocument/2006/relationships/image" Target="../media/image11.emf"/><Relationship Id="rId4" Type="http://schemas.openxmlformats.org/officeDocument/2006/relationships/customXml" Target="../ink/ink6.xml"/></Relationships>
</file>

<file path=ppt/slides/_rels/slide16.xml.rels><?xml version="1.0" encoding="UTF-8" standalone="yes"?>
<Relationships xmlns="http://schemas.openxmlformats.org/package/2006/relationships"><Relationship Id="rId3" Type="http://schemas.openxmlformats.org/officeDocument/2006/relationships/hyperlink" Target="PageRank%20Solution.xlsx" TargetMode="External"/><Relationship Id="rId2" Type="http://schemas.openxmlformats.org/officeDocument/2006/relationships/image" Target="../media/image280.png"/><Relationship Id="rId1" Type="http://schemas.openxmlformats.org/officeDocument/2006/relationships/slideLayout" Target="../slideLayouts/slideLayout14.xml"/><Relationship Id="rId5" Type="http://schemas.openxmlformats.org/officeDocument/2006/relationships/image" Target="../media/image12.emf"/><Relationship Id="rId4" Type="http://schemas.openxmlformats.org/officeDocument/2006/relationships/customXml" Target="../ink/ink7.xml"/></Relationships>
</file>

<file path=ppt/slides/_rels/slide17.xml.rels><?xml version="1.0" encoding="UTF-8" standalone="yes"?>
<Relationships xmlns="http://schemas.openxmlformats.org/package/2006/relationships"><Relationship Id="rId3" Type="http://schemas.openxmlformats.org/officeDocument/2006/relationships/image" Target="../media/image290.png"/><Relationship Id="rId2" Type="http://schemas.openxmlformats.org/officeDocument/2006/relationships/hyperlink" Target="PageRank%20Solution.xlsx" TargetMode="External"/><Relationship Id="rId1" Type="http://schemas.openxmlformats.org/officeDocument/2006/relationships/slideLayout" Target="../slideLayouts/slideLayout14.xml"/><Relationship Id="rId5" Type="http://schemas.openxmlformats.org/officeDocument/2006/relationships/image" Target="../media/image13.emf"/><Relationship Id="rId4" Type="http://schemas.openxmlformats.org/officeDocument/2006/relationships/customXml" Target="../ink/ink8.xml"/></Relationships>
</file>

<file path=ppt/slides/_rels/slide18.xml.rels><?xml version="1.0" encoding="UTF-8" standalone="yes"?>
<Relationships xmlns="http://schemas.openxmlformats.org/package/2006/relationships"><Relationship Id="rId3" Type="http://schemas.openxmlformats.org/officeDocument/2006/relationships/customXml" Target="../ink/ink9.xml"/><Relationship Id="rId2" Type="http://schemas.openxmlformats.org/officeDocument/2006/relationships/image" Target="../media/image300.png"/><Relationship Id="rId1" Type="http://schemas.openxmlformats.org/officeDocument/2006/relationships/slideLayout" Target="../slideLayouts/slideLayout14.xml"/><Relationship Id="rId4" Type="http://schemas.openxmlformats.org/officeDocument/2006/relationships/image" Target="../media/image14.e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customXml" Target="../ink/ink10.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xml"/><Relationship Id="rId1" Type="http://schemas.openxmlformats.org/officeDocument/2006/relationships/slideLayout" Target="../slideLayouts/slideLayout14.xml"/><Relationship Id="rId6" Type="http://schemas.openxmlformats.org/officeDocument/2006/relationships/image" Target="../media/image16.emf"/><Relationship Id="rId5" Type="http://schemas.openxmlformats.org/officeDocument/2006/relationships/customXml" Target="../ink/ink11.xml"/><Relationship Id="rId4" Type="http://schemas.openxmlformats.org/officeDocument/2006/relationships/hyperlink" Target="PageRank%20Solution.xlsx" TargetMode="External"/></Relationships>
</file>

<file path=ppt/slides/_rels/slide22.xml.rels><?xml version="1.0" encoding="UTF-8" standalone="yes"?>
<Relationships xmlns="http://schemas.openxmlformats.org/package/2006/relationships"><Relationship Id="rId3" Type="http://schemas.openxmlformats.org/officeDocument/2006/relationships/customXml" Target="../ink/ink12.xml"/><Relationship Id="rId2" Type="http://schemas.openxmlformats.org/officeDocument/2006/relationships/image" Target="../media/image320.png"/><Relationship Id="rId1" Type="http://schemas.openxmlformats.org/officeDocument/2006/relationships/slideLayout" Target="../slideLayouts/slideLayout14.xml"/><Relationship Id="rId4" Type="http://schemas.openxmlformats.org/officeDocument/2006/relationships/image" Target="../media/image17.emf"/></Relationships>
</file>

<file path=ppt/slides/_rels/slide23.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customXml" Target="../ink/ink13.xml"/><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362200" y="3810000"/>
            <a:ext cx="6172200" cy="1524000"/>
          </a:xfrm>
        </p:spPr>
        <p:txBody>
          <a:bodyPr/>
          <a:lstStyle/>
          <a:p>
            <a:pPr>
              <a:defRPr/>
            </a:pPr>
            <a:r>
              <a:rPr lang="en-US" sz="4000" dirty="0"/>
              <a:t>Graphs - Algorithms and </a:t>
            </a:r>
            <a:r>
              <a:rPr lang="en-US" sz="4000" dirty="0" smtClean="0"/>
              <a:t>Mining </a:t>
            </a:r>
            <a:r>
              <a:rPr lang="en-US" sz="4000" smtClean="0"/>
              <a:t>(DSE**  </a:t>
            </a:r>
            <a:r>
              <a:rPr lang="en-US" sz="4000" dirty="0" smtClean="0"/>
              <a:t>ZG521)</a:t>
            </a:r>
            <a:endParaRPr lang="en-US" sz="40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228600" y="4648200"/>
            <a:ext cx="8763000" cy="1600200"/>
          </a:xfrm>
        </p:spPr>
        <p:txBody>
          <a:bodyPr rtlCol="0"/>
          <a:lstStyle/>
          <a:p>
            <a:pPr algn="ctr"/>
            <a:endParaRPr lang="en-US" sz="8000" dirty="0" smtClean="0"/>
          </a:p>
          <a:p>
            <a:pPr algn="ctr"/>
            <a:r>
              <a:rPr lang="en-US" sz="8000" dirty="0" smtClean="0"/>
              <a:t>Module II</a:t>
            </a:r>
            <a:endParaRPr lang="en-IN" sz="80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quarter" idx="10"/>
          </p:nvPr>
        </p:nvSpPr>
        <p:spPr/>
        <p:txBody>
          <a:bodyPr/>
          <a:lstStyle/>
          <a:p>
            <a:r>
              <a:rPr lang="en-IN" dirty="0"/>
              <a:t>PageRank</a:t>
            </a:r>
          </a:p>
        </p:txBody>
      </p:sp>
      <mc:AlternateContent xmlns:mc="http://schemas.openxmlformats.org/markup-compatibility/2006" xmlns:p14="http://schemas.microsoft.com/office/powerpoint/2010/main">
        <mc:Choice Requires="p14">
          <p:contentPart p14:bwMode="auto" r:id="rId2">
            <p14:nvContentPartPr>
              <p14:cNvPr id="3" name="Ink 2"/>
              <p14:cNvContentPartPr/>
              <p14:nvPr/>
            </p14:nvContentPartPr>
            <p14:xfrm>
              <a:off x="4498200" y="5117760"/>
              <a:ext cx="1588320" cy="99720"/>
            </p14:xfrm>
          </p:contentPart>
        </mc:Choice>
        <mc:Fallback xmlns="">
          <p:pic>
            <p:nvPicPr>
              <p:cNvPr id="3" name="Ink 2"/>
              <p:cNvPicPr/>
              <p:nvPr/>
            </p:nvPicPr>
            <p:blipFill>
              <a:blip r:embed="rId3"/>
              <a:stretch>
                <a:fillRect/>
              </a:stretch>
            </p:blipFill>
            <p:spPr>
              <a:xfrm>
                <a:off x="4493160" y="5112720"/>
                <a:ext cx="1596960" cy="110160"/>
              </a:xfrm>
              <a:prstGeom prst="rect">
                <a:avLst/>
              </a:prstGeom>
            </p:spPr>
          </p:pic>
        </mc:Fallback>
      </mc:AlternateContent>
    </p:spTree>
    <p:extLst>
      <p:ext uri="{BB962C8B-B14F-4D97-AF65-F5344CB8AC3E}">
        <p14:creationId xmlns:p14="http://schemas.microsoft.com/office/powerpoint/2010/main" val="26243223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buFont typeface="Wingdings" panose="05000000000000000000" pitchFamily="2" charset="2"/>
              <a:buChar char="v"/>
            </a:pPr>
            <a:r>
              <a:rPr lang="en-IN" dirty="0"/>
              <a:t>The importance of a Web page is an inherently subjective matter, which depends on the readers interests, knowledge and attitudes</a:t>
            </a:r>
            <a:r>
              <a:rPr lang="en-IN" dirty="0" smtClean="0"/>
              <a:t>.</a:t>
            </a:r>
          </a:p>
          <a:p>
            <a:pPr>
              <a:buFont typeface="Wingdings" panose="05000000000000000000" pitchFamily="2" charset="2"/>
              <a:buChar char="v"/>
            </a:pPr>
            <a:r>
              <a:rPr lang="en-IN" dirty="0"/>
              <a:t>The World Wide Web creates many new challenges for information retrieval. </a:t>
            </a:r>
            <a:r>
              <a:rPr lang="en-IN" dirty="0" smtClean="0"/>
              <a:t>It </a:t>
            </a:r>
            <a:r>
              <a:rPr lang="en-IN" dirty="0"/>
              <a:t>is very large and heterogeneous</a:t>
            </a:r>
            <a:r>
              <a:rPr lang="en-IN" dirty="0" smtClean="0"/>
              <a:t>.</a:t>
            </a:r>
          </a:p>
          <a:p>
            <a:pPr>
              <a:buFont typeface="Wingdings" panose="05000000000000000000" pitchFamily="2" charset="2"/>
              <a:buChar char="v"/>
            </a:pPr>
            <a:r>
              <a:rPr lang="en-IN" dirty="0" smtClean="0"/>
              <a:t>Current </a:t>
            </a:r>
            <a:r>
              <a:rPr lang="en-IN" dirty="0"/>
              <a:t>estimates are that there are over 150 million web pages with a doubling life of less than one year. </a:t>
            </a:r>
            <a:endParaRPr lang="en-IN" dirty="0" smtClean="0"/>
          </a:p>
          <a:p>
            <a:pPr>
              <a:buFont typeface="Wingdings" panose="05000000000000000000" pitchFamily="2" charset="2"/>
              <a:buChar char="v"/>
            </a:pPr>
            <a:r>
              <a:rPr lang="en-IN" dirty="0"/>
              <a:t>the World Wide Web is hypertext and provides considerable auxiliary information on top of the text of the web pages, such as link structure and link text.</a:t>
            </a:r>
          </a:p>
        </p:txBody>
      </p:sp>
      <p:sp>
        <p:nvSpPr>
          <p:cNvPr id="3" name="Content Placeholder 2"/>
          <p:cNvSpPr>
            <a:spLocks noGrp="1"/>
          </p:cNvSpPr>
          <p:nvPr>
            <p:ph sz="quarter" idx="10"/>
          </p:nvPr>
        </p:nvSpPr>
        <p:spPr>
          <a:xfrm>
            <a:off x="304800" y="152400"/>
            <a:ext cx="7391400" cy="1143000"/>
          </a:xfrm>
        </p:spPr>
        <p:txBody>
          <a:bodyPr/>
          <a:lstStyle/>
          <a:p>
            <a:r>
              <a:rPr lang="en-IN" dirty="0"/>
              <a:t>The PageRank Citation Ranking</a:t>
            </a:r>
          </a:p>
        </p:txBody>
      </p:sp>
      <p:sp>
        <p:nvSpPr>
          <p:cNvPr id="4" name="TextBox 3"/>
          <p:cNvSpPr txBox="1"/>
          <p:nvPr/>
        </p:nvSpPr>
        <p:spPr>
          <a:xfrm>
            <a:off x="323850" y="6211669"/>
            <a:ext cx="8572500" cy="646331"/>
          </a:xfrm>
          <a:prstGeom prst="rect">
            <a:avLst/>
          </a:prstGeom>
          <a:noFill/>
        </p:spPr>
        <p:txBody>
          <a:bodyPr wrap="square" rtlCol="0">
            <a:spAutoFit/>
          </a:bodyPr>
          <a:lstStyle/>
          <a:p>
            <a:r>
              <a:rPr lang="en-IN" dirty="0"/>
              <a:t>Lawrence </a:t>
            </a:r>
            <a:r>
              <a:rPr lang="en-IN" dirty="0" smtClean="0"/>
              <a:t>Page et al. “</a:t>
            </a:r>
            <a:r>
              <a:rPr lang="en-IN" b="1" dirty="0" smtClean="0"/>
              <a:t>The </a:t>
            </a:r>
            <a:r>
              <a:rPr lang="en-IN" b="1" dirty="0"/>
              <a:t>PageRank Citation Ranking: Bringing Order to the </a:t>
            </a:r>
            <a:r>
              <a:rPr lang="en-IN" b="1" dirty="0" smtClean="0"/>
              <a:t>Web”. 1999</a:t>
            </a:r>
            <a:r>
              <a:rPr lang="en-IN" dirty="0" smtClean="0"/>
              <a:t> </a:t>
            </a:r>
            <a:r>
              <a:rPr lang="en-IN" dirty="0"/>
              <a:t>Technical Report. Stanford </a:t>
            </a:r>
            <a:r>
              <a:rPr lang="en-IN" dirty="0" err="1"/>
              <a:t>InfoLab</a:t>
            </a:r>
            <a:r>
              <a:rPr lang="en-IN" dirty="0"/>
              <a:t>. </a:t>
            </a:r>
          </a:p>
        </p:txBody>
      </p:sp>
    </p:spTree>
    <p:extLst>
      <p:ext uri="{BB962C8B-B14F-4D97-AF65-F5344CB8AC3E}">
        <p14:creationId xmlns:p14="http://schemas.microsoft.com/office/powerpoint/2010/main" val="273326167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buFont typeface="Wingdings" panose="05000000000000000000" pitchFamily="2" charset="2"/>
              <a:buChar char="v"/>
            </a:pPr>
            <a:r>
              <a:rPr lang="en-IN" dirty="0"/>
              <a:t>There has been a great deal of work on academic citation analysis.</a:t>
            </a:r>
          </a:p>
          <a:p>
            <a:pPr>
              <a:buFont typeface="Wingdings" panose="05000000000000000000" pitchFamily="2" charset="2"/>
              <a:buChar char="v"/>
            </a:pPr>
            <a:r>
              <a:rPr lang="en-IN" dirty="0"/>
              <a:t>Kleinberg [Kle98] has developed an interesting model of the web as Hubs and Authorities, based on an eigenvector calculation on the co-citation matrix of the web</a:t>
            </a:r>
            <a:r>
              <a:rPr lang="en-IN" dirty="0" smtClean="0"/>
              <a:t>.</a:t>
            </a:r>
          </a:p>
          <a:p>
            <a:pPr>
              <a:buFont typeface="Wingdings" panose="05000000000000000000" pitchFamily="2" charset="2"/>
              <a:buChar char="v"/>
            </a:pPr>
            <a:r>
              <a:rPr lang="en-IN" dirty="0"/>
              <a:t>This fact that the Yahoo home page has so many backlinks generally imply that it is quite important. Indeed, many of the web search engines have used backlink count as a way to try to bias their databases in </a:t>
            </a:r>
            <a:r>
              <a:rPr lang="en-IN" dirty="0" smtClean="0"/>
              <a:t>favour </a:t>
            </a:r>
            <a:r>
              <a:rPr lang="en-IN" dirty="0"/>
              <a:t>of higher quality or more important pages</a:t>
            </a:r>
            <a:r>
              <a:rPr lang="en-IN" dirty="0" smtClean="0"/>
              <a:t>.</a:t>
            </a:r>
            <a:endParaRPr lang="en-IN" dirty="0"/>
          </a:p>
        </p:txBody>
      </p:sp>
      <p:sp>
        <p:nvSpPr>
          <p:cNvPr id="3" name="Content Placeholder 2"/>
          <p:cNvSpPr>
            <a:spLocks noGrp="1"/>
          </p:cNvSpPr>
          <p:nvPr>
            <p:ph sz="quarter" idx="10"/>
          </p:nvPr>
        </p:nvSpPr>
        <p:spPr>
          <a:xfrm>
            <a:off x="304800" y="152400"/>
            <a:ext cx="7848600" cy="1143000"/>
          </a:xfrm>
        </p:spPr>
        <p:txBody>
          <a:bodyPr/>
          <a:lstStyle/>
          <a:p>
            <a:r>
              <a:rPr lang="en-IN" dirty="0"/>
              <a:t>A Ranking for Every Page on the Web</a:t>
            </a:r>
          </a:p>
        </p:txBody>
      </p:sp>
      <p:sp>
        <p:nvSpPr>
          <p:cNvPr id="4" name="TextBox 3"/>
          <p:cNvSpPr txBox="1"/>
          <p:nvPr/>
        </p:nvSpPr>
        <p:spPr>
          <a:xfrm>
            <a:off x="304800" y="6211669"/>
            <a:ext cx="7391400" cy="646331"/>
          </a:xfrm>
          <a:prstGeom prst="rect">
            <a:avLst/>
          </a:prstGeom>
          <a:noFill/>
        </p:spPr>
        <p:txBody>
          <a:bodyPr wrap="square" rtlCol="0">
            <a:spAutoFit/>
          </a:bodyPr>
          <a:lstStyle/>
          <a:p>
            <a:r>
              <a:rPr lang="en-IN" dirty="0"/>
              <a:t>Jon Kleinberg. </a:t>
            </a:r>
            <a:r>
              <a:rPr lang="en-IN" b="1" dirty="0" smtClean="0"/>
              <a:t>“Authoritative </a:t>
            </a:r>
            <a:r>
              <a:rPr lang="en-IN" b="1" dirty="0"/>
              <a:t>sources in a hyperlinked </a:t>
            </a:r>
            <a:r>
              <a:rPr lang="en-IN" b="1" dirty="0" smtClean="0"/>
              <a:t>environment”</a:t>
            </a:r>
            <a:r>
              <a:rPr lang="en-IN" dirty="0" smtClean="0"/>
              <a:t>. l </a:t>
            </a:r>
            <a:r>
              <a:rPr lang="en-IN" dirty="0"/>
              <a:t>ACM-SIAM Symposium on Discrete Algorithms., </a:t>
            </a:r>
            <a:r>
              <a:rPr lang="en-IN" dirty="0" smtClean="0"/>
              <a:t>1998</a:t>
            </a:r>
            <a:endParaRPr lang="en-IN" dirty="0"/>
          </a:p>
        </p:txBody>
      </p:sp>
    </p:spTree>
    <p:extLst>
      <p:ext uri="{BB962C8B-B14F-4D97-AF65-F5344CB8AC3E}">
        <p14:creationId xmlns:p14="http://schemas.microsoft.com/office/powerpoint/2010/main" val="109382191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pPr>
              <a:buFont typeface="Wingdings" panose="05000000000000000000" pitchFamily="2" charset="2"/>
              <a:buChar char="v"/>
            </a:pPr>
            <a:r>
              <a:rPr lang="en-IN" i="1" u="sng" dirty="0" smtClean="0"/>
              <a:t>We </a:t>
            </a:r>
            <a:r>
              <a:rPr lang="en-IN" i="1" u="sng" dirty="0"/>
              <a:t>can never know whether we have found all the backlinks of a particular page</a:t>
            </a:r>
            <a:r>
              <a:rPr lang="en-IN" dirty="0"/>
              <a:t> but if we have downloaded it, we know all of its forward links at that time.</a:t>
            </a:r>
          </a:p>
          <a:p>
            <a:pPr>
              <a:buFont typeface="Wingdings" panose="05000000000000000000" pitchFamily="2" charset="2"/>
              <a:buChar char="v"/>
            </a:pPr>
            <a:r>
              <a:rPr lang="en-IN" dirty="0"/>
              <a:t>Web pages vary greatly in terms of the number of backlinks they have.</a:t>
            </a:r>
          </a:p>
          <a:p>
            <a:pPr>
              <a:buFont typeface="Wingdings" panose="05000000000000000000" pitchFamily="2" charset="2"/>
              <a:buChar char="v"/>
            </a:pPr>
            <a:r>
              <a:rPr lang="en-IN" dirty="0"/>
              <a:t>Generally, highly linked pages are more "</a:t>
            </a:r>
            <a:r>
              <a:rPr lang="en-IN" b="1" dirty="0"/>
              <a:t>important</a:t>
            </a:r>
            <a:r>
              <a:rPr lang="en-IN" dirty="0"/>
              <a:t>" than pages with few links.</a:t>
            </a:r>
          </a:p>
          <a:p>
            <a:pPr>
              <a:buFont typeface="Wingdings" panose="05000000000000000000" pitchFamily="2" charset="2"/>
              <a:buChar char="v"/>
            </a:pPr>
            <a:r>
              <a:rPr lang="en-IN" dirty="0"/>
              <a:t>if a web page has a link of the Yahoo home page, it may be just one link but it is a very important one. This page should be ranked higher than many pages with more links but from obscure places. PageRank is an attempt to see how good an approximation to </a:t>
            </a:r>
            <a:r>
              <a:rPr lang="en-IN" dirty="0" smtClean="0"/>
              <a:t>“</a:t>
            </a:r>
            <a:r>
              <a:rPr lang="en-IN" b="1" dirty="0" smtClean="0"/>
              <a:t>importance</a:t>
            </a:r>
            <a:r>
              <a:rPr lang="en-IN" dirty="0"/>
              <a:t>" can be obtained just </a:t>
            </a:r>
            <a:r>
              <a:rPr lang="en-IN" dirty="0" smtClean="0"/>
              <a:t> from </a:t>
            </a:r>
            <a:r>
              <a:rPr lang="en-IN" dirty="0"/>
              <a:t>the link structure</a:t>
            </a:r>
            <a:r>
              <a:rPr lang="en-IN" dirty="0" smtClean="0"/>
              <a:t>.</a:t>
            </a:r>
            <a:endParaRPr lang="en-IN" dirty="0"/>
          </a:p>
        </p:txBody>
      </p:sp>
      <p:sp>
        <p:nvSpPr>
          <p:cNvPr id="3" name="Content Placeholder 2"/>
          <p:cNvSpPr>
            <a:spLocks noGrp="1"/>
          </p:cNvSpPr>
          <p:nvPr>
            <p:ph sz="quarter" idx="10"/>
          </p:nvPr>
        </p:nvSpPr>
        <p:spPr>
          <a:xfrm>
            <a:off x="304800" y="152400"/>
            <a:ext cx="7848600" cy="1143000"/>
          </a:xfrm>
        </p:spPr>
        <p:txBody>
          <a:bodyPr/>
          <a:lstStyle/>
          <a:p>
            <a:r>
              <a:rPr lang="en-IN" dirty="0"/>
              <a:t>A Ranking for Every Page on the Web</a:t>
            </a:r>
          </a:p>
        </p:txBody>
      </p:sp>
      <p:sp>
        <p:nvSpPr>
          <p:cNvPr id="4" name="TextBox 3"/>
          <p:cNvSpPr txBox="1"/>
          <p:nvPr/>
        </p:nvSpPr>
        <p:spPr>
          <a:xfrm>
            <a:off x="304800" y="6211669"/>
            <a:ext cx="7391400" cy="646331"/>
          </a:xfrm>
          <a:prstGeom prst="rect">
            <a:avLst/>
          </a:prstGeom>
          <a:noFill/>
        </p:spPr>
        <p:txBody>
          <a:bodyPr wrap="square" rtlCol="0">
            <a:spAutoFit/>
          </a:bodyPr>
          <a:lstStyle/>
          <a:p>
            <a:r>
              <a:rPr lang="en-IN" dirty="0"/>
              <a:t>Jon Kleinberg. </a:t>
            </a:r>
            <a:r>
              <a:rPr lang="en-IN" b="1" dirty="0" smtClean="0"/>
              <a:t>“Authoritative </a:t>
            </a:r>
            <a:r>
              <a:rPr lang="en-IN" b="1" dirty="0"/>
              <a:t>sources in a hyperlinked </a:t>
            </a:r>
            <a:r>
              <a:rPr lang="en-IN" b="1" dirty="0" smtClean="0"/>
              <a:t>environment”</a:t>
            </a:r>
            <a:r>
              <a:rPr lang="en-IN" dirty="0" smtClean="0"/>
              <a:t>. l </a:t>
            </a:r>
            <a:r>
              <a:rPr lang="en-IN" dirty="0"/>
              <a:t>ACM-SIAM Symposium on Discrete Algorithms., </a:t>
            </a:r>
            <a:r>
              <a:rPr lang="en-IN" dirty="0" smtClean="0"/>
              <a:t>1998</a:t>
            </a:r>
            <a:endParaRPr lang="en-IN" dirty="0"/>
          </a:p>
        </p:txBody>
      </p:sp>
    </p:spTree>
    <p:extLst>
      <p:ext uri="{BB962C8B-B14F-4D97-AF65-F5344CB8AC3E}">
        <p14:creationId xmlns:p14="http://schemas.microsoft.com/office/powerpoint/2010/main" val="229551733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buFont typeface="Wingdings" panose="05000000000000000000" pitchFamily="2" charset="2"/>
              <a:buChar char="v"/>
            </a:pPr>
            <a:r>
              <a:rPr lang="en-IN" dirty="0" smtClean="0"/>
              <a:t>Our main task is rank websites in their search result.</a:t>
            </a:r>
          </a:p>
          <a:p>
            <a:pPr lvl="1">
              <a:buFont typeface="Wingdings" panose="05000000000000000000" pitchFamily="2" charset="2"/>
              <a:buChar char="v"/>
            </a:pPr>
            <a:r>
              <a:rPr lang="en-IN" sz="2400" dirty="0" smtClean="0"/>
              <a:t>There are two widely used algorithms to rank them based on the popularity.</a:t>
            </a:r>
          </a:p>
          <a:p>
            <a:pPr lvl="2">
              <a:buFont typeface="Wingdings" panose="05000000000000000000" pitchFamily="2" charset="2"/>
              <a:buChar char="v"/>
            </a:pPr>
            <a:r>
              <a:rPr lang="en-IN" dirty="0" smtClean="0">
                <a:latin typeface="Arial" panose="020B0604020202020204" pitchFamily="34" charset="0"/>
                <a:cs typeface="Arial" panose="020B0604020202020204" pitchFamily="34" charset="0"/>
              </a:rPr>
              <a:t>HITS (Hypertext induced topic search)</a:t>
            </a:r>
          </a:p>
          <a:p>
            <a:pPr lvl="2">
              <a:buFont typeface="Wingdings" panose="05000000000000000000" pitchFamily="2" charset="2"/>
              <a:buChar char="v"/>
            </a:pPr>
            <a:r>
              <a:rPr lang="en-IN" dirty="0" smtClean="0">
                <a:latin typeface="Arial" panose="020B0604020202020204" pitchFamily="34" charset="0"/>
                <a:cs typeface="Arial" panose="020B0604020202020204" pitchFamily="34" charset="0"/>
              </a:rPr>
              <a:t>PageRank algorithm.</a:t>
            </a:r>
          </a:p>
          <a:p>
            <a:pPr>
              <a:buFont typeface="Wingdings" panose="05000000000000000000" pitchFamily="2" charset="2"/>
              <a:buChar char="v"/>
            </a:pPr>
            <a:r>
              <a:rPr lang="en-IN" dirty="0" smtClean="0"/>
              <a:t>The WWW hyperlink structure forms a huge directed graph where the nodes represent the web pages &amp; directed edges as the hyperlinks</a:t>
            </a:r>
          </a:p>
          <a:p>
            <a:pPr marL="0" indent="0" algn="ctr"/>
            <a:endParaRPr lang="en-IN" dirty="0"/>
          </a:p>
        </p:txBody>
      </p:sp>
      <p:sp>
        <p:nvSpPr>
          <p:cNvPr id="3" name="Content Placeholder 2"/>
          <p:cNvSpPr>
            <a:spLocks noGrp="1"/>
          </p:cNvSpPr>
          <p:nvPr>
            <p:ph sz="quarter" idx="10"/>
          </p:nvPr>
        </p:nvSpPr>
        <p:spPr/>
        <p:txBody>
          <a:bodyPr/>
          <a:lstStyle/>
          <a:p>
            <a:r>
              <a:rPr lang="en-IN" dirty="0" smtClean="0"/>
              <a:t>PageRank Algorithm</a:t>
            </a:r>
            <a:endParaRPr lang="en-IN" dirty="0"/>
          </a:p>
        </p:txBody>
      </p:sp>
      <p:sp>
        <p:nvSpPr>
          <p:cNvPr id="4" name="TextBox 3"/>
          <p:cNvSpPr txBox="1"/>
          <p:nvPr/>
        </p:nvSpPr>
        <p:spPr>
          <a:xfrm>
            <a:off x="323850" y="6211669"/>
            <a:ext cx="8572500" cy="646331"/>
          </a:xfrm>
          <a:prstGeom prst="rect">
            <a:avLst/>
          </a:prstGeom>
          <a:noFill/>
        </p:spPr>
        <p:txBody>
          <a:bodyPr wrap="square" rtlCol="0">
            <a:spAutoFit/>
          </a:bodyPr>
          <a:lstStyle/>
          <a:p>
            <a:r>
              <a:rPr lang="en-IN" dirty="0"/>
              <a:t>Lawrence </a:t>
            </a:r>
            <a:r>
              <a:rPr lang="en-IN" dirty="0" smtClean="0"/>
              <a:t>Page et al. “</a:t>
            </a:r>
            <a:r>
              <a:rPr lang="en-IN" b="1" dirty="0" smtClean="0"/>
              <a:t>The </a:t>
            </a:r>
            <a:r>
              <a:rPr lang="en-IN" b="1" dirty="0"/>
              <a:t>PageRank Citation Ranking: Bringing Order to the </a:t>
            </a:r>
            <a:r>
              <a:rPr lang="en-IN" b="1" dirty="0" smtClean="0"/>
              <a:t>Web”. 1999</a:t>
            </a:r>
            <a:r>
              <a:rPr lang="en-IN" dirty="0" smtClean="0"/>
              <a:t> </a:t>
            </a:r>
            <a:r>
              <a:rPr lang="en-IN" dirty="0"/>
              <a:t>Technical Report. Stanford </a:t>
            </a:r>
            <a:r>
              <a:rPr lang="en-IN" dirty="0" err="1"/>
              <a:t>InfoLab</a:t>
            </a:r>
            <a:r>
              <a:rPr lang="en-IN" dirty="0"/>
              <a:t>. </a:t>
            </a:r>
          </a:p>
        </p:txBody>
      </p:sp>
    </p:spTree>
    <p:extLst>
      <p:ext uri="{BB962C8B-B14F-4D97-AF65-F5344CB8AC3E}">
        <p14:creationId xmlns:p14="http://schemas.microsoft.com/office/powerpoint/2010/main" val="177547421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a:xfrm>
            <a:off x="304800" y="152400"/>
            <a:ext cx="6324600" cy="1143000"/>
          </a:xfrm>
        </p:spPr>
        <p:txBody>
          <a:bodyPr/>
          <a:lstStyle/>
          <a:p>
            <a:r>
              <a:rPr lang="en-IN" dirty="0" smtClean="0"/>
              <a:t>Example Web Graph</a:t>
            </a:r>
            <a:endParaRPr lang="en-IN" dirty="0"/>
          </a:p>
        </p:txBody>
      </p:sp>
      <p:grpSp>
        <p:nvGrpSpPr>
          <p:cNvPr id="55" name="Group 54"/>
          <p:cNvGrpSpPr/>
          <p:nvPr/>
        </p:nvGrpSpPr>
        <p:grpSpPr>
          <a:xfrm>
            <a:off x="457200" y="1371600"/>
            <a:ext cx="8077200" cy="5123018"/>
            <a:chOff x="533400" y="1390604"/>
            <a:chExt cx="8001000" cy="4894418"/>
          </a:xfrm>
        </p:grpSpPr>
        <p:grpSp>
          <p:nvGrpSpPr>
            <p:cNvPr id="54" name="Group 53"/>
            <p:cNvGrpSpPr/>
            <p:nvPr/>
          </p:nvGrpSpPr>
          <p:grpSpPr>
            <a:xfrm>
              <a:off x="533400" y="1390604"/>
              <a:ext cx="8001000" cy="4894418"/>
              <a:chOff x="533400" y="1390604"/>
              <a:chExt cx="8001000" cy="4894418"/>
            </a:xfrm>
          </p:grpSpPr>
          <p:sp>
            <p:nvSpPr>
              <p:cNvPr id="4" name="Oval 3"/>
              <p:cNvSpPr/>
              <p:nvPr/>
            </p:nvSpPr>
            <p:spPr>
              <a:xfrm>
                <a:off x="685800" y="1741597"/>
                <a:ext cx="7620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A</a:t>
                </a:r>
                <a:endParaRPr lang="en-IN" dirty="0"/>
              </a:p>
            </p:txBody>
          </p:sp>
          <p:sp>
            <p:nvSpPr>
              <p:cNvPr id="6" name="Oval 5"/>
              <p:cNvSpPr/>
              <p:nvPr/>
            </p:nvSpPr>
            <p:spPr>
              <a:xfrm>
                <a:off x="2057400" y="1905000"/>
                <a:ext cx="7620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B</a:t>
                </a:r>
                <a:endParaRPr lang="en-IN" dirty="0"/>
              </a:p>
            </p:txBody>
          </p:sp>
          <p:sp>
            <p:nvSpPr>
              <p:cNvPr id="7" name="Oval 6"/>
              <p:cNvSpPr/>
              <p:nvPr/>
            </p:nvSpPr>
            <p:spPr>
              <a:xfrm>
                <a:off x="2056722" y="4070875"/>
                <a:ext cx="7620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C</a:t>
                </a:r>
                <a:endParaRPr lang="en-IN" dirty="0"/>
              </a:p>
            </p:txBody>
          </p:sp>
          <p:sp>
            <p:nvSpPr>
              <p:cNvPr id="9" name="Oval 8"/>
              <p:cNvSpPr/>
              <p:nvPr/>
            </p:nvSpPr>
            <p:spPr>
              <a:xfrm>
                <a:off x="4495800" y="4305300"/>
                <a:ext cx="7620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F</a:t>
                </a:r>
                <a:endParaRPr lang="en-IN" dirty="0"/>
              </a:p>
            </p:txBody>
          </p:sp>
          <p:sp>
            <p:nvSpPr>
              <p:cNvPr id="13" name="Oval 12"/>
              <p:cNvSpPr/>
              <p:nvPr/>
            </p:nvSpPr>
            <p:spPr>
              <a:xfrm>
                <a:off x="533400" y="5257800"/>
                <a:ext cx="7620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D</a:t>
                </a:r>
                <a:endParaRPr lang="en-IN" dirty="0"/>
              </a:p>
            </p:txBody>
          </p:sp>
          <p:sp>
            <p:nvSpPr>
              <p:cNvPr id="20" name="Oval 19"/>
              <p:cNvSpPr/>
              <p:nvPr/>
            </p:nvSpPr>
            <p:spPr>
              <a:xfrm>
                <a:off x="5867400" y="2845065"/>
                <a:ext cx="7620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H</a:t>
                </a:r>
                <a:endParaRPr lang="en-IN" dirty="0"/>
              </a:p>
            </p:txBody>
          </p:sp>
          <p:sp>
            <p:nvSpPr>
              <p:cNvPr id="21" name="Oval 20"/>
              <p:cNvSpPr/>
              <p:nvPr/>
            </p:nvSpPr>
            <p:spPr>
              <a:xfrm>
                <a:off x="5257800" y="5599222"/>
                <a:ext cx="7620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E</a:t>
                </a:r>
                <a:endParaRPr lang="en-IN" dirty="0"/>
              </a:p>
            </p:txBody>
          </p:sp>
          <p:sp>
            <p:nvSpPr>
              <p:cNvPr id="31" name="Oval 30"/>
              <p:cNvSpPr/>
              <p:nvPr/>
            </p:nvSpPr>
            <p:spPr>
              <a:xfrm>
                <a:off x="4343400" y="1638300"/>
                <a:ext cx="7620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G</a:t>
                </a:r>
                <a:endParaRPr lang="en-IN" dirty="0"/>
              </a:p>
            </p:txBody>
          </p:sp>
          <p:sp>
            <p:nvSpPr>
              <p:cNvPr id="32" name="Oval 31"/>
              <p:cNvSpPr/>
              <p:nvPr/>
            </p:nvSpPr>
            <p:spPr>
              <a:xfrm>
                <a:off x="7772400" y="4369850"/>
                <a:ext cx="7620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J</a:t>
                </a:r>
                <a:endParaRPr lang="en-IN" dirty="0"/>
              </a:p>
            </p:txBody>
          </p:sp>
          <p:sp>
            <p:nvSpPr>
              <p:cNvPr id="33" name="Oval 32"/>
              <p:cNvSpPr/>
              <p:nvPr/>
            </p:nvSpPr>
            <p:spPr>
              <a:xfrm>
                <a:off x="7620000" y="1390604"/>
                <a:ext cx="7620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I</a:t>
                </a:r>
                <a:endParaRPr lang="en-IN" dirty="0"/>
              </a:p>
            </p:txBody>
          </p:sp>
        </p:grpSp>
        <p:grpSp>
          <p:nvGrpSpPr>
            <p:cNvPr id="53" name="Group 52"/>
            <p:cNvGrpSpPr/>
            <p:nvPr/>
          </p:nvGrpSpPr>
          <p:grpSpPr>
            <a:xfrm>
              <a:off x="914400" y="1491037"/>
              <a:ext cx="7239000" cy="4451085"/>
              <a:chOff x="914400" y="1491037"/>
              <a:chExt cx="7239000" cy="4451085"/>
            </a:xfrm>
          </p:grpSpPr>
          <p:cxnSp>
            <p:nvCxnSpPr>
              <p:cNvPr id="5" name="Straight Arrow Connector 4"/>
              <p:cNvCxnSpPr>
                <a:stCxn id="4" idx="6"/>
              </p:cNvCxnSpPr>
              <p:nvPr/>
            </p:nvCxnSpPr>
            <p:spPr>
              <a:xfrm>
                <a:off x="1447800" y="2084497"/>
                <a:ext cx="609600" cy="11430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8" name="Straight Arrow Connector 7"/>
              <p:cNvCxnSpPr>
                <a:stCxn id="7" idx="6"/>
                <a:endCxn id="9" idx="2"/>
              </p:cNvCxnSpPr>
              <p:nvPr/>
            </p:nvCxnSpPr>
            <p:spPr>
              <a:xfrm>
                <a:off x="2818722" y="4413775"/>
                <a:ext cx="1677078" cy="23442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0" name="Straight Arrow Connector 9"/>
              <p:cNvCxnSpPr>
                <a:endCxn id="7" idx="1"/>
              </p:cNvCxnSpPr>
              <p:nvPr/>
            </p:nvCxnSpPr>
            <p:spPr>
              <a:xfrm>
                <a:off x="1227347" y="2368025"/>
                <a:ext cx="940967" cy="180328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4" name="Straight Arrow Connector 13"/>
              <p:cNvCxnSpPr>
                <a:endCxn id="13" idx="0"/>
              </p:cNvCxnSpPr>
              <p:nvPr/>
            </p:nvCxnSpPr>
            <p:spPr>
              <a:xfrm flipH="1">
                <a:off x="914400" y="2427397"/>
                <a:ext cx="151046" cy="2830403"/>
              </a:xfrm>
              <a:prstGeom prst="straightConnector1">
                <a:avLst/>
              </a:prstGeom>
              <a:ln>
                <a:headEnd type="triangle" w="med" len="med"/>
                <a:tailEnd type="triangle" w="med" len="med"/>
              </a:ln>
            </p:spPr>
            <p:style>
              <a:lnRef idx="3">
                <a:schemeClr val="dk1"/>
              </a:lnRef>
              <a:fillRef idx="0">
                <a:schemeClr val="dk1"/>
              </a:fillRef>
              <a:effectRef idx="2">
                <a:schemeClr val="dk1"/>
              </a:effectRef>
              <a:fontRef idx="minor">
                <a:schemeClr val="tx1"/>
              </a:fontRef>
            </p:style>
          </p:cxnSp>
          <p:cxnSp>
            <p:nvCxnSpPr>
              <p:cNvPr id="16" name="Straight Arrow Connector 15"/>
              <p:cNvCxnSpPr>
                <a:endCxn id="7" idx="0"/>
              </p:cNvCxnSpPr>
              <p:nvPr/>
            </p:nvCxnSpPr>
            <p:spPr>
              <a:xfrm>
                <a:off x="2330215" y="2606940"/>
                <a:ext cx="107507" cy="1463935"/>
              </a:xfrm>
              <a:prstGeom prst="straightConnector1">
                <a:avLst/>
              </a:prstGeom>
              <a:ln>
                <a:headEnd type="triangle" w="med" len="med"/>
                <a:tailEnd type="triangle" w="med" len="med"/>
              </a:ln>
            </p:spPr>
            <p:style>
              <a:lnRef idx="3">
                <a:schemeClr val="dk1"/>
              </a:lnRef>
              <a:fillRef idx="0">
                <a:schemeClr val="dk1"/>
              </a:fillRef>
              <a:effectRef idx="2">
                <a:schemeClr val="dk1"/>
              </a:effectRef>
              <a:fontRef idx="minor">
                <a:schemeClr val="tx1"/>
              </a:fontRef>
            </p:style>
          </p:cxnSp>
          <p:cxnSp>
            <p:nvCxnSpPr>
              <p:cNvPr id="29" name="Straight Arrow Connector 28"/>
              <p:cNvCxnSpPr>
                <a:stCxn id="21" idx="2"/>
              </p:cNvCxnSpPr>
              <p:nvPr/>
            </p:nvCxnSpPr>
            <p:spPr>
              <a:xfrm flipH="1" flipV="1">
                <a:off x="1287107" y="5748014"/>
                <a:ext cx="3970693" cy="19410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4" name="Straight Arrow Connector 33"/>
              <p:cNvCxnSpPr>
                <a:stCxn id="31" idx="4"/>
              </p:cNvCxnSpPr>
              <p:nvPr/>
            </p:nvCxnSpPr>
            <p:spPr>
              <a:xfrm>
                <a:off x="4724400" y="2324100"/>
                <a:ext cx="107507" cy="1984900"/>
              </a:xfrm>
              <a:prstGeom prst="straightConnector1">
                <a:avLst/>
              </a:prstGeom>
              <a:ln>
                <a:headEnd type="triangle" w="med" len="med"/>
                <a:tailEnd type="triangle" w="med" len="med"/>
              </a:ln>
            </p:spPr>
            <p:style>
              <a:lnRef idx="3">
                <a:schemeClr val="dk1"/>
              </a:lnRef>
              <a:fillRef idx="0">
                <a:schemeClr val="dk1"/>
              </a:fillRef>
              <a:effectRef idx="2">
                <a:schemeClr val="dk1"/>
              </a:effectRef>
              <a:fontRef idx="minor">
                <a:schemeClr val="tx1"/>
              </a:fontRef>
            </p:style>
          </p:cxnSp>
          <p:cxnSp>
            <p:nvCxnSpPr>
              <p:cNvPr id="36" name="Straight Arrow Connector 35"/>
              <p:cNvCxnSpPr>
                <a:endCxn id="32" idx="0"/>
              </p:cNvCxnSpPr>
              <p:nvPr/>
            </p:nvCxnSpPr>
            <p:spPr>
              <a:xfrm>
                <a:off x="8007139" y="2066288"/>
                <a:ext cx="146261" cy="2303562"/>
              </a:xfrm>
              <a:prstGeom prst="straightConnector1">
                <a:avLst/>
              </a:prstGeom>
              <a:ln>
                <a:headEnd type="triangle" w="med" len="med"/>
                <a:tailEnd type="triangle" w="med" len="med"/>
              </a:ln>
            </p:spPr>
            <p:style>
              <a:lnRef idx="3">
                <a:schemeClr val="dk1"/>
              </a:lnRef>
              <a:fillRef idx="0">
                <a:schemeClr val="dk1"/>
              </a:fillRef>
              <a:effectRef idx="2">
                <a:schemeClr val="dk1"/>
              </a:effectRef>
              <a:fontRef idx="minor">
                <a:schemeClr val="tx1"/>
              </a:fontRef>
            </p:style>
          </p:cxnSp>
          <p:cxnSp>
            <p:nvCxnSpPr>
              <p:cNvPr id="38" name="Straight Arrow Connector 37"/>
              <p:cNvCxnSpPr>
                <a:endCxn id="20" idx="1"/>
              </p:cNvCxnSpPr>
              <p:nvPr/>
            </p:nvCxnSpPr>
            <p:spPr>
              <a:xfrm>
                <a:off x="5038725" y="2114550"/>
                <a:ext cx="940267" cy="83094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40" name="Straight Arrow Connector 39"/>
              <p:cNvCxnSpPr>
                <a:endCxn id="33" idx="2"/>
              </p:cNvCxnSpPr>
              <p:nvPr/>
            </p:nvCxnSpPr>
            <p:spPr>
              <a:xfrm flipV="1">
                <a:off x="5079533" y="1733504"/>
                <a:ext cx="2540467" cy="21102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42" name="Straight Arrow Connector 41"/>
              <p:cNvCxnSpPr>
                <a:endCxn id="20" idx="7"/>
              </p:cNvCxnSpPr>
              <p:nvPr/>
            </p:nvCxnSpPr>
            <p:spPr>
              <a:xfrm flipH="1">
                <a:off x="6517808" y="1934724"/>
                <a:ext cx="1165458" cy="101077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44" name="Straight Arrow Connector 43"/>
              <p:cNvCxnSpPr>
                <a:stCxn id="13" idx="6"/>
              </p:cNvCxnSpPr>
              <p:nvPr/>
            </p:nvCxnSpPr>
            <p:spPr>
              <a:xfrm flipV="1">
                <a:off x="1295400" y="4891551"/>
                <a:ext cx="6550548" cy="70914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49" name="Curved Connector 48"/>
              <p:cNvCxnSpPr>
                <a:stCxn id="6" idx="7"/>
                <a:endCxn id="33" idx="1"/>
              </p:cNvCxnSpPr>
              <p:nvPr/>
            </p:nvCxnSpPr>
            <p:spPr>
              <a:xfrm rot="5400000" flipH="1" flipV="1">
                <a:off x="4962502" y="-763657"/>
                <a:ext cx="514396" cy="5023784"/>
              </a:xfrm>
              <a:prstGeom prst="curvedConnector3">
                <a:avLst>
                  <a:gd name="adj1" fmla="val 163965"/>
                </a:avLst>
              </a:prstGeom>
              <a:ln>
                <a:tailEnd type="triangle"/>
              </a:ln>
            </p:spPr>
            <p:style>
              <a:lnRef idx="3">
                <a:schemeClr val="dk1"/>
              </a:lnRef>
              <a:fillRef idx="0">
                <a:schemeClr val="dk1"/>
              </a:fillRef>
              <a:effectRef idx="2">
                <a:schemeClr val="dk1"/>
              </a:effectRef>
              <a:fontRef idx="minor">
                <a:schemeClr val="tx1"/>
              </a:fontRef>
            </p:style>
          </p:cxnSp>
        </p:grpSp>
      </p:grpSp>
      <p:cxnSp>
        <p:nvCxnSpPr>
          <p:cNvPr id="56" name="Straight Arrow Connector 55"/>
          <p:cNvCxnSpPr>
            <a:stCxn id="20" idx="3"/>
            <a:endCxn id="9" idx="7"/>
          </p:cNvCxnSpPr>
          <p:nvPr/>
        </p:nvCxnSpPr>
        <p:spPr>
          <a:xfrm flipH="1">
            <a:off x="5113939" y="3506700"/>
            <a:ext cx="840716" cy="102085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60" name="Straight Arrow Connector 59"/>
          <p:cNvCxnSpPr>
            <a:endCxn id="21" idx="6"/>
          </p:cNvCxnSpPr>
          <p:nvPr/>
        </p:nvCxnSpPr>
        <p:spPr>
          <a:xfrm flipH="1">
            <a:off x="5995851" y="5138209"/>
            <a:ext cx="1972259" cy="99749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86467702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buFont typeface="Wingdings" panose="05000000000000000000" pitchFamily="2" charset="2"/>
              <a:buChar char="v"/>
            </a:pPr>
            <a:r>
              <a:rPr lang="en-IN" dirty="0" smtClean="0"/>
              <a:t>The Main concept of PageRank algorithm is:</a:t>
            </a:r>
          </a:p>
          <a:p>
            <a:pPr lvl="1">
              <a:buFont typeface="Wingdings" panose="05000000000000000000" pitchFamily="2" charset="2"/>
              <a:buChar char="v"/>
            </a:pPr>
            <a:r>
              <a:rPr lang="en-IN" sz="2400" dirty="0" smtClean="0"/>
              <a:t>it works by counting the number of web-links pointing towards it, along with their individual importance, to calculate the approximate importance of the current web page.</a:t>
            </a:r>
          </a:p>
          <a:p>
            <a:pPr lvl="2">
              <a:buFont typeface="Wingdings" panose="05000000000000000000" pitchFamily="2" charset="2"/>
              <a:buChar char="v"/>
            </a:pPr>
            <a:r>
              <a:rPr lang="en-IN" dirty="0" smtClean="0">
                <a:latin typeface="Arial" panose="020B0604020202020204" pitchFamily="34" charset="0"/>
                <a:cs typeface="Arial" panose="020B0604020202020204" pitchFamily="34" charset="0"/>
              </a:rPr>
              <a:t>The underlying assumption is “</a:t>
            </a:r>
            <a:r>
              <a:rPr lang="en-IN" b="1" i="1" dirty="0" smtClean="0">
                <a:latin typeface="Arial" panose="020B0604020202020204" pitchFamily="34" charset="0"/>
                <a:cs typeface="Arial" panose="020B0604020202020204" pitchFamily="34" charset="0"/>
              </a:rPr>
              <a:t>more important websites are likely to receive more links from other websites.</a:t>
            </a:r>
            <a:r>
              <a:rPr lang="en-IN" b="1" dirty="0" smtClean="0">
                <a:latin typeface="Arial" panose="020B0604020202020204" pitchFamily="34" charset="0"/>
                <a:cs typeface="Arial" panose="020B0604020202020204" pitchFamily="34" charset="0"/>
              </a:rPr>
              <a:t>”</a:t>
            </a:r>
          </a:p>
          <a:p>
            <a:pPr marL="0" indent="0"/>
            <a:endParaRPr lang="en-IN" i="1" dirty="0" smtClean="0"/>
          </a:p>
          <a:p>
            <a:pPr marL="0" indent="0"/>
            <a:r>
              <a:rPr lang="en-IN" i="1" dirty="0" smtClean="0"/>
              <a:t>*</a:t>
            </a:r>
            <a:r>
              <a:rPr lang="en-IN" i="1" dirty="0"/>
              <a:t>Importance of Inbounds Links </a:t>
            </a:r>
            <a:r>
              <a:rPr lang="el-GR" b="1" i="1" dirty="0"/>
              <a:t>α</a:t>
            </a:r>
            <a:r>
              <a:rPr lang="en-IN" b="1" i="1" dirty="0"/>
              <a:t> </a:t>
            </a:r>
            <a:r>
              <a:rPr lang="en-IN" i="1" dirty="0"/>
              <a:t>Importance of current webpage and not purely on </a:t>
            </a:r>
            <a:r>
              <a:rPr lang="en-IN" i="1" dirty="0" err="1"/>
              <a:t>indegree</a:t>
            </a:r>
            <a:r>
              <a:rPr lang="en-IN" i="1" dirty="0"/>
              <a:t>.</a:t>
            </a:r>
          </a:p>
          <a:p>
            <a:pPr lvl="2">
              <a:buFont typeface="Wingdings" panose="05000000000000000000" pitchFamily="2" charset="2"/>
              <a:buChar char="v"/>
            </a:pPr>
            <a:endParaRPr lang="en-IN" dirty="0">
              <a:latin typeface="Arial" panose="020B0604020202020204" pitchFamily="34" charset="0"/>
              <a:cs typeface="Arial" panose="020B0604020202020204" pitchFamily="34" charset="0"/>
            </a:endParaRPr>
          </a:p>
        </p:txBody>
      </p:sp>
      <p:sp>
        <p:nvSpPr>
          <p:cNvPr id="3" name="Content Placeholder 2"/>
          <p:cNvSpPr>
            <a:spLocks noGrp="1"/>
          </p:cNvSpPr>
          <p:nvPr>
            <p:ph sz="quarter" idx="10"/>
          </p:nvPr>
        </p:nvSpPr>
        <p:spPr/>
        <p:txBody>
          <a:bodyPr/>
          <a:lstStyle/>
          <a:p>
            <a:r>
              <a:rPr lang="en-IN" dirty="0" smtClean="0"/>
              <a:t>PageRank Algorithm</a:t>
            </a:r>
            <a:endParaRPr lang="en-IN" dirty="0"/>
          </a:p>
        </p:txBody>
      </p:sp>
      <p:sp>
        <p:nvSpPr>
          <p:cNvPr id="4" name="TextBox 3"/>
          <p:cNvSpPr txBox="1"/>
          <p:nvPr/>
        </p:nvSpPr>
        <p:spPr>
          <a:xfrm>
            <a:off x="323850" y="6211669"/>
            <a:ext cx="8572500" cy="646331"/>
          </a:xfrm>
          <a:prstGeom prst="rect">
            <a:avLst/>
          </a:prstGeom>
          <a:noFill/>
        </p:spPr>
        <p:txBody>
          <a:bodyPr wrap="square" rtlCol="0">
            <a:spAutoFit/>
          </a:bodyPr>
          <a:lstStyle/>
          <a:p>
            <a:r>
              <a:rPr lang="en-IN" dirty="0"/>
              <a:t>Lawrence </a:t>
            </a:r>
            <a:r>
              <a:rPr lang="en-IN" dirty="0" smtClean="0"/>
              <a:t>Page et al. “</a:t>
            </a:r>
            <a:r>
              <a:rPr lang="en-IN" b="1" dirty="0" smtClean="0"/>
              <a:t>The </a:t>
            </a:r>
            <a:r>
              <a:rPr lang="en-IN" b="1" dirty="0"/>
              <a:t>PageRank Citation Ranking: Bringing Order to the </a:t>
            </a:r>
            <a:r>
              <a:rPr lang="en-IN" b="1" dirty="0" smtClean="0"/>
              <a:t>Web”. 1999</a:t>
            </a:r>
            <a:r>
              <a:rPr lang="en-IN" dirty="0" smtClean="0"/>
              <a:t> </a:t>
            </a:r>
            <a:r>
              <a:rPr lang="en-IN" dirty="0"/>
              <a:t>Technical Report. Stanford </a:t>
            </a:r>
            <a:r>
              <a:rPr lang="en-IN" dirty="0" err="1"/>
              <a:t>InfoLab</a:t>
            </a:r>
            <a:r>
              <a:rPr lang="en-IN" dirty="0"/>
              <a:t>. </a:t>
            </a:r>
          </a:p>
        </p:txBody>
      </p:sp>
    </p:spTree>
    <p:extLst>
      <p:ext uri="{BB962C8B-B14F-4D97-AF65-F5344CB8AC3E}">
        <p14:creationId xmlns:p14="http://schemas.microsoft.com/office/powerpoint/2010/main" val="261765238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https://upload.wikimedia.org/wikipedia/en/thumb/8/8b/PageRanks-Example.jpg/400px-PageRanks-Example.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76400" y="1447800"/>
            <a:ext cx="5756942" cy="4763869"/>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p:cNvSpPr>
            <a:spLocks noGrp="1"/>
          </p:cNvSpPr>
          <p:nvPr>
            <p:ph sz="quarter" idx="10"/>
          </p:nvPr>
        </p:nvSpPr>
        <p:spPr/>
        <p:txBody>
          <a:bodyPr/>
          <a:lstStyle/>
          <a:p>
            <a:r>
              <a:rPr lang="en-IN" dirty="0" smtClean="0"/>
              <a:t>PageRank Algorithm</a:t>
            </a:r>
            <a:endParaRPr lang="en-IN" dirty="0"/>
          </a:p>
        </p:txBody>
      </p:sp>
      <p:sp>
        <p:nvSpPr>
          <p:cNvPr id="4" name="TextBox 3"/>
          <p:cNvSpPr txBox="1"/>
          <p:nvPr/>
        </p:nvSpPr>
        <p:spPr>
          <a:xfrm>
            <a:off x="323850" y="6211669"/>
            <a:ext cx="8572500" cy="369332"/>
          </a:xfrm>
          <a:prstGeom prst="rect">
            <a:avLst/>
          </a:prstGeom>
          <a:noFill/>
        </p:spPr>
        <p:txBody>
          <a:bodyPr wrap="square" rtlCol="0">
            <a:spAutoFit/>
          </a:bodyPr>
          <a:lstStyle/>
          <a:p>
            <a:r>
              <a:rPr lang="en-IN" dirty="0" smtClean="0"/>
              <a:t>Source: Wikipedia</a:t>
            </a:r>
            <a:endParaRPr lang="en-IN" dirty="0"/>
          </a:p>
        </p:txBody>
      </p:sp>
      <mc:AlternateContent xmlns:mc="http://schemas.openxmlformats.org/markup-compatibility/2006">
        <mc:Choice xmlns:p14="http://schemas.microsoft.com/office/powerpoint/2010/main" Requires="p14">
          <p:contentPart p14:bwMode="auto" r:id="rId3">
            <p14:nvContentPartPr>
              <p14:cNvPr id="2" name="Ink 1"/>
              <p14:cNvContentPartPr/>
              <p14:nvPr/>
            </p14:nvContentPartPr>
            <p14:xfrm>
              <a:off x="1771200" y="936720"/>
              <a:ext cx="6575400" cy="3346200"/>
            </p14:xfrm>
          </p:contentPart>
        </mc:Choice>
        <mc:Fallback>
          <p:pic>
            <p:nvPicPr>
              <p:cNvPr id="2" name="Ink 1"/>
              <p:cNvPicPr/>
              <p:nvPr/>
            </p:nvPicPr>
            <p:blipFill>
              <a:blip r:embed="rId4"/>
              <a:stretch>
                <a:fillRect/>
              </a:stretch>
            </p:blipFill>
            <p:spPr>
              <a:xfrm>
                <a:off x="1761480" y="925920"/>
                <a:ext cx="6594840" cy="3367080"/>
              </a:xfrm>
              <a:prstGeom prst="rect">
                <a:avLst/>
              </a:prstGeom>
            </p:spPr>
          </p:pic>
        </mc:Fallback>
      </mc:AlternateContent>
    </p:spTree>
    <p:extLst>
      <p:ext uri="{BB962C8B-B14F-4D97-AF65-F5344CB8AC3E}">
        <p14:creationId xmlns:p14="http://schemas.microsoft.com/office/powerpoint/2010/main" val="47951719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600200"/>
            <a:ext cx="8591550" cy="4525963"/>
          </a:xfrm>
        </p:spPr>
        <p:txBody>
          <a:bodyPr>
            <a:normAutofit/>
          </a:bodyPr>
          <a:lstStyle/>
          <a:p>
            <a:pPr>
              <a:buFont typeface="Wingdings" panose="05000000000000000000" pitchFamily="2" charset="2"/>
              <a:buChar char="v"/>
            </a:pPr>
            <a:r>
              <a:rPr lang="en-IN" dirty="0" smtClean="0"/>
              <a:t>Terminologies:</a:t>
            </a:r>
          </a:p>
          <a:p>
            <a:pPr lvl="1">
              <a:buFont typeface="Wingdings" panose="05000000000000000000" pitchFamily="2" charset="2"/>
              <a:buChar char="v"/>
            </a:pPr>
            <a:r>
              <a:rPr lang="en-IN" sz="2400" dirty="0" smtClean="0"/>
              <a:t>Inbound links:</a:t>
            </a:r>
          </a:p>
          <a:p>
            <a:pPr lvl="2">
              <a:buFont typeface="Wingdings" panose="05000000000000000000" pitchFamily="2" charset="2"/>
              <a:buChar char="v"/>
            </a:pPr>
            <a:r>
              <a:rPr lang="en-IN" dirty="0" smtClean="0">
                <a:latin typeface="Arial" panose="020B0604020202020204" pitchFamily="34" charset="0"/>
                <a:cs typeface="Arial" panose="020B0604020202020204" pitchFamily="34" charset="0"/>
              </a:rPr>
              <a:t>The links pointing to the given site from the other sites (</a:t>
            </a:r>
            <a:r>
              <a:rPr lang="en-IN" dirty="0">
                <a:latin typeface="Arial" panose="020B0604020202020204" pitchFamily="34" charset="0"/>
                <a:cs typeface="Arial" panose="020B0604020202020204" pitchFamily="34" charset="0"/>
              </a:rPr>
              <a:t>f</a:t>
            </a:r>
            <a:r>
              <a:rPr lang="en-IN" dirty="0" smtClean="0">
                <a:latin typeface="Arial" panose="020B0604020202020204" pitchFamily="34" charset="0"/>
                <a:cs typeface="Arial" panose="020B0604020202020204" pitchFamily="34" charset="0"/>
              </a:rPr>
              <a:t>rom outside).</a:t>
            </a:r>
          </a:p>
          <a:p>
            <a:pPr lvl="1">
              <a:buFont typeface="Wingdings" panose="05000000000000000000" pitchFamily="2" charset="2"/>
              <a:buChar char="v"/>
            </a:pPr>
            <a:r>
              <a:rPr lang="en-IN" sz="2400" dirty="0" smtClean="0"/>
              <a:t>Outbound Links:</a:t>
            </a:r>
          </a:p>
          <a:p>
            <a:pPr lvl="2">
              <a:buFont typeface="Wingdings" panose="05000000000000000000" pitchFamily="2" charset="2"/>
              <a:buChar char="v"/>
            </a:pPr>
            <a:r>
              <a:rPr lang="en-IN" dirty="0" smtClean="0">
                <a:latin typeface="Arial" panose="020B0604020202020204" pitchFamily="34" charset="0"/>
                <a:cs typeface="Arial" panose="020B0604020202020204" pitchFamily="34" charset="0"/>
              </a:rPr>
              <a:t>The links from the given page to pages in the same site or other sites (to outside).</a:t>
            </a:r>
          </a:p>
        </p:txBody>
      </p:sp>
      <p:sp>
        <p:nvSpPr>
          <p:cNvPr id="3" name="Content Placeholder 2"/>
          <p:cNvSpPr>
            <a:spLocks noGrp="1"/>
          </p:cNvSpPr>
          <p:nvPr>
            <p:ph sz="quarter" idx="10"/>
          </p:nvPr>
        </p:nvSpPr>
        <p:spPr/>
        <p:txBody>
          <a:bodyPr/>
          <a:lstStyle/>
          <a:p>
            <a:r>
              <a:rPr lang="en-IN" dirty="0" smtClean="0"/>
              <a:t>PageRank Algorithm</a:t>
            </a:r>
            <a:endParaRPr lang="en-IN" dirty="0"/>
          </a:p>
        </p:txBody>
      </p:sp>
      <p:sp>
        <p:nvSpPr>
          <p:cNvPr id="4" name="TextBox 3"/>
          <p:cNvSpPr txBox="1"/>
          <p:nvPr/>
        </p:nvSpPr>
        <p:spPr>
          <a:xfrm>
            <a:off x="323850" y="6211669"/>
            <a:ext cx="8572500" cy="646331"/>
          </a:xfrm>
          <a:prstGeom prst="rect">
            <a:avLst/>
          </a:prstGeom>
          <a:noFill/>
        </p:spPr>
        <p:txBody>
          <a:bodyPr wrap="square" rtlCol="0">
            <a:spAutoFit/>
          </a:bodyPr>
          <a:lstStyle/>
          <a:p>
            <a:r>
              <a:rPr lang="en-IN" dirty="0"/>
              <a:t>Lawrence </a:t>
            </a:r>
            <a:r>
              <a:rPr lang="en-IN" dirty="0" smtClean="0"/>
              <a:t>Page et al. “</a:t>
            </a:r>
            <a:r>
              <a:rPr lang="en-IN" b="1" dirty="0" smtClean="0"/>
              <a:t>The </a:t>
            </a:r>
            <a:r>
              <a:rPr lang="en-IN" b="1" dirty="0"/>
              <a:t>PageRank Citation Ranking: Bringing Order to the </a:t>
            </a:r>
            <a:r>
              <a:rPr lang="en-IN" b="1" dirty="0" smtClean="0"/>
              <a:t>Web”. 1999</a:t>
            </a:r>
            <a:r>
              <a:rPr lang="en-IN" dirty="0" smtClean="0"/>
              <a:t> </a:t>
            </a:r>
            <a:r>
              <a:rPr lang="en-IN" dirty="0"/>
              <a:t>Technical Report. Stanford </a:t>
            </a:r>
            <a:r>
              <a:rPr lang="en-IN" dirty="0" err="1"/>
              <a:t>InfoLab</a:t>
            </a:r>
            <a:r>
              <a:rPr lang="en-IN" dirty="0"/>
              <a:t>. </a:t>
            </a:r>
          </a:p>
        </p:txBody>
      </p:sp>
    </p:spTree>
    <p:extLst>
      <p:ext uri="{BB962C8B-B14F-4D97-AF65-F5344CB8AC3E}">
        <p14:creationId xmlns:p14="http://schemas.microsoft.com/office/powerpoint/2010/main" val="58306281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600200"/>
            <a:ext cx="8591550" cy="4525963"/>
          </a:xfrm>
        </p:spPr>
        <p:txBody>
          <a:bodyPr>
            <a:normAutofit lnSpcReduction="10000"/>
          </a:bodyPr>
          <a:lstStyle/>
          <a:p>
            <a:pPr>
              <a:buFont typeface="Wingdings" panose="05000000000000000000" pitchFamily="2" charset="2"/>
              <a:buChar char="v"/>
            </a:pPr>
            <a:r>
              <a:rPr lang="en-IN" dirty="0" smtClean="0"/>
              <a:t>Terminologies:</a:t>
            </a:r>
          </a:p>
          <a:p>
            <a:pPr lvl="1">
              <a:buFont typeface="Wingdings" panose="05000000000000000000" pitchFamily="2" charset="2"/>
              <a:buChar char="v"/>
            </a:pPr>
            <a:r>
              <a:rPr lang="en-IN" sz="2400" dirty="0" smtClean="0"/>
              <a:t>Dangling Links:</a:t>
            </a:r>
          </a:p>
          <a:p>
            <a:pPr lvl="2">
              <a:buFont typeface="Wingdings" panose="05000000000000000000" pitchFamily="2" charset="2"/>
              <a:buChar char="v"/>
            </a:pPr>
            <a:r>
              <a:rPr lang="en-IN" dirty="0" smtClean="0">
                <a:latin typeface="Arial" panose="020B0604020202020204" pitchFamily="34" charset="0"/>
                <a:cs typeface="Arial" panose="020B0604020202020204" pitchFamily="34" charset="0"/>
              </a:rPr>
              <a:t>The links that points to such pages, which are not pointing to anywhere else.</a:t>
            </a:r>
          </a:p>
          <a:p>
            <a:pPr lvl="2">
              <a:buFont typeface="Wingdings" panose="05000000000000000000" pitchFamily="2" charset="2"/>
              <a:buChar char="v"/>
            </a:pPr>
            <a:r>
              <a:rPr lang="en-IN" dirty="0">
                <a:latin typeface="Arial" panose="020B0604020202020204" pitchFamily="34" charset="0"/>
                <a:cs typeface="Arial" panose="020B0604020202020204" pitchFamily="34" charset="0"/>
              </a:rPr>
              <a:t>Often these dangling links are simply pages that we have not downloaded yet, since it is hard to sample the entire </a:t>
            </a:r>
            <a:r>
              <a:rPr lang="en-IN" dirty="0" smtClean="0">
                <a:latin typeface="Arial" panose="020B0604020202020204" pitchFamily="34" charset="0"/>
                <a:cs typeface="Arial" panose="020B0604020202020204" pitchFamily="34" charset="0"/>
              </a:rPr>
              <a:t>web</a:t>
            </a:r>
          </a:p>
          <a:p>
            <a:pPr lvl="2">
              <a:buFont typeface="Wingdings" panose="05000000000000000000" pitchFamily="2" charset="2"/>
              <a:buChar char="v"/>
            </a:pPr>
            <a:r>
              <a:rPr lang="en-IN" dirty="0">
                <a:latin typeface="Arial" panose="020B0604020202020204" pitchFamily="34" charset="0"/>
                <a:cs typeface="Arial" panose="020B0604020202020204" pitchFamily="34" charset="0"/>
              </a:rPr>
              <a:t>As dangling links do not </a:t>
            </a:r>
            <a:r>
              <a:rPr lang="en-IN" dirty="0" smtClean="0">
                <a:latin typeface="Arial" panose="020B0604020202020204" pitchFamily="34" charset="0"/>
                <a:cs typeface="Arial" panose="020B0604020202020204" pitchFamily="34" charset="0"/>
              </a:rPr>
              <a:t>affect </a:t>
            </a:r>
            <a:r>
              <a:rPr lang="en-IN" dirty="0">
                <a:latin typeface="Arial" panose="020B0604020202020204" pitchFamily="34" charset="0"/>
                <a:cs typeface="Arial" panose="020B0604020202020204" pitchFamily="34" charset="0"/>
              </a:rPr>
              <a:t>the ranking of any other page directly, we simply remove them from the system until all the PageRanks are calculated. After all the PageRanks are calculated, they can be added back in, without </a:t>
            </a:r>
            <a:r>
              <a:rPr lang="en-IN" dirty="0" smtClean="0">
                <a:latin typeface="Arial" panose="020B0604020202020204" pitchFamily="34" charset="0"/>
                <a:cs typeface="Arial" panose="020B0604020202020204" pitchFamily="34" charset="0"/>
              </a:rPr>
              <a:t>affecting </a:t>
            </a:r>
            <a:r>
              <a:rPr lang="en-IN" dirty="0">
                <a:latin typeface="Arial" panose="020B0604020202020204" pitchFamily="34" charset="0"/>
                <a:cs typeface="Arial" panose="020B0604020202020204" pitchFamily="34" charset="0"/>
              </a:rPr>
              <a:t>things </a:t>
            </a:r>
            <a:r>
              <a:rPr lang="en-IN" dirty="0" smtClean="0">
                <a:latin typeface="Arial" panose="020B0604020202020204" pitchFamily="34" charset="0"/>
                <a:cs typeface="Arial" panose="020B0604020202020204" pitchFamily="34" charset="0"/>
              </a:rPr>
              <a:t>significantly. </a:t>
            </a:r>
            <a:endParaRPr lang="en-IN" dirty="0">
              <a:latin typeface="Arial" panose="020B0604020202020204" pitchFamily="34" charset="0"/>
              <a:cs typeface="Arial" panose="020B0604020202020204" pitchFamily="34" charset="0"/>
            </a:endParaRPr>
          </a:p>
        </p:txBody>
      </p:sp>
      <p:sp>
        <p:nvSpPr>
          <p:cNvPr id="3" name="Content Placeholder 2"/>
          <p:cNvSpPr>
            <a:spLocks noGrp="1"/>
          </p:cNvSpPr>
          <p:nvPr>
            <p:ph sz="quarter" idx="10"/>
          </p:nvPr>
        </p:nvSpPr>
        <p:spPr/>
        <p:txBody>
          <a:bodyPr/>
          <a:lstStyle/>
          <a:p>
            <a:r>
              <a:rPr lang="en-IN" dirty="0" smtClean="0"/>
              <a:t>PageRank Algorithm</a:t>
            </a:r>
            <a:endParaRPr lang="en-IN" dirty="0"/>
          </a:p>
        </p:txBody>
      </p:sp>
      <p:sp>
        <p:nvSpPr>
          <p:cNvPr id="4" name="TextBox 3"/>
          <p:cNvSpPr txBox="1"/>
          <p:nvPr/>
        </p:nvSpPr>
        <p:spPr>
          <a:xfrm>
            <a:off x="323850" y="6211669"/>
            <a:ext cx="8572500" cy="646331"/>
          </a:xfrm>
          <a:prstGeom prst="rect">
            <a:avLst/>
          </a:prstGeom>
          <a:noFill/>
        </p:spPr>
        <p:txBody>
          <a:bodyPr wrap="square" rtlCol="0">
            <a:spAutoFit/>
          </a:bodyPr>
          <a:lstStyle/>
          <a:p>
            <a:r>
              <a:rPr lang="en-IN" dirty="0"/>
              <a:t>Lawrence </a:t>
            </a:r>
            <a:r>
              <a:rPr lang="en-IN" dirty="0" smtClean="0"/>
              <a:t>Page et al. “</a:t>
            </a:r>
            <a:r>
              <a:rPr lang="en-IN" b="1" dirty="0" smtClean="0"/>
              <a:t>The </a:t>
            </a:r>
            <a:r>
              <a:rPr lang="en-IN" b="1" dirty="0"/>
              <a:t>PageRank Citation Ranking: Bringing Order to the </a:t>
            </a:r>
            <a:r>
              <a:rPr lang="en-IN" b="1" dirty="0" smtClean="0"/>
              <a:t>Web”. 1999</a:t>
            </a:r>
            <a:r>
              <a:rPr lang="en-IN" dirty="0" smtClean="0"/>
              <a:t> </a:t>
            </a:r>
            <a:r>
              <a:rPr lang="en-IN" dirty="0"/>
              <a:t>Technical Report. Stanford </a:t>
            </a:r>
            <a:r>
              <a:rPr lang="en-IN" dirty="0" err="1"/>
              <a:t>InfoLab</a:t>
            </a:r>
            <a:r>
              <a:rPr lang="en-IN" dirty="0"/>
              <a:t>. </a:t>
            </a:r>
          </a:p>
        </p:txBody>
      </p:sp>
      <mc:AlternateContent xmlns:mc="http://schemas.openxmlformats.org/markup-compatibility/2006">
        <mc:Choice xmlns:p14="http://schemas.microsoft.com/office/powerpoint/2010/main" Requires="p14">
          <p:contentPart p14:bwMode="auto" r:id="rId2">
            <p14:nvContentPartPr>
              <p14:cNvPr id="5" name="Ink 4"/>
              <p14:cNvContentPartPr/>
              <p14:nvPr/>
            </p14:nvContentPartPr>
            <p14:xfrm>
              <a:off x="693360" y="2027520"/>
              <a:ext cx="2680200" cy="408960"/>
            </p14:xfrm>
          </p:contentPart>
        </mc:Choice>
        <mc:Fallback>
          <p:pic>
            <p:nvPicPr>
              <p:cNvPr id="5" name="Ink 4"/>
              <p:cNvPicPr/>
              <p:nvPr/>
            </p:nvPicPr>
            <p:blipFill>
              <a:blip r:embed="rId3"/>
              <a:stretch>
                <a:fillRect/>
              </a:stretch>
            </p:blipFill>
            <p:spPr>
              <a:xfrm>
                <a:off x="682200" y="2018880"/>
                <a:ext cx="2702520" cy="422640"/>
              </a:xfrm>
              <a:prstGeom prst="rect">
                <a:avLst/>
              </a:prstGeom>
            </p:spPr>
          </p:pic>
        </mc:Fallback>
      </mc:AlternateContent>
    </p:spTree>
    <p:extLst>
      <p:ext uri="{BB962C8B-B14F-4D97-AF65-F5344CB8AC3E}">
        <p14:creationId xmlns:p14="http://schemas.microsoft.com/office/powerpoint/2010/main" val="156681546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pPr>
              <a:buFont typeface="Wingdings" panose="05000000000000000000" pitchFamily="2" charset="2"/>
              <a:buChar char="v"/>
            </a:pPr>
            <a:r>
              <a:rPr lang="en-IN" b="1" i="1" dirty="0" smtClean="0"/>
              <a:t>Web crawling </a:t>
            </a:r>
            <a:r>
              <a:rPr lang="en-IN" dirty="0" smtClean="0"/>
              <a:t>to know the structure of WWW:</a:t>
            </a:r>
          </a:p>
          <a:p>
            <a:pPr lvl="1">
              <a:buFont typeface="Wingdings" panose="05000000000000000000" pitchFamily="2" charset="2"/>
              <a:buChar char="v"/>
            </a:pPr>
            <a:r>
              <a:rPr lang="en-IN" sz="2400" dirty="0" smtClean="0"/>
              <a:t>BFS</a:t>
            </a:r>
          </a:p>
          <a:p>
            <a:pPr lvl="2">
              <a:buFont typeface="Wingdings" panose="05000000000000000000" pitchFamily="2" charset="2"/>
              <a:buChar char="v"/>
            </a:pPr>
            <a:r>
              <a:rPr lang="en-IN" dirty="0" smtClean="0">
                <a:latin typeface="Arial" panose="020B0604020202020204" pitchFamily="34" charset="0"/>
                <a:cs typeface="Arial" panose="020B0604020202020204" pitchFamily="34" charset="0"/>
              </a:rPr>
              <a:t>Mostly used for web crawling</a:t>
            </a:r>
          </a:p>
          <a:p>
            <a:pPr lvl="1">
              <a:buFont typeface="Wingdings" panose="05000000000000000000" pitchFamily="2" charset="2"/>
              <a:buChar char="v"/>
            </a:pPr>
            <a:r>
              <a:rPr lang="en-IN" sz="2400" dirty="0" smtClean="0"/>
              <a:t>DFS:</a:t>
            </a:r>
          </a:p>
          <a:p>
            <a:pPr lvl="2">
              <a:buFont typeface="Wingdings" panose="05000000000000000000" pitchFamily="2" charset="2"/>
              <a:buChar char="v"/>
            </a:pPr>
            <a:r>
              <a:rPr lang="en-IN" dirty="0" smtClean="0">
                <a:latin typeface="Arial" panose="020B0604020202020204" pitchFamily="34" charset="0"/>
                <a:cs typeface="Arial" panose="020B0604020202020204" pitchFamily="34" charset="0"/>
              </a:rPr>
              <a:t>Not useful in our case of PageRank calculations. (</a:t>
            </a:r>
            <a:r>
              <a:rPr lang="en-IN" i="1" dirty="0" smtClean="0">
                <a:latin typeface="Arial" panose="020B0604020202020204" pitchFamily="34" charset="0"/>
                <a:cs typeface="Arial" panose="020B0604020202020204" pitchFamily="34" charset="0"/>
              </a:rPr>
              <a:t>WHY?</a:t>
            </a:r>
            <a:r>
              <a:rPr lang="en-IN" dirty="0" smtClean="0">
                <a:latin typeface="Arial" panose="020B0604020202020204" pitchFamily="34" charset="0"/>
                <a:cs typeface="Arial" panose="020B0604020202020204" pitchFamily="34" charset="0"/>
              </a:rPr>
              <a:t>)</a:t>
            </a:r>
            <a:endParaRPr lang="en-IN" dirty="0">
              <a:latin typeface="Arial" panose="020B0604020202020204" pitchFamily="34" charset="0"/>
              <a:cs typeface="Arial" panose="020B0604020202020204" pitchFamily="34" charset="0"/>
            </a:endParaRPr>
          </a:p>
          <a:p>
            <a:pPr marL="114300" indent="0"/>
            <a:endParaRPr lang="en-IN" i="1" dirty="0" smtClean="0">
              <a:latin typeface="Arial" panose="020B0604020202020204" pitchFamily="34" charset="0"/>
              <a:cs typeface="Arial" panose="020B0604020202020204" pitchFamily="34" charset="0"/>
            </a:endParaRPr>
          </a:p>
          <a:p>
            <a:pPr marL="114300" indent="0"/>
            <a:r>
              <a:rPr lang="en-IN" i="1" dirty="0" smtClean="0">
                <a:latin typeface="Arial" panose="020B0604020202020204" pitchFamily="34" charset="0"/>
                <a:cs typeface="Arial" panose="020B0604020202020204" pitchFamily="34" charset="0"/>
              </a:rPr>
              <a:t>*Google requires 28 days to complete the web crawling. </a:t>
            </a:r>
            <a:r>
              <a:rPr lang="en-IN" i="1" dirty="0" smtClean="0"/>
              <a:t>But run a separate crawler for news (once in an hour, or </a:t>
            </a:r>
            <a:r>
              <a:rPr lang="en-IN" i="1" smtClean="0"/>
              <a:t>few hours, or once a day).</a:t>
            </a:r>
            <a:endParaRPr lang="en-IN" i="1" dirty="0">
              <a:latin typeface="Arial" panose="020B0604020202020204" pitchFamily="34" charset="0"/>
              <a:cs typeface="Arial" panose="020B0604020202020204" pitchFamily="34" charset="0"/>
            </a:endParaRPr>
          </a:p>
          <a:p>
            <a:pPr marL="914400" lvl="2" indent="0" algn="ctr">
              <a:buNone/>
            </a:pPr>
            <a:r>
              <a:rPr lang="en-IN" b="1" i="1" dirty="0" smtClean="0">
                <a:latin typeface="Arial" panose="020B0604020202020204" pitchFamily="34" charset="0"/>
                <a:cs typeface="Arial" panose="020B0604020202020204" pitchFamily="34" charset="0"/>
              </a:rPr>
              <a:t>DIAGRAM</a:t>
            </a:r>
          </a:p>
          <a:p>
            <a:pPr marL="914400" lvl="2" indent="0" algn="ctr">
              <a:buNone/>
            </a:pPr>
            <a:endParaRPr lang="en-IN" b="1" i="1" dirty="0" smtClean="0">
              <a:latin typeface="Arial" panose="020B0604020202020204" pitchFamily="34" charset="0"/>
              <a:cs typeface="Arial" panose="020B0604020202020204" pitchFamily="34" charset="0"/>
            </a:endParaRPr>
          </a:p>
        </p:txBody>
      </p:sp>
      <p:sp>
        <p:nvSpPr>
          <p:cNvPr id="3" name="Content Placeholder 2"/>
          <p:cNvSpPr>
            <a:spLocks noGrp="1"/>
          </p:cNvSpPr>
          <p:nvPr>
            <p:ph sz="quarter" idx="10"/>
          </p:nvPr>
        </p:nvSpPr>
        <p:spPr/>
        <p:txBody>
          <a:bodyPr/>
          <a:lstStyle/>
          <a:p>
            <a:r>
              <a:rPr lang="en-IN" dirty="0" smtClean="0"/>
              <a:t>PageRank Algorithm</a:t>
            </a:r>
            <a:endParaRPr lang="en-IN" dirty="0"/>
          </a:p>
        </p:txBody>
      </p:sp>
      <p:sp>
        <p:nvSpPr>
          <p:cNvPr id="4" name="TextBox 3"/>
          <p:cNvSpPr txBox="1"/>
          <p:nvPr/>
        </p:nvSpPr>
        <p:spPr>
          <a:xfrm>
            <a:off x="323850" y="6211669"/>
            <a:ext cx="8572500" cy="646331"/>
          </a:xfrm>
          <a:prstGeom prst="rect">
            <a:avLst/>
          </a:prstGeom>
          <a:noFill/>
        </p:spPr>
        <p:txBody>
          <a:bodyPr wrap="square" rtlCol="0">
            <a:spAutoFit/>
          </a:bodyPr>
          <a:lstStyle/>
          <a:p>
            <a:r>
              <a:rPr lang="en-IN" dirty="0"/>
              <a:t>Lawrence </a:t>
            </a:r>
            <a:r>
              <a:rPr lang="en-IN" dirty="0" smtClean="0"/>
              <a:t>Page et al. “</a:t>
            </a:r>
            <a:r>
              <a:rPr lang="en-IN" b="1" dirty="0" smtClean="0"/>
              <a:t>The </a:t>
            </a:r>
            <a:r>
              <a:rPr lang="en-IN" b="1" dirty="0"/>
              <a:t>PageRank Citation Ranking: Bringing Order to the </a:t>
            </a:r>
            <a:r>
              <a:rPr lang="en-IN" b="1" dirty="0" smtClean="0"/>
              <a:t>Web”. 1999</a:t>
            </a:r>
            <a:r>
              <a:rPr lang="en-IN" dirty="0" smtClean="0"/>
              <a:t> </a:t>
            </a:r>
            <a:r>
              <a:rPr lang="en-IN" dirty="0"/>
              <a:t>Technical Report. Stanford </a:t>
            </a:r>
            <a:r>
              <a:rPr lang="en-IN" dirty="0" err="1"/>
              <a:t>InfoLab</a:t>
            </a:r>
            <a:r>
              <a:rPr lang="en-IN" dirty="0"/>
              <a:t>. </a:t>
            </a:r>
          </a:p>
        </p:txBody>
      </p:sp>
      <mc:AlternateContent xmlns:mc="http://schemas.openxmlformats.org/markup-compatibility/2006">
        <mc:Choice xmlns:p14="http://schemas.microsoft.com/office/powerpoint/2010/main" Requires="p14">
          <p:contentPart p14:bwMode="auto" r:id="rId2">
            <p14:nvContentPartPr>
              <p14:cNvPr id="5" name="Ink 4"/>
              <p14:cNvContentPartPr/>
              <p14:nvPr/>
            </p14:nvContentPartPr>
            <p14:xfrm>
              <a:off x="122040" y="618840"/>
              <a:ext cx="7083000" cy="5037840"/>
            </p14:xfrm>
          </p:contentPart>
        </mc:Choice>
        <mc:Fallback>
          <p:pic>
            <p:nvPicPr>
              <p:cNvPr id="5" name="Ink 4"/>
              <p:cNvPicPr/>
              <p:nvPr/>
            </p:nvPicPr>
            <p:blipFill>
              <a:blip r:embed="rId3"/>
              <a:stretch>
                <a:fillRect/>
              </a:stretch>
            </p:blipFill>
            <p:spPr>
              <a:xfrm>
                <a:off x="114120" y="607320"/>
                <a:ext cx="7101720" cy="5056920"/>
              </a:xfrm>
              <a:prstGeom prst="rect">
                <a:avLst/>
              </a:prstGeom>
            </p:spPr>
          </p:pic>
        </mc:Fallback>
      </mc:AlternateContent>
    </p:spTree>
    <p:extLst>
      <p:ext uri="{BB962C8B-B14F-4D97-AF65-F5344CB8AC3E}">
        <p14:creationId xmlns:p14="http://schemas.microsoft.com/office/powerpoint/2010/main" val="269068469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a:xfrm>
                <a:off x="304800" y="1600200"/>
                <a:ext cx="8591550" cy="4525963"/>
              </a:xfrm>
            </p:spPr>
            <p:txBody>
              <a:bodyPr>
                <a:noAutofit/>
              </a:bodyPr>
              <a:lstStyle/>
              <a:p>
                <a:pPr>
                  <a:buFont typeface="Wingdings" panose="05000000000000000000" pitchFamily="2" charset="2"/>
                  <a:buChar char="v"/>
                </a:pPr>
                <a:r>
                  <a:rPr lang="en-IN" dirty="0" smtClean="0"/>
                  <a:t>The original formula:</a:t>
                </a:r>
              </a:p>
              <a:p>
                <a:pPr>
                  <a:buFont typeface="Wingdings" panose="05000000000000000000" pitchFamily="2" charset="2"/>
                  <a:buChar char="v"/>
                </a:pPr>
                <a:endParaRPr lang="en-IN" dirty="0"/>
              </a:p>
              <a:p>
                <a:pPr>
                  <a:buFont typeface="Wingdings" panose="05000000000000000000" pitchFamily="2" charset="2"/>
                  <a:buChar char="v"/>
                </a:pPr>
                <a:endParaRPr lang="en-IN" dirty="0" smtClean="0"/>
              </a:p>
              <a:p>
                <a:pPr>
                  <a:buFont typeface="Wingdings" panose="05000000000000000000" pitchFamily="2" charset="2"/>
                  <a:buChar char="v"/>
                </a:pPr>
                <a:endParaRPr lang="en-IN" b="1" i="1" dirty="0" smtClean="0"/>
              </a:p>
              <a:p>
                <a:pPr>
                  <a:buFont typeface="Wingdings" panose="05000000000000000000" pitchFamily="2" charset="2"/>
                  <a:buChar char="v"/>
                </a:pPr>
                <a:r>
                  <a:rPr lang="en-IN" b="1" i="1" dirty="0" smtClean="0"/>
                  <a:t>PR(A)</a:t>
                </a:r>
                <a:r>
                  <a:rPr lang="en-IN" dirty="0" smtClean="0"/>
                  <a:t> is the page rank of A</a:t>
                </a:r>
              </a:p>
              <a:p>
                <a:pPr lvl="1">
                  <a:buFont typeface="Wingdings" panose="05000000000000000000" pitchFamily="2" charset="2"/>
                  <a:buChar char="v"/>
                </a:pPr>
                <a:r>
                  <a:rPr lang="en-IN" sz="2400" dirty="0" smtClean="0"/>
                  <a:t>It is a recursive formula as its PageRank depends upon the PageRank of others.</a:t>
                </a:r>
              </a:p>
              <a:p>
                <a:pPr>
                  <a:buFont typeface="Wingdings" panose="05000000000000000000" pitchFamily="2" charset="2"/>
                  <a:buChar char="v"/>
                </a:pPr>
                <a:r>
                  <a:rPr lang="en-IN" b="1" i="1" dirty="0" smtClean="0"/>
                  <a:t>PR(T</a:t>
                </a:r>
                <a:r>
                  <a:rPr lang="en-IN" b="1" i="1" baseline="-25000" dirty="0"/>
                  <a:t>1</a:t>
                </a:r>
                <a:r>
                  <a:rPr lang="en-IN" b="1" i="1" dirty="0" smtClean="0"/>
                  <a:t>)</a:t>
                </a:r>
                <a:r>
                  <a:rPr lang="en-IN" dirty="0" smtClean="0"/>
                  <a:t> is the PageRank of T</a:t>
                </a:r>
                <a:r>
                  <a:rPr lang="en-IN" baseline="-25000" dirty="0" smtClean="0"/>
                  <a:t>1</a:t>
                </a:r>
                <a:r>
                  <a:rPr lang="en-IN" dirty="0" smtClean="0"/>
                  <a:t> </a:t>
                </a:r>
              </a:p>
              <a:p>
                <a:pPr lvl="1">
                  <a:buFont typeface="Wingdings" panose="05000000000000000000" pitchFamily="2" charset="2"/>
                  <a:buChar char="v"/>
                </a:pPr>
                <a:r>
                  <a:rPr lang="en-IN" sz="2400" dirty="0" smtClean="0"/>
                  <a:t>which link to page A.</a:t>
                </a:r>
              </a:p>
              <a:p>
                <a:pPr>
                  <a:buFont typeface="Wingdings" panose="05000000000000000000" pitchFamily="2" charset="2"/>
                  <a:buChar char="v"/>
                </a:pPr>
                <a:r>
                  <a:rPr lang="en-IN" b="1" i="1" dirty="0" smtClean="0"/>
                  <a:t>C(T</a:t>
                </a:r>
                <a:r>
                  <a:rPr lang="en-IN" b="1" i="1" baseline="-25000" dirty="0" smtClean="0"/>
                  <a:t>1</a:t>
                </a:r>
                <a:r>
                  <a:rPr lang="en-IN" b="1" i="1" dirty="0" smtClean="0"/>
                  <a:t>) </a:t>
                </a:r>
                <a:r>
                  <a:rPr lang="en-IN" dirty="0" smtClean="0"/>
                  <a:t>is the number of outbound links on a given T</a:t>
                </a:r>
                <a:r>
                  <a:rPr lang="en-IN" baseline="-25000" dirty="0" smtClean="0"/>
                  <a:t>1</a:t>
                </a:r>
                <a:r>
                  <a:rPr lang="en-IN" dirty="0" smtClean="0"/>
                  <a:t> page.</a:t>
                </a:r>
              </a:p>
              <a:p>
                <a:pPr>
                  <a:buFont typeface="Wingdings" panose="05000000000000000000" pitchFamily="2" charset="2"/>
                  <a:buChar char="v"/>
                </a:pPr>
                <a:r>
                  <a:rPr lang="en-IN" b="1" i="1" dirty="0" smtClean="0"/>
                  <a:t>d</a:t>
                </a:r>
                <a:r>
                  <a:rPr lang="en-IN" dirty="0" smtClean="0"/>
                  <a:t> is the damping factor, (</a:t>
                </a:r>
                <a14:m>
                  <m:oMath xmlns:m="http://schemas.openxmlformats.org/officeDocument/2006/math">
                    <m:r>
                      <a:rPr lang="en-IN" b="0" i="1" smtClean="0">
                        <a:latin typeface="Cambria Math" panose="02040503050406030204" pitchFamily="18" charset="0"/>
                      </a:rPr>
                      <m:t>0≤</m:t>
                    </m:r>
                    <m:r>
                      <a:rPr lang="en-IN" b="1" i="0" smtClean="0">
                        <a:latin typeface="Cambria Math" panose="02040503050406030204" pitchFamily="18" charset="0"/>
                      </a:rPr>
                      <m:t>𝐝</m:t>
                    </m:r>
                    <m:r>
                      <a:rPr lang="en-IN" b="0" i="1" smtClean="0">
                        <a:latin typeface="Cambria Math" panose="02040503050406030204" pitchFamily="18" charset="0"/>
                      </a:rPr>
                      <m:t>≤1)</m:t>
                    </m:r>
                  </m:oMath>
                </a14:m>
                <a:endParaRPr lang="en-IN" dirty="0"/>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xfrm>
                <a:off x="304800" y="1600200"/>
                <a:ext cx="8591550" cy="4525963"/>
              </a:xfrm>
              <a:blipFill rotWithShape="0">
                <a:blip r:embed="rId2"/>
                <a:stretch>
                  <a:fillRect l="-923" t="-943" b="-8625"/>
                </a:stretch>
              </a:blipFill>
            </p:spPr>
            <p:txBody>
              <a:bodyPr/>
              <a:lstStyle/>
              <a:p>
                <a:r>
                  <a:rPr lang="en-IN">
                    <a:noFill/>
                  </a:rPr>
                  <a:t> </a:t>
                </a:r>
              </a:p>
            </p:txBody>
          </p:sp>
        </mc:Fallback>
      </mc:AlternateContent>
      <p:sp>
        <p:nvSpPr>
          <p:cNvPr id="3" name="Content Placeholder 2"/>
          <p:cNvSpPr>
            <a:spLocks noGrp="1"/>
          </p:cNvSpPr>
          <p:nvPr>
            <p:ph sz="quarter" idx="10"/>
          </p:nvPr>
        </p:nvSpPr>
        <p:spPr/>
        <p:txBody>
          <a:bodyPr/>
          <a:lstStyle/>
          <a:p>
            <a:r>
              <a:rPr lang="en-IN" dirty="0" smtClean="0"/>
              <a:t>PageRank Algorithm</a:t>
            </a:r>
            <a:endParaRPr lang="en-IN" dirty="0"/>
          </a:p>
        </p:txBody>
      </p:sp>
      <p:sp>
        <p:nvSpPr>
          <p:cNvPr id="4" name="TextBox 3"/>
          <p:cNvSpPr txBox="1"/>
          <p:nvPr/>
        </p:nvSpPr>
        <p:spPr>
          <a:xfrm>
            <a:off x="323850" y="6248400"/>
            <a:ext cx="8572500" cy="584775"/>
          </a:xfrm>
          <a:prstGeom prst="rect">
            <a:avLst/>
          </a:prstGeom>
          <a:noFill/>
        </p:spPr>
        <p:txBody>
          <a:bodyPr wrap="square" rtlCol="0">
            <a:spAutoFit/>
          </a:bodyPr>
          <a:lstStyle/>
          <a:p>
            <a:r>
              <a:rPr lang="en-IN" sz="1600" dirty="0"/>
              <a:t>Lawrence </a:t>
            </a:r>
            <a:r>
              <a:rPr lang="en-IN" sz="1600" dirty="0" smtClean="0"/>
              <a:t>Page et al. “</a:t>
            </a:r>
            <a:r>
              <a:rPr lang="en-IN" sz="1600" b="1" dirty="0" smtClean="0"/>
              <a:t>The </a:t>
            </a:r>
            <a:r>
              <a:rPr lang="en-IN" sz="1600" b="1" dirty="0"/>
              <a:t>PageRank Citation Ranking: Bringing Order to the </a:t>
            </a:r>
            <a:r>
              <a:rPr lang="en-IN" sz="1600" b="1" dirty="0" smtClean="0"/>
              <a:t>Web”. 1999</a:t>
            </a:r>
            <a:r>
              <a:rPr lang="en-IN" sz="1600" dirty="0" smtClean="0"/>
              <a:t> </a:t>
            </a:r>
            <a:r>
              <a:rPr lang="en-IN" sz="1600" dirty="0"/>
              <a:t>Technical Report. Stanford </a:t>
            </a:r>
            <a:r>
              <a:rPr lang="en-IN" sz="1600" dirty="0" err="1"/>
              <a:t>InfoLab</a:t>
            </a:r>
            <a:r>
              <a:rPr lang="en-IN" sz="1600" dirty="0"/>
              <a:t>. </a:t>
            </a:r>
          </a:p>
        </p:txBody>
      </p:sp>
      <mc:AlternateContent xmlns:mc="http://schemas.openxmlformats.org/markup-compatibility/2006" xmlns:a14="http://schemas.microsoft.com/office/drawing/2010/main">
        <mc:Choice Requires="a14">
          <p:sp>
            <p:nvSpPr>
              <p:cNvPr id="5" name="TextBox 4"/>
              <p:cNvSpPr txBox="1"/>
              <p:nvPr/>
            </p:nvSpPr>
            <p:spPr>
              <a:xfrm>
                <a:off x="28575" y="1981200"/>
                <a:ext cx="9144000" cy="96821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IN" sz="2800" b="1" i="1" smtClean="0">
                          <a:latin typeface="Cambria Math" panose="02040503050406030204" pitchFamily="18" charset="0"/>
                        </a:rPr>
                        <m:t>𝑷𝑹</m:t>
                      </m:r>
                      <m:d>
                        <m:dPr>
                          <m:ctrlPr>
                            <a:rPr lang="en-IN" sz="2800" b="1" i="1" smtClean="0">
                              <a:latin typeface="Cambria Math" panose="02040503050406030204" pitchFamily="18" charset="0"/>
                            </a:rPr>
                          </m:ctrlPr>
                        </m:dPr>
                        <m:e>
                          <m:r>
                            <a:rPr lang="en-IN" sz="2800" b="1" i="1" smtClean="0">
                              <a:latin typeface="Cambria Math" panose="02040503050406030204" pitchFamily="18" charset="0"/>
                            </a:rPr>
                            <m:t>𝑨</m:t>
                          </m:r>
                        </m:e>
                      </m:d>
                      <m:r>
                        <a:rPr lang="en-IN" sz="2800" b="1" i="1" smtClean="0">
                          <a:latin typeface="Cambria Math" panose="02040503050406030204" pitchFamily="18" charset="0"/>
                        </a:rPr>
                        <m:t>=</m:t>
                      </m:r>
                      <m:d>
                        <m:dPr>
                          <m:ctrlPr>
                            <a:rPr lang="en-IN" sz="2800" b="1" i="1" smtClean="0">
                              <a:latin typeface="Cambria Math" panose="02040503050406030204" pitchFamily="18" charset="0"/>
                            </a:rPr>
                          </m:ctrlPr>
                        </m:dPr>
                        <m:e>
                          <m:r>
                            <a:rPr lang="en-IN" sz="2800" b="1" i="1" smtClean="0">
                              <a:latin typeface="Cambria Math" panose="02040503050406030204" pitchFamily="18" charset="0"/>
                            </a:rPr>
                            <m:t>𝟏</m:t>
                          </m:r>
                          <m:r>
                            <a:rPr lang="en-IN" sz="2800" b="1" i="1" smtClean="0">
                              <a:latin typeface="Cambria Math" panose="02040503050406030204" pitchFamily="18" charset="0"/>
                            </a:rPr>
                            <m:t>−</m:t>
                          </m:r>
                          <m:r>
                            <a:rPr lang="en-IN" sz="2800" b="1" i="1" smtClean="0">
                              <a:latin typeface="Cambria Math" panose="02040503050406030204" pitchFamily="18" charset="0"/>
                            </a:rPr>
                            <m:t>𝒅</m:t>
                          </m:r>
                        </m:e>
                      </m:d>
                      <m:r>
                        <a:rPr lang="en-IN" sz="2800" b="1" i="1" smtClean="0">
                          <a:latin typeface="Cambria Math" panose="02040503050406030204" pitchFamily="18" charset="0"/>
                        </a:rPr>
                        <m:t>+</m:t>
                      </m:r>
                      <m:r>
                        <a:rPr lang="en-IN" sz="2800" b="1" i="1" smtClean="0">
                          <a:latin typeface="Cambria Math" panose="02040503050406030204" pitchFamily="18" charset="0"/>
                        </a:rPr>
                        <m:t>𝒅</m:t>
                      </m:r>
                      <m:d>
                        <m:dPr>
                          <m:ctrlPr>
                            <a:rPr lang="en-IN" sz="2800" b="1" i="1" smtClean="0">
                              <a:latin typeface="Cambria Math" panose="02040503050406030204" pitchFamily="18" charset="0"/>
                            </a:rPr>
                          </m:ctrlPr>
                        </m:dPr>
                        <m:e>
                          <m:f>
                            <m:fPr>
                              <m:ctrlPr>
                                <a:rPr lang="en-IN" sz="2800" b="1" i="1" smtClean="0">
                                  <a:latin typeface="Cambria Math" panose="02040503050406030204" pitchFamily="18" charset="0"/>
                                </a:rPr>
                              </m:ctrlPr>
                            </m:fPr>
                            <m:num>
                              <m:r>
                                <a:rPr lang="en-IN" sz="2800" b="1" i="1" smtClean="0">
                                  <a:latin typeface="Cambria Math" panose="02040503050406030204" pitchFamily="18" charset="0"/>
                                </a:rPr>
                                <m:t>𝑷𝑹</m:t>
                              </m:r>
                              <m:d>
                                <m:dPr>
                                  <m:ctrlPr>
                                    <a:rPr lang="en-IN" sz="2800" b="1" i="1" smtClean="0">
                                      <a:latin typeface="Cambria Math" panose="02040503050406030204" pitchFamily="18" charset="0"/>
                                    </a:rPr>
                                  </m:ctrlPr>
                                </m:dPr>
                                <m:e>
                                  <m:sSub>
                                    <m:sSubPr>
                                      <m:ctrlPr>
                                        <a:rPr lang="en-IN" sz="2800" b="1" i="1" smtClean="0">
                                          <a:latin typeface="Cambria Math" panose="02040503050406030204" pitchFamily="18" charset="0"/>
                                        </a:rPr>
                                      </m:ctrlPr>
                                    </m:sSubPr>
                                    <m:e>
                                      <m:r>
                                        <a:rPr lang="en-IN" sz="2800" b="1" i="1" smtClean="0">
                                          <a:latin typeface="Cambria Math" panose="02040503050406030204" pitchFamily="18" charset="0"/>
                                        </a:rPr>
                                        <m:t>𝑻</m:t>
                                      </m:r>
                                    </m:e>
                                    <m:sub>
                                      <m:r>
                                        <a:rPr lang="en-IN" sz="2800" b="1" i="1" smtClean="0">
                                          <a:latin typeface="Cambria Math" panose="02040503050406030204" pitchFamily="18" charset="0"/>
                                        </a:rPr>
                                        <m:t>𝟏</m:t>
                                      </m:r>
                                    </m:sub>
                                  </m:sSub>
                                </m:e>
                              </m:d>
                            </m:num>
                            <m:den>
                              <m:r>
                                <a:rPr lang="en-IN" sz="2800" b="1" i="1" smtClean="0">
                                  <a:latin typeface="Cambria Math" panose="02040503050406030204" pitchFamily="18" charset="0"/>
                                </a:rPr>
                                <m:t>𝑪</m:t>
                              </m:r>
                              <m:d>
                                <m:dPr>
                                  <m:ctrlPr>
                                    <a:rPr lang="en-IN" sz="2800" b="1" i="1" smtClean="0">
                                      <a:latin typeface="Cambria Math" panose="02040503050406030204" pitchFamily="18" charset="0"/>
                                    </a:rPr>
                                  </m:ctrlPr>
                                </m:dPr>
                                <m:e>
                                  <m:sSub>
                                    <m:sSubPr>
                                      <m:ctrlPr>
                                        <a:rPr lang="en-IN" sz="2800" b="1" i="1" smtClean="0">
                                          <a:latin typeface="Cambria Math" panose="02040503050406030204" pitchFamily="18" charset="0"/>
                                        </a:rPr>
                                      </m:ctrlPr>
                                    </m:sSubPr>
                                    <m:e>
                                      <m:r>
                                        <a:rPr lang="en-IN" sz="2800" b="1" i="1" smtClean="0">
                                          <a:latin typeface="Cambria Math" panose="02040503050406030204" pitchFamily="18" charset="0"/>
                                        </a:rPr>
                                        <m:t>𝑻</m:t>
                                      </m:r>
                                    </m:e>
                                    <m:sub>
                                      <m:r>
                                        <a:rPr lang="en-IN" sz="2800" b="1" i="1" smtClean="0">
                                          <a:latin typeface="Cambria Math" panose="02040503050406030204" pitchFamily="18" charset="0"/>
                                        </a:rPr>
                                        <m:t>𝟏</m:t>
                                      </m:r>
                                    </m:sub>
                                  </m:sSub>
                                </m:e>
                              </m:d>
                            </m:den>
                          </m:f>
                          <m:r>
                            <a:rPr lang="en-IN" sz="2800" b="1" i="1" smtClean="0">
                              <a:latin typeface="Cambria Math" panose="02040503050406030204" pitchFamily="18" charset="0"/>
                            </a:rPr>
                            <m:t>+</m:t>
                          </m:r>
                          <m:f>
                            <m:fPr>
                              <m:ctrlPr>
                                <a:rPr lang="en-IN" sz="2800" b="1" i="1" smtClean="0">
                                  <a:latin typeface="Cambria Math" panose="02040503050406030204" pitchFamily="18" charset="0"/>
                                </a:rPr>
                              </m:ctrlPr>
                            </m:fPr>
                            <m:num>
                              <m:r>
                                <a:rPr lang="en-IN" sz="2800" b="1" i="1" smtClean="0">
                                  <a:latin typeface="Cambria Math" panose="02040503050406030204" pitchFamily="18" charset="0"/>
                                </a:rPr>
                                <m:t>𝑷𝑹</m:t>
                              </m:r>
                              <m:d>
                                <m:dPr>
                                  <m:ctrlPr>
                                    <a:rPr lang="en-IN" sz="2800" b="1" i="1" smtClean="0">
                                      <a:latin typeface="Cambria Math" panose="02040503050406030204" pitchFamily="18" charset="0"/>
                                    </a:rPr>
                                  </m:ctrlPr>
                                </m:dPr>
                                <m:e>
                                  <m:sSub>
                                    <m:sSubPr>
                                      <m:ctrlPr>
                                        <a:rPr lang="en-IN" sz="2800" b="1" i="1" smtClean="0">
                                          <a:latin typeface="Cambria Math" panose="02040503050406030204" pitchFamily="18" charset="0"/>
                                        </a:rPr>
                                      </m:ctrlPr>
                                    </m:sSubPr>
                                    <m:e>
                                      <m:r>
                                        <a:rPr lang="en-IN" sz="2800" b="1" i="1" smtClean="0">
                                          <a:latin typeface="Cambria Math" panose="02040503050406030204" pitchFamily="18" charset="0"/>
                                        </a:rPr>
                                        <m:t>𝑻</m:t>
                                      </m:r>
                                    </m:e>
                                    <m:sub>
                                      <m:r>
                                        <a:rPr lang="en-IN" sz="2800" b="1" i="1" smtClean="0">
                                          <a:latin typeface="Cambria Math" panose="02040503050406030204" pitchFamily="18" charset="0"/>
                                        </a:rPr>
                                        <m:t>𝟐</m:t>
                                      </m:r>
                                    </m:sub>
                                  </m:sSub>
                                </m:e>
                              </m:d>
                            </m:num>
                            <m:den>
                              <m:r>
                                <a:rPr lang="en-IN" sz="2800" b="1" i="1" smtClean="0">
                                  <a:latin typeface="Cambria Math" panose="02040503050406030204" pitchFamily="18" charset="0"/>
                                </a:rPr>
                                <m:t>𝑪</m:t>
                              </m:r>
                              <m:d>
                                <m:dPr>
                                  <m:ctrlPr>
                                    <a:rPr lang="en-IN" sz="2800" b="1" i="1" smtClean="0">
                                      <a:latin typeface="Cambria Math" panose="02040503050406030204" pitchFamily="18" charset="0"/>
                                    </a:rPr>
                                  </m:ctrlPr>
                                </m:dPr>
                                <m:e>
                                  <m:sSub>
                                    <m:sSubPr>
                                      <m:ctrlPr>
                                        <a:rPr lang="en-IN" sz="2800" b="1" i="1" smtClean="0">
                                          <a:latin typeface="Cambria Math" panose="02040503050406030204" pitchFamily="18" charset="0"/>
                                        </a:rPr>
                                      </m:ctrlPr>
                                    </m:sSubPr>
                                    <m:e>
                                      <m:r>
                                        <a:rPr lang="en-IN" sz="2800" b="1" i="1" smtClean="0">
                                          <a:latin typeface="Cambria Math" panose="02040503050406030204" pitchFamily="18" charset="0"/>
                                        </a:rPr>
                                        <m:t>𝑻</m:t>
                                      </m:r>
                                    </m:e>
                                    <m:sub>
                                      <m:r>
                                        <a:rPr lang="en-IN" sz="2800" b="1" i="1" smtClean="0">
                                          <a:latin typeface="Cambria Math" panose="02040503050406030204" pitchFamily="18" charset="0"/>
                                        </a:rPr>
                                        <m:t>𝟐</m:t>
                                      </m:r>
                                    </m:sub>
                                  </m:sSub>
                                </m:e>
                              </m:d>
                            </m:den>
                          </m:f>
                          <m:r>
                            <a:rPr lang="en-IN" sz="2800" b="1" i="1" smtClean="0">
                              <a:latin typeface="Cambria Math" panose="02040503050406030204" pitchFamily="18" charset="0"/>
                            </a:rPr>
                            <m:t>+ ….+</m:t>
                          </m:r>
                          <m:f>
                            <m:fPr>
                              <m:ctrlPr>
                                <a:rPr lang="en-IN" sz="2800" b="1" i="1" smtClean="0">
                                  <a:latin typeface="Cambria Math" panose="02040503050406030204" pitchFamily="18" charset="0"/>
                                </a:rPr>
                              </m:ctrlPr>
                            </m:fPr>
                            <m:num>
                              <m:r>
                                <a:rPr lang="en-IN" sz="2800" b="1" i="1" smtClean="0">
                                  <a:latin typeface="Cambria Math" panose="02040503050406030204" pitchFamily="18" charset="0"/>
                                </a:rPr>
                                <m:t>𝑷𝑹</m:t>
                              </m:r>
                              <m:d>
                                <m:dPr>
                                  <m:ctrlPr>
                                    <a:rPr lang="en-IN" sz="2800" b="1" i="1" smtClean="0">
                                      <a:latin typeface="Cambria Math" panose="02040503050406030204" pitchFamily="18" charset="0"/>
                                    </a:rPr>
                                  </m:ctrlPr>
                                </m:dPr>
                                <m:e>
                                  <m:sSub>
                                    <m:sSubPr>
                                      <m:ctrlPr>
                                        <a:rPr lang="en-IN" sz="2800" b="1" i="1" smtClean="0">
                                          <a:latin typeface="Cambria Math" panose="02040503050406030204" pitchFamily="18" charset="0"/>
                                        </a:rPr>
                                      </m:ctrlPr>
                                    </m:sSubPr>
                                    <m:e>
                                      <m:r>
                                        <a:rPr lang="en-IN" sz="2800" b="1" i="1" smtClean="0">
                                          <a:latin typeface="Cambria Math" panose="02040503050406030204" pitchFamily="18" charset="0"/>
                                        </a:rPr>
                                        <m:t>𝑻</m:t>
                                      </m:r>
                                    </m:e>
                                    <m:sub>
                                      <m:r>
                                        <a:rPr lang="en-IN" sz="2800" b="1" i="1" smtClean="0">
                                          <a:latin typeface="Cambria Math" panose="02040503050406030204" pitchFamily="18" charset="0"/>
                                        </a:rPr>
                                        <m:t>𝒏</m:t>
                                      </m:r>
                                    </m:sub>
                                  </m:sSub>
                                </m:e>
                              </m:d>
                            </m:num>
                            <m:den>
                              <m:r>
                                <a:rPr lang="en-IN" sz="2800" b="1" i="1" smtClean="0">
                                  <a:latin typeface="Cambria Math" panose="02040503050406030204" pitchFamily="18" charset="0"/>
                                </a:rPr>
                                <m:t>𝑪</m:t>
                              </m:r>
                              <m:d>
                                <m:dPr>
                                  <m:ctrlPr>
                                    <a:rPr lang="en-IN" sz="2800" b="1" i="1" smtClean="0">
                                      <a:latin typeface="Cambria Math" panose="02040503050406030204" pitchFamily="18" charset="0"/>
                                    </a:rPr>
                                  </m:ctrlPr>
                                </m:dPr>
                                <m:e>
                                  <m:sSub>
                                    <m:sSubPr>
                                      <m:ctrlPr>
                                        <a:rPr lang="en-IN" sz="2800" b="1" i="1" smtClean="0">
                                          <a:latin typeface="Cambria Math" panose="02040503050406030204" pitchFamily="18" charset="0"/>
                                        </a:rPr>
                                      </m:ctrlPr>
                                    </m:sSubPr>
                                    <m:e>
                                      <m:r>
                                        <a:rPr lang="en-IN" sz="2800" b="1" i="1" smtClean="0">
                                          <a:latin typeface="Cambria Math" panose="02040503050406030204" pitchFamily="18" charset="0"/>
                                        </a:rPr>
                                        <m:t>𝑻</m:t>
                                      </m:r>
                                    </m:e>
                                    <m:sub>
                                      <m:r>
                                        <a:rPr lang="en-IN" sz="2800" b="1" i="1" smtClean="0">
                                          <a:latin typeface="Cambria Math" panose="02040503050406030204" pitchFamily="18" charset="0"/>
                                        </a:rPr>
                                        <m:t>𝒏</m:t>
                                      </m:r>
                                    </m:sub>
                                  </m:sSub>
                                </m:e>
                              </m:d>
                            </m:den>
                          </m:f>
                        </m:e>
                      </m:d>
                    </m:oMath>
                  </m:oMathPara>
                </a14:m>
                <a:r>
                  <a:rPr lang="en-IN" sz="2800" b="1" i="1" dirty="0" smtClean="0">
                    <a:latin typeface="Cambria Math" panose="02040503050406030204" pitchFamily="18" charset="0"/>
                  </a:rPr>
                  <a:t/>
                </a:r>
                <a:br>
                  <a:rPr lang="en-IN" sz="2800" b="1" i="1" dirty="0" smtClean="0">
                    <a:latin typeface="Cambria Math" panose="02040503050406030204" pitchFamily="18" charset="0"/>
                  </a:rPr>
                </a:br>
                <a:endParaRPr lang="en-IN" sz="2800" b="1" dirty="0" smtClean="0"/>
              </a:p>
            </p:txBody>
          </p:sp>
        </mc:Choice>
        <mc:Fallback xmlns="">
          <p:sp>
            <p:nvSpPr>
              <p:cNvPr id="5" name="TextBox 4"/>
              <p:cNvSpPr txBox="1">
                <a:spLocks noRot="1" noChangeAspect="1" noMove="1" noResize="1" noEditPoints="1" noAdjustHandles="1" noChangeArrowheads="1" noChangeShapeType="1" noTextEdit="1"/>
              </p:cNvSpPr>
              <p:nvPr/>
            </p:nvSpPr>
            <p:spPr>
              <a:xfrm>
                <a:off x="28575" y="1981200"/>
                <a:ext cx="9144000" cy="968214"/>
              </a:xfrm>
              <a:prstGeom prst="rect">
                <a:avLst/>
              </a:prstGeom>
              <a:blipFill rotWithShape="0">
                <a:blip r:embed="rId3"/>
                <a:stretch>
                  <a:fillRect/>
                </a:stretch>
              </a:blipFill>
            </p:spPr>
            <p:txBody>
              <a:bodyPr/>
              <a:lstStyle/>
              <a:p>
                <a:r>
                  <a:rPr lang="en-IN">
                    <a:noFill/>
                  </a:rPr>
                  <a:t> </a:t>
                </a:r>
              </a:p>
            </p:txBody>
          </p:sp>
        </mc:Fallback>
      </mc:AlternateContent>
      <mc:AlternateContent xmlns:mc="http://schemas.openxmlformats.org/markup-compatibility/2006">
        <mc:Choice xmlns:p14="http://schemas.microsoft.com/office/powerpoint/2010/main" Requires="p14">
          <p:contentPart p14:bwMode="auto" r:id="rId4">
            <p14:nvContentPartPr>
              <p14:cNvPr id="6" name="Ink 5"/>
              <p14:cNvContentPartPr/>
              <p14:nvPr/>
            </p14:nvContentPartPr>
            <p14:xfrm>
              <a:off x="226800" y="653760"/>
              <a:ext cx="8775360" cy="5581440"/>
            </p14:xfrm>
          </p:contentPart>
        </mc:Choice>
        <mc:Fallback>
          <p:pic>
            <p:nvPicPr>
              <p:cNvPr id="6" name="Ink 5"/>
              <p:cNvPicPr/>
              <p:nvPr/>
            </p:nvPicPr>
            <p:blipFill>
              <a:blip r:embed="rId5"/>
              <a:stretch>
                <a:fillRect/>
              </a:stretch>
            </p:blipFill>
            <p:spPr>
              <a:xfrm>
                <a:off x="217440" y="641880"/>
                <a:ext cx="8796600" cy="5604840"/>
              </a:xfrm>
              <a:prstGeom prst="rect">
                <a:avLst/>
              </a:prstGeom>
            </p:spPr>
          </p:pic>
        </mc:Fallback>
      </mc:AlternateContent>
    </p:spTree>
    <p:extLst>
      <p:ext uri="{BB962C8B-B14F-4D97-AF65-F5344CB8AC3E}">
        <p14:creationId xmlns:p14="http://schemas.microsoft.com/office/powerpoint/2010/main" val="32639664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a:xfrm>
                <a:off x="304800" y="1600200"/>
                <a:ext cx="8591550" cy="4525963"/>
              </a:xfrm>
            </p:spPr>
            <p:txBody>
              <a:bodyPr>
                <a:noAutofit/>
              </a:bodyPr>
              <a:lstStyle/>
              <a:p>
                <a:pPr>
                  <a:buFont typeface="Wingdings" panose="05000000000000000000" pitchFamily="2" charset="2"/>
                  <a:buChar char="v"/>
                </a:pPr>
                <a:r>
                  <a:rPr lang="en-IN" dirty="0" smtClean="0"/>
                  <a:t>The original formula:</a:t>
                </a:r>
              </a:p>
              <a:p>
                <a:pPr>
                  <a:buFont typeface="Wingdings" panose="05000000000000000000" pitchFamily="2" charset="2"/>
                  <a:buChar char="v"/>
                </a:pPr>
                <a:endParaRPr lang="en-IN" dirty="0"/>
              </a:p>
              <a:p>
                <a:pPr>
                  <a:buFont typeface="Wingdings" panose="05000000000000000000" pitchFamily="2" charset="2"/>
                  <a:buChar char="v"/>
                </a:pPr>
                <a:endParaRPr lang="en-IN" dirty="0" smtClean="0"/>
              </a:p>
              <a:p>
                <a:pPr>
                  <a:buFont typeface="Wingdings" panose="05000000000000000000" pitchFamily="2" charset="2"/>
                  <a:buChar char="v"/>
                </a:pPr>
                <a:r>
                  <a:rPr lang="en-IN" dirty="0" smtClean="0"/>
                  <a:t>We Initialize the PageRank of the all the webpages by </a:t>
                </a:r>
                <a14:m>
                  <m:oMath xmlns:m="http://schemas.openxmlformats.org/officeDocument/2006/math">
                    <m:f>
                      <m:fPr>
                        <m:type m:val="skw"/>
                        <m:ctrlPr>
                          <a:rPr lang="en-IN" i="1" smtClean="0">
                            <a:latin typeface="Cambria Math" panose="02040503050406030204" pitchFamily="18" charset="0"/>
                          </a:rPr>
                        </m:ctrlPr>
                      </m:fPr>
                      <m:num>
                        <m:r>
                          <a:rPr lang="en-IN" b="0" i="1" smtClean="0">
                            <a:latin typeface="Cambria Math" panose="02040503050406030204" pitchFamily="18" charset="0"/>
                          </a:rPr>
                          <m:t>1</m:t>
                        </m:r>
                      </m:num>
                      <m:den>
                        <m:r>
                          <a:rPr lang="en-IN" b="0" i="1" smtClean="0">
                            <a:latin typeface="Cambria Math" panose="02040503050406030204" pitchFamily="18" charset="0"/>
                          </a:rPr>
                          <m:t>𝑛</m:t>
                        </m:r>
                      </m:den>
                    </m:f>
                    <m:r>
                      <a:rPr lang="en-IN" b="0" i="1" smtClean="0">
                        <a:latin typeface="Cambria Math" panose="02040503050406030204" pitchFamily="18" charset="0"/>
                      </a:rPr>
                      <m:t>,</m:t>
                    </m:r>
                  </m:oMath>
                </a14:m>
                <a:r>
                  <a:rPr lang="en-IN" dirty="0" smtClean="0"/>
                  <a:t> </a:t>
                </a:r>
                <a14:m>
                  <m:oMath xmlns:m="http://schemas.openxmlformats.org/officeDocument/2006/math">
                    <m:r>
                      <a:rPr lang="en-IN" b="1" i="1">
                        <a:latin typeface="Cambria Math" panose="02040503050406030204" pitchFamily="18" charset="0"/>
                      </a:rPr>
                      <m:t>𝒏</m:t>
                    </m:r>
                    <m:r>
                      <a:rPr lang="en-IN" i="0">
                        <a:latin typeface="Cambria Math" panose="02040503050406030204" pitchFamily="18" charset="0"/>
                      </a:rPr>
                      <m:t> </m:t>
                    </m:r>
                    <m:r>
                      <m:rPr>
                        <m:sty m:val="p"/>
                      </m:rPr>
                      <a:rPr lang="en-IN" i="0">
                        <a:latin typeface="Cambria Math" panose="02040503050406030204" pitchFamily="18" charset="0"/>
                      </a:rPr>
                      <m:t>is</m:t>
                    </m:r>
                    <m:r>
                      <a:rPr lang="en-IN" i="0">
                        <a:latin typeface="Cambria Math" panose="02040503050406030204" pitchFamily="18" charset="0"/>
                      </a:rPr>
                      <m:t> </m:t>
                    </m:r>
                    <m:r>
                      <m:rPr>
                        <m:sty m:val="p"/>
                      </m:rPr>
                      <a:rPr lang="en-IN" i="0">
                        <a:latin typeface="Cambria Math" panose="02040503050406030204" pitchFamily="18" charset="0"/>
                      </a:rPr>
                      <m:t>the</m:t>
                    </m:r>
                    <m:r>
                      <a:rPr lang="en-IN" i="0">
                        <a:latin typeface="Cambria Math" panose="02040503050406030204" pitchFamily="18" charset="0"/>
                      </a:rPr>
                      <m:t> </m:t>
                    </m:r>
                    <m:r>
                      <m:rPr>
                        <m:sty m:val="p"/>
                      </m:rPr>
                      <a:rPr lang="en-IN" i="0">
                        <a:latin typeface="Cambria Math" panose="02040503050406030204" pitchFamily="18" charset="0"/>
                      </a:rPr>
                      <m:t>number</m:t>
                    </m:r>
                    <m:r>
                      <a:rPr lang="en-IN" i="0">
                        <a:latin typeface="Cambria Math" panose="02040503050406030204" pitchFamily="18" charset="0"/>
                      </a:rPr>
                      <m:t> </m:t>
                    </m:r>
                    <m:r>
                      <m:rPr>
                        <m:sty m:val="p"/>
                      </m:rPr>
                      <a:rPr lang="en-IN" i="0">
                        <a:latin typeface="Cambria Math" panose="02040503050406030204" pitchFamily="18" charset="0"/>
                      </a:rPr>
                      <m:t>of</m:t>
                    </m:r>
                    <m:r>
                      <a:rPr lang="en-IN" i="0">
                        <a:latin typeface="Cambria Math" panose="02040503050406030204" pitchFamily="18" charset="0"/>
                      </a:rPr>
                      <m:t> </m:t>
                    </m:r>
                    <m:r>
                      <m:rPr>
                        <m:sty m:val="p"/>
                      </m:rPr>
                      <a:rPr lang="en-IN" i="0">
                        <a:latin typeface="Cambria Math" panose="02040503050406030204" pitchFamily="18" charset="0"/>
                      </a:rPr>
                      <m:t>pages</m:t>
                    </m:r>
                  </m:oMath>
                </a14:m>
                <a:endParaRPr lang="en-IN" dirty="0" smtClean="0"/>
              </a:p>
              <a:p>
                <a:pPr>
                  <a:buFont typeface="Wingdings" panose="05000000000000000000" pitchFamily="2" charset="2"/>
                  <a:buChar char="v"/>
                </a:pPr>
                <a:r>
                  <a:rPr lang="en-IN" dirty="0" smtClean="0"/>
                  <a:t>We iterate until the PageRank </a:t>
                </a:r>
                <a:r>
                  <a:rPr lang="en-IN" b="1" i="1" dirty="0" smtClean="0"/>
                  <a:t>converges</a:t>
                </a:r>
                <a:r>
                  <a:rPr lang="en-IN" dirty="0" smtClean="0"/>
                  <a:t>.(will explained at the last)</a:t>
                </a:r>
              </a:p>
              <a:p>
                <a:pPr>
                  <a:buFont typeface="Wingdings" panose="05000000000000000000" pitchFamily="2" charset="2"/>
                  <a:buChar char="v"/>
                </a:pPr>
                <a:endParaRPr lang="en-IN" dirty="0"/>
              </a:p>
              <a:p>
                <a:pPr marL="0" indent="0"/>
                <a:endParaRPr lang="en-IN" dirty="0" smtClean="0"/>
              </a:p>
              <a:p>
                <a:pPr marL="0" indent="0"/>
                <a:r>
                  <a:rPr lang="en-IN" dirty="0" smtClean="0"/>
                  <a:t>So Lets solve an example </a:t>
                </a:r>
                <a:r>
                  <a:rPr lang="en-IN" i="1" dirty="0" smtClean="0"/>
                  <a:t>without damping factor</a:t>
                </a:r>
                <a:r>
                  <a:rPr lang="en-IN" dirty="0" smtClean="0"/>
                  <a:t>.</a:t>
                </a:r>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xfrm>
                <a:off x="304800" y="1600200"/>
                <a:ext cx="8591550" cy="4525963"/>
              </a:xfrm>
              <a:blipFill rotWithShape="0">
                <a:blip r:embed="rId2"/>
                <a:stretch>
                  <a:fillRect l="-1065" t="-943" r="-5252"/>
                </a:stretch>
              </a:blipFill>
            </p:spPr>
            <p:txBody>
              <a:bodyPr/>
              <a:lstStyle/>
              <a:p>
                <a:r>
                  <a:rPr lang="en-IN">
                    <a:noFill/>
                  </a:rPr>
                  <a:t> </a:t>
                </a:r>
              </a:p>
            </p:txBody>
          </p:sp>
        </mc:Fallback>
      </mc:AlternateContent>
      <p:sp>
        <p:nvSpPr>
          <p:cNvPr id="3" name="Content Placeholder 2"/>
          <p:cNvSpPr>
            <a:spLocks noGrp="1"/>
          </p:cNvSpPr>
          <p:nvPr>
            <p:ph sz="quarter" idx="10"/>
          </p:nvPr>
        </p:nvSpPr>
        <p:spPr/>
        <p:txBody>
          <a:bodyPr/>
          <a:lstStyle/>
          <a:p>
            <a:r>
              <a:rPr lang="en-IN" dirty="0" smtClean="0"/>
              <a:t>PageRank Algorithm</a:t>
            </a:r>
            <a:endParaRPr lang="en-IN" dirty="0"/>
          </a:p>
        </p:txBody>
      </p:sp>
      <p:sp>
        <p:nvSpPr>
          <p:cNvPr id="4" name="TextBox 3"/>
          <p:cNvSpPr txBox="1"/>
          <p:nvPr/>
        </p:nvSpPr>
        <p:spPr>
          <a:xfrm>
            <a:off x="323850" y="6248400"/>
            <a:ext cx="8572500" cy="584775"/>
          </a:xfrm>
          <a:prstGeom prst="rect">
            <a:avLst/>
          </a:prstGeom>
          <a:noFill/>
        </p:spPr>
        <p:txBody>
          <a:bodyPr wrap="square" rtlCol="0">
            <a:spAutoFit/>
          </a:bodyPr>
          <a:lstStyle/>
          <a:p>
            <a:r>
              <a:rPr lang="en-IN" sz="1600" dirty="0"/>
              <a:t>Lawrence </a:t>
            </a:r>
            <a:r>
              <a:rPr lang="en-IN" sz="1600" dirty="0" smtClean="0"/>
              <a:t>Page et al. “</a:t>
            </a:r>
            <a:r>
              <a:rPr lang="en-IN" sz="1600" b="1" dirty="0" smtClean="0"/>
              <a:t>The </a:t>
            </a:r>
            <a:r>
              <a:rPr lang="en-IN" sz="1600" b="1" dirty="0"/>
              <a:t>PageRank Citation Ranking: Bringing Order to the </a:t>
            </a:r>
            <a:r>
              <a:rPr lang="en-IN" sz="1600" b="1" dirty="0" smtClean="0"/>
              <a:t>Web”. 1999</a:t>
            </a:r>
            <a:r>
              <a:rPr lang="en-IN" sz="1600" dirty="0" smtClean="0"/>
              <a:t> </a:t>
            </a:r>
            <a:r>
              <a:rPr lang="en-IN" sz="1600" dirty="0"/>
              <a:t>Technical Report. Stanford </a:t>
            </a:r>
            <a:r>
              <a:rPr lang="en-IN" sz="1600" dirty="0" err="1"/>
              <a:t>InfoLab</a:t>
            </a:r>
            <a:r>
              <a:rPr lang="en-IN" sz="1600" dirty="0"/>
              <a:t>. </a:t>
            </a:r>
          </a:p>
        </p:txBody>
      </p:sp>
      <mc:AlternateContent xmlns:mc="http://schemas.openxmlformats.org/markup-compatibility/2006" xmlns:a14="http://schemas.microsoft.com/office/drawing/2010/main">
        <mc:Choice Requires="a14">
          <p:sp>
            <p:nvSpPr>
              <p:cNvPr id="5" name="TextBox 4"/>
              <p:cNvSpPr txBox="1"/>
              <p:nvPr/>
            </p:nvSpPr>
            <p:spPr>
              <a:xfrm>
                <a:off x="28575" y="1981200"/>
                <a:ext cx="9144000" cy="96821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IN" sz="2800" b="1" i="1" smtClean="0">
                          <a:latin typeface="Cambria Math" panose="02040503050406030204" pitchFamily="18" charset="0"/>
                        </a:rPr>
                        <m:t>𝑷𝑹</m:t>
                      </m:r>
                      <m:d>
                        <m:dPr>
                          <m:ctrlPr>
                            <a:rPr lang="en-IN" sz="2800" b="1" i="1" smtClean="0">
                              <a:latin typeface="Cambria Math" panose="02040503050406030204" pitchFamily="18" charset="0"/>
                            </a:rPr>
                          </m:ctrlPr>
                        </m:dPr>
                        <m:e>
                          <m:r>
                            <a:rPr lang="en-IN" sz="2800" b="1" i="1" smtClean="0">
                              <a:latin typeface="Cambria Math" panose="02040503050406030204" pitchFamily="18" charset="0"/>
                            </a:rPr>
                            <m:t>𝑨</m:t>
                          </m:r>
                        </m:e>
                      </m:d>
                      <m:r>
                        <a:rPr lang="en-IN" sz="2800" b="1" i="1" smtClean="0">
                          <a:latin typeface="Cambria Math" panose="02040503050406030204" pitchFamily="18" charset="0"/>
                        </a:rPr>
                        <m:t>=</m:t>
                      </m:r>
                      <m:d>
                        <m:dPr>
                          <m:ctrlPr>
                            <a:rPr lang="en-IN" sz="2800" b="1" i="1" smtClean="0">
                              <a:latin typeface="Cambria Math" panose="02040503050406030204" pitchFamily="18" charset="0"/>
                            </a:rPr>
                          </m:ctrlPr>
                        </m:dPr>
                        <m:e>
                          <m:r>
                            <a:rPr lang="en-IN" sz="2800" b="1" i="1" smtClean="0">
                              <a:latin typeface="Cambria Math" panose="02040503050406030204" pitchFamily="18" charset="0"/>
                            </a:rPr>
                            <m:t>𝟏</m:t>
                          </m:r>
                          <m:r>
                            <a:rPr lang="en-IN" sz="2800" b="1" i="1" smtClean="0">
                              <a:latin typeface="Cambria Math" panose="02040503050406030204" pitchFamily="18" charset="0"/>
                            </a:rPr>
                            <m:t>−</m:t>
                          </m:r>
                          <m:r>
                            <a:rPr lang="en-IN" sz="2800" b="1" i="1" smtClean="0">
                              <a:latin typeface="Cambria Math" panose="02040503050406030204" pitchFamily="18" charset="0"/>
                            </a:rPr>
                            <m:t>𝒅</m:t>
                          </m:r>
                        </m:e>
                      </m:d>
                      <m:r>
                        <a:rPr lang="en-IN" sz="2800" b="1" i="1" smtClean="0">
                          <a:latin typeface="Cambria Math" panose="02040503050406030204" pitchFamily="18" charset="0"/>
                        </a:rPr>
                        <m:t>+</m:t>
                      </m:r>
                      <m:r>
                        <a:rPr lang="en-IN" sz="2800" b="1" i="1" smtClean="0">
                          <a:latin typeface="Cambria Math" panose="02040503050406030204" pitchFamily="18" charset="0"/>
                        </a:rPr>
                        <m:t>𝒅</m:t>
                      </m:r>
                      <m:d>
                        <m:dPr>
                          <m:ctrlPr>
                            <a:rPr lang="en-IN" sz="2800" b="1" i="1" smtClean="0">
                              <a:latin typeface="Cambria Math" panose="02040503050406030204" pitchFamily="18" charset="0"/>
                            </a:rPr>
                          </m:ctrlPr>
                        </m:dPr>
                        <m:e>
                          <m:f>
                            <m:fPr>
                              <m:ctrlPr>
                                <a:rPr lang="en-IN" sz="2800" b="1" i="1" smtClean="0">
                                  <a:latin typeface="Cambria Math" panose="02040503050406030204" pitchFamily="18" charset="0"/>
                                </a:rPr>
                              </m:ctrlPr>
                            </m:fPr>
                            <m:num>
                              <m:r>
                                <a:rPr lang="en-IN" sz="2800" b="1" i="1" smtClean="0">
                                  <a:latin typeface="Cambria Math" panose="02040503050406030204" pitchFamily="18" charset="0"/>
                                </a:rPr>
                                <m:t>𝑷𝑹</m:t>
                              </m:r>
                              <m:d>
                                <m:dPr>
                                  <m:ctrlPr>
                                    <a:rPr lang="en-IN" sz="2800" b="1" i="1" smtClean="0">
                                      <a:latin typeface="Cambria Math" panose="02040503050406030204" pitchFamily="18" charset="0"/>
                                    </a:rPr>
                                  </m:ctrlPr>
                                </m:dPr>
                                <m:e>
                                  <m:sSub>
                                    <m:sSubPr>
                                      <m:ctrlPr>
                                        <a:rPr lang="en-IN" sz="2800" b="1" i="1" smtClean="0">
                                          <a:latin typeface="Cambria Math" panose="02040503050406030204" pitchFamily="18" charset="0"/>
                                        </a:rPr>
                                      </m:ctrlPr>
                                    </m:sSubPr>
                                    <m:e>
                                      <m:r>
                                        <a:rPr lang="en-IN" sz="2800" b="1" i="1" smtClean="0">
                                          <a:latin typeface="Cambria Math" panose="02040503050406030204" pitchFamily="18" charset="0"/>
                                        </a:rPr>
                                        <m:t>𝑻</m:t>
                                      </m:r>
                                    </m:e>
                                    <m:sub>
                                      <m:r>
                                        <a:rPr lang="en-IN" sz="2800" b="1" i="1" smtClean="0">
                                          <a:latin typeface="Cambria Math" panose="02040503050406030204" pitchFamily="18" charset="0"/>
                                        </a:rPr>
                                        <m:t>𝟏</m:t>
                                      </m:r>
                                    </m:sub>
                                  </m:sSub>
                                </m:e>
                              </m:d>
                            </m:num>
                            <m:den>
                              <m:r>
                                <a:rPr lang="en-IN" sz="2800" b="1" i="1" smtClean="0">
                                  <a:latin typeface="Cambria Math" panose="02040503050406030204" pitchFamily="18" charset="0"/>
                                </a:rPr>
                                <m:t>𝑪</m:t>
                              </m:r>
                              <m:d>
                                <m:dPr>
                                  <m:ctrlPr>
                                    <a:rPr lang="en-IN" sz="2800" b="1" i="1" smtClean="0">
                                      <a:latin typeface="Cambria Math" panose="02040503050406030204" pitchFamily="18" charset="0"/>
                                    </a:rPr>
                                  </m:ctrlPr>
                                </m:dPr>
                                <m:e>
                                  <m:sSub>
                                    <m:sSubPr>
                                      <m:ctrlPr>
                                        <a:rPr lang="en-IN" sz="2800" b="1" i="1" smtClean="0">
                                          <a:latin typeface="Cambria Math" panose="02040503050406030204" pitchFamily="18" charset="0"/>
                                        </a:rPr>
                                      </m:ctrlPr>
                                    </m:sSubPr>
                                    <m:e>
                                      <m:r>
                                        <a:rPr lang="en-IN" sz="2800" b="1" i="1" smtClean="0">
                                          <a:latin typeface="Cambria Math" panose="02040503050406030204" pitchFamily="18" charset="0"/>
                                        </a:rPr>
                                        <m:t>𝑻</m:t>
                                      </m:r>
                                    </m:e>
                                    <m:sub>
                                      <m:r>
                                        <a:rPr lang="en-IN" sz="2800" b="1" i="1" smtClean="0">
                                          <a:latin typeface="Cambria Math" panose="02040503050406030204" pitchFamily="18" charset="0"/>
                                        </a:rPr>
                                        <m:t>𝟏</m:t>
                                      </m:r>
                                    </m:sub>
                                  </m:sSub>
                                </m:e>
                              </m:d>
                            </m:den>
                          </m:f>
                          <m:r>
                            <a:rPr lang="en-IN" sz="2800" b="1" i="1" smtClean="0">
                              <a:latin typeface="Cambria Math" panose="02040503050406030204" pitchFamily="18" charset="0"/>
                            </a:rPr>
                            <m:t>+</m:t>
                          </m:r>
                          <m:f>
                            <m:fPr>
                              <m:ctrlPr>
                                <a:rPr lang="en-IN" sz="2800" b="1" i="1" smtClean="0">
                                  <a:latin typeface="Cambria Math" panose="02040503050406030204" pitchFamily="18" charset="0"/>
                                </a:rPr>
                              </m:ctrlPr>
                            </m:fPr>
                            <m:num>
                              <m:r>
                                <a:rPr lang="en-IN" sz="2800" b="1" i="1" smtClean="0">
                                  <a:latin typeface="Cambria Math" panose="02040503050406030204" pitchFamily="18" charset="0"/>
                                </a:rPr>
                                <m:t>𝑷𝑹</m:t>
                              </m:r>
                              <m:d>
                                <m:dPr>
                                  <m:ctrlPr>
                                    <a:rPr lang="en-IN" sz="2800" b="1" i="1" smtClean="0">
                                      <a:latin typeface="Cambria Math" panose="02040503050406030204" pitchFamily="18" charset="0"/>
                                    </a:rPr>
                                  </m:ctrlPr>
                                </m:dPr>
                                <m:e>
                                  <m:sSub>
                                    <m:sSubPr>
                                      <m:ctrlPr>
                                        <a:rPr lang="en-IN" sz="2800" b="1" i="1" smtClean="0">
                                          <a:latin typeface="Cambria Math" panose="02040503050406030204" pitchFamily="18" charset="0"/>
                                        </a:rPr>
                                      </m:ctrlPr>
                                    </m:sSubPr>
                                    <m:e>
                                      <m:r>
                                        <a:rPr lang="en-IN" sz="2800" b="1" i="1" smtClean="0">
                                          <a:latin typeface="Cambria Math" panose="02040503050406030204" pitchFamily="18" charset="0"/>
                                        </a:rPr>
                                        <m:t>𝑻</m:t>
                                      </m:r>
                                    </m:e>
                                    <m:sub>
                                      <m:r>
                                        <a:rPr lang="en-IN" sz="2800" b="1" i="1" smtClean="0">
                                          <a:latin typeface="Cambria Math" panose="02040503050406030204" pitchFamily="18" charset="0"/>
                                        </a:rPr>
                                        <m:t>𝟐</m:t>
                                      </m:r>
                                    </m:sub>
                                  </m:sSub>
                                </m:e>
                              </m:d>
                            </m:num>
                            <m:den>
                              <m:r>
                                <a:rPr lang="en-IN" sz="2800" b="1" i="1" smtClean="0">
                                  <a:latin typeface="Cambria Math" panose="02040503050406030204" pitchFamily="18" charset="0"/>
                                </a:rPr>
                                <m:t>𝑪</m:t>
                              </m:r>
                              <m:d>
                                <m:dPr>
                                  <m:ctrlPr>
                                    <a:rPr lang="en-IN" sz="2800" b="1" i="1" smtClean="0">
                                      <a:latin typeface="Cambria Math" panose="02040503050406030204" pitchFamily="18" charset="0"/>
                                    </a:rPr>
                                  </m:ctrlPr>
                                </m:dPr>
                                <m:e>
                                  <m:sSub>
                                    <m:sSubPr>
                                      <m:ctrlPr>
                                        <a:rPr lang="en-IN" sz="2800" b="1" i="1" smtClean="0">
                                          <a:latin typeface="Cambria Math" panose="02040503050406030204" pitchFamily="18" charset="0"/>
                                        </a:rPr>
                                      </m:ctrlPr>
                                    </m:sSubPr>
                                    <m:e>
                                      <m:r>
                                        <a:rPr lang="en-IN" sz="2800" b="1" i="1" smtClean="0">
                                          <a:latin typeface="Cambria Math" panose="02040503050406030204" pitchFamily="18" charset="0"/>
                                        </a:rPr>
                                        <m:t>𝑻</m:t>
                                      </m:r>
                                    </m:e>
                                    <m:sub>
                                      <m:r>
                                        <a:rPr lang="en-IN" sz="2800" b="1" i="1" smtClean="0">
                                          <a:latin typeface="Cambria Math" panose="02040503050406030204" pitchFamily="18" charset="0"/>
                                        </a:rPr>
                                        <m:t>𝟐</m:t>
                                      </m:r>
                                    </m:sub>
                                  </m:sSub>
                                </m:e>
                              </m:d>
                            </m:den>
                          </m:f>
                          <m:r>
                            <a:rPr lang="en-IN" sz="2800" b="1" i="1" smtClean="0">
                              <a:latin typeface="Cambria Math" panose="02040503050406030204" pitchFamily="18" charset="0"/>
                            </a:rPr>
                            <m:t>+ ….+</m:t>
                          </m:r>
                          <m:f>
                            <m:fPr>
                              <m:ctrlPr>
                                <a:rPr lang="en-IN" sz="2800" b="1" i="1" smtClean="0">
                                  <a:latin typeface="Cambria Math" panose="02040503050406030204" pitchFamily="18" charset="0"/>
                                </a:rPr>
                              </m:ctrlPr>
                            </m:fPr>
                            <m:num>
                              <m:r>
                                <a:rPr lang="en-IN" sz="2800" b="1" i="1" smtClean="0">
                                  <a:latin typeface="Cambria Math" panose="02040503050406030204" pitchFamily="18" charset="0"/>
                                </a:rPr>
                                <m:t>𝑷𝑹</m:t>
                              </m:r>
                              <m:d>
                                <m:dPr>
                                  <m:ctrlPr>
                                    <a:rPr lang="en-IN" sz="2800" b="1" i="1" smtClean="0">
                                      <a:latin typeface="Cambria Math" panose="02040503050406030204" pitchFamily="18" charset="0"/>
                                    </a:rPr>
                                  </m:ctrlPr>
                                </m:dPr>
                                <m:e>
                                  <m:sSub>
                                    <m:sSubPr>
                                      <m:ctrlPr>
                                        <a:rPr lang="en-IN" sz="2800" b="1" i="1" smtClean="0">
                                          <a:latin typeface="Cambria Math" panose="02040503050406030204" pitchFamily="18" charset="0"/>
                                        </a:rPr>
                                      </m:ctrlPr>
                                    </m:sSubPr>
                                    <m:e>
                                      <m:r>
                                        <a:rPr lang="en-IN" sz="2800" b="1" i="1" smtClean="0">
                                          <a:latin typeface="Cambria Math" panose="02040503050406030204" pitchFamily="18" charset="0"/>
                                        </a:rPr>
                                        <m:t>𝑻</m:t>
                                      </m:r>
                                    </m:e>
                                    <m:sub>
                                      <m:r>
                                        <a:rPr lang="en-IN" sz="2800" b="1" i="1" smtClean="0">
                                          <a:latin typeface="Cambria Math" panose="02040503050406030204" pitchFamily="18" charset="0"/>
                                        </a:rPr>
                                        <m:t>𝒏</m:t>
                                      </m:r>
                                    </m:sub>
                                  </m:sSub>
                                </m:e>
                              </m:d>
                            </m:num>
                            <m:den>
                              <m:r>
                                <a:rPr lang="en-IN" sz="2800" b="1" i="1" smtClean="0">
                                  <a:latin typeface="Cambria Math" panose="02040503050406030204" pitchFamily="18" charset="0"/>
                                </a:rPr>
                                <m:t>𝑪</m:t>
                              </m:r>
                              <m:d>
                                <m:dPr>
                                  <m:ctrlPr>
                                    <a:rPr lang="en-IN" sz="2800" b="1" i="1" smtClean="0">
                                      <a:latin typeface="Cambria Math" panose="02040503050406030204" pitchFamily="18" charset="0"/>
                                    </a:rPr>
                                  </m:ctrlPr>
                                </m:dPr>
                                <m:e>
                                  <m:sSub>
                                    <m:sSubPr>
                                      <m:ctrlPr>
                                        <a:rPr lang="en-IN" sz="2800" b="1" i="1" smtClean="0">
                                          <a:latin typeface="Cambria Math" panose="02040503050406030204" pitchFamily="18" charset="0"/>
                                        </a:rPr>
                                      </m:ctrlPr>
                                    </m:sSubPr>
                                    <m:e>
                                      <m:r>
                                        <a:rPr lang="en-IN" sz="2800" b="1" i="1" smtClean="0">
                                          <a:latin typeface="Cambria Math" panose="02040503050406030204" pitchFamily="18" charset="0"/>
                                        </a:rPr>
                                        <m:t>𝑻</m:t>
                                      </m:r>
                                    </m:e>
                                    <m:sub>
                                      <m:r>
                                        <a:rPr lang="en-IN" sz="2800" b="1" i="1" smtClean="0">
                                          <a:latin typeface="Cambria Math" panose="02040503050406030204" pitchFamily="18" charset="0"/>
                                        </a:rPr>
                                        <m:t>𝒏</m:t>
                                      </m:r>
                                    </m:sub>
                                  </m:sSub>
                                </m:e>
                              </m:d>
                            </m:den>
                          </m:f>
                        </m:e>
                      </m:d>
                    </m:oMath>
                  </m:oMathPara>
                </a14:m>
                <a:r>
                  <a:rPr lang="en-IN" sz="2800" b="1" i="1" dirty="0" smtClean="0">
                    <a:latin typeface="Cambria Math" panose="02040503050406030204" pitchFamily="18" charset="0"/>
                  </a:rPr>
                  <a:t/>
                </a:r>
                <a:br>
                  <a:rPr lang="en-IN" sz="2800" b="1" i="1" dirty="0" smtClean="0">
                    <a:latin typeface="Cambria Math" panose="02040503050406030204" pitchFamily="18" charset="0"/>
                  </a:rPr>
                </a:br>
                <a:endParaRPr lang="en-IN" sz="2800" b="1" dirty="0" smtClean="0"/>
              </a:p>
            </p:txBody>
          </p:sp>
        </mc:Choice>
        <mc:Fallback xmlns="">
          <p:sp>
            <p:nvSpPr>
              <p:cNvPr id="5" name="TextBox 4"/>
              <p:cNvSpPr txBox="1">
                <a:spLocks noRot="1" noChangeAspect="1" noMove="1" noResize="1" noEditPoints="1" noAdjustHandles="1" noChangeArrowheads="1" noChangeShapeType="1" noTextEdit="1"/>
              </p:cNvSpPr>
              <p:nvPr/>
            </p:nvSpPr>
            <p:spPr>
              <a:xfrm>
                <a:off x="28575" y="1981200"/>
                <a:ext cx="9144000" cy="968214"/>
              </a:xfrm>
              <a:prstGeom prst="rect">
                <a:avLst/>
              </a:prstGeom>
              <a:blipFill rotWithShape="0">
                <a:blip r:embed="rId3"/>
                <a:stretch>
                  <a:fillRect/>
                </a:stretch>
              </a:blipFill>
            </p:spPr>
            <p:txBody>
              <a:bodyPr/>
              <a:lstStyle/>
              <a:p>
                <a:r>
                  <a:rPr lang="en-IN">
                    <a:noFill/>
                  </a:rPr>
                  <a:t> </a:t>
                </a:r>
              </a:p>
            </p:txBody>
          </p:sp>
        </mc:Fallback>
      </mc:AlternateContent>
      <mc:AlternateContent xmlns:mc="http://schemas.openxmlformats.org/markup-compatibility/2006">
        <mc:Choice xmlns:p14="http://schemas.microsoft.com/office/powerpoint/2010/main" Requires="p14">
          <p:contentPart p14:bwMode="auto" r:id="rId4">
            <p14:nvContentPartPr>
              <p14:cNvPr id="6" name="Ink 5"/>
              <p14:cNvContentPartPr/>
              <p14:nvPr/>
            </p14:nvContentPartPr>
            <p14:xfrm>
              <a:off x="1843200" y="407160"/>
              <a:ext cx="6742800" cy="3351240"/>
            </p14:xfrm>
          </p:contentPart>
        </mc:Choice>
        <mc:Fallback>
          <p:pic>
            <p:nvPicPr>
              <p:cNvPr id="6" name="Ink 5"/>
              <p:cNvPicPr/>
              <p:nvPr/>
            </p:nvPicPr>
            <p:blipFill>
              <a:blip r:embed="rId5"/>
              <a:stretch>
                <a:fillRect/>
              </a:stretch>
            </p:blipFill>
            <p:spPr>
              <a:xfrm>
                <a:off x="1830600" y="398160"/>
                <a:ext cx="6762600" cy="3371760"/>
              </a:xfrm>
              <a:prstGeom prst="rect">
                <a:avLst/>
              </a:prstGeom>
            </p:spPr>
          </p:pic>
        </mc:Fallback>
      </mc:AlternateContent>
    </p:spTree>
    <p:extLst>
      <p:ext uri="{BB962C8B-B14F-4D97-AF65-F5344CB8AC3E}">
        <p14:creationId xmlns:p14="http://schemas.microsoft.com/office/powerpoint/2010/main" val="389385196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sz="quarter" idx="10"/>
              </p:nvPr>
            </p:nvSpPr>
            <p:spPr>
              <a:xfrm>
                <a:off x="304800" y="304800"/>
                <a:ext cx="6324600" cy="1143000"/>
              </a:xfrm>
            </p:spPr>
            <p:txBody>
              <a:bodyPr>
                <a:normAutofit/>
              </a:bodyPr>
              <a:lstStyle/>
              <a:p>
                <a:pPr/>
                <a14:m>
                  <m:oMathPara xmlns:m="http://schemas.openxmlformats.org/officeDocument/2006/math">
                    <m:oMathParaPr>
                      <m:jc m:val="centerGroup"/>
                    </m:oMathParaPr>
                    <m:oMath xmlns:m="http://schemas.openxmlformats.org/officeDocument/2006/math">
                      <m:sSub>
                        <m:sSubPr>
                          <m:ctrlPr>
                            <a:rPr lang="en-IN" sz="2400" i="1">
                              <a:latin typeface="Cambria Math" panose="02040503050406030204" pitchFamily="18" charset="0"/>
                            </a:rPr>
                          </m:ctrlPr>
                        </m:sSubPr>
                        <m:e>
                          <m:r>
                            <a:rPr lang="en-IN" sz="2400" i="1">
                              <a:latin typeface="Cambria Math" panose="02040503050406030204" pitchFamily="18" charset="0"/>
                            </a:rPr>
                            <m:t>𝑷𝑹</m:t>
                          </m:r>
                        </m:e>
                        <m:sub>
                          <m:r>
                            <a:rPr lang="en-IN" sz="2400" i="1">
                              <a:latin typeface="Cambria Math" panose="02040503050406030204" pitchFamily="18" charset="0"/>
                            </a:rPr>
                            <m:t>𝒊</m:t>
                          </m:r>
                          <m:r>
                            <a:rPr lang="en-IN" sz="2400" i="1">
                              <a:latin typeface="Cambria Math" panose="02040503050406030204" pitchFamily="18" charset="0"/>
                            </a:rPr>
                            <m:t>+</m:t>
                          </m:r>
                          <m:r>
                            <a:rPr lang="en-IN" sz="2400" i="1">
                              <a:latin typeface="Cambria Math" panose="02040503050406030204" pitchFamily="18" charset="0"/>
                            </a:rPr>
                            <m:t>𝟏</m:t>
                          </m:r>
                        </m:sub>
                      </m:sSub>
                      <m:d>
                        <m:dPr>
                          <m:ctrlPr>
                            <a:rPr lang="en-IN" sz="2400" i="1">
                              <a:latin typeface="Cambria Math" panose="02040503050406030204" pitchFamily="18" charset="0"/>
                            </a:rPr>
                          </m:ctrlPr>
                        </m:dPr>
                        <m:e>
                          <m:r>
                            <a:rPr lang="en-IN" sz="2400" i="1">
                              <a:latin typeface="Cambria Math" panose="02040503050406030204" pitchFamily="18" charset="0"/>
                            </a:rPr>
                            <m:t> </m:t>
                          </m:r>
                          <m:sSub>
                            <m:sSubPr>
                              <m:ctrlPr>
                                <a:rPr lang="en-IN" sz="2400" i="1">
                                  <a:latin typeface="Cambria Math" panose="02040503050406030204" pitchFamily="18" charset="0"/>
                                </a:rPr>
                              </m:ctrlPr>
                            </m:sSubPr>
                            <m:e>
                              <m:r>
                                <a:rPr lang="en-IN" sz="2400" i="1">
                                  <a:latin typeface="Cambria Math" panose="02040503050406030204" pitchFamily="18" charset="0"/>
                                </a:rPr>
                                <m:t>𝑷</m:t>
                              </m:r>
                            </m:e>
                            <m:sub>
                              <m:r>
                                <a:rPr lang="en-IN" sz="2400" i="1">
                                  <a:latin typeface="Cambria Math" panose="02040503050406030204" pitchFamily="18" charset="0"/>
                                </a:rPr>
                                <m:t>𝒊</m:t>
                              </m:r>
                            </m:sub>
                          </m:sSub>
                        </m:e>
                      </m:d>
                      <m:r>
                        <a:rPr lang="en-IN" sz="2400" i="1">
                          <a:latin typeface="Cambria Math" panose="02040503050406030204" pitchFamily="18" charset="0"/>
                        </a:rPr>
                        <m:t>= </m:t>
                      </m:r>
                      <m:nary>
                        <m:naryPr>
                          <m:chr m:val="∑"/>
                          <m:supHide m:val="on"/>
                          <m:ctrlPr>
                            <a:rPr lang="en-IN" sz="2400" i="1">
                              <a:latin typeface="Cambria Math" panose="02040503050406030204" pitchFamily="18" charset="0"/>
                            </a:rPr>
                          </m:ctrlPr>
                        </m:naryPr>
                        <m:sub>
                          <m:sSub>
                            <m:sSubPr>
                              <m:ctrlPr>
                                <a:rPr lang="en-IN" sz="2400" i="1">
                                  <a:latin typeface="Cambria Math" panose="02040503050406030204" pitchFamily="18" charset="0"/>
                                </a:rPr>
                              </m:ctrlPr>
                            </m:sSubPr>
                            <m:e>
                              <m:r>
                                <a:rPr lang="en-IN" sz="2400" i="1">
                                  <a:latin typeface="Cambria Math" panose="02040503050406030204" pitchFamily="18" charset="0"/>
                                </a:rPr>
                                <m:t>𝑷</m:t>
                              </m:r>
                            </m:e>
                            <m:sub>
                              <m:r>
                                <a:rPr lang="en-IN" sz="2400" i="1">
                                  <a:latin typeface="Cambria Math" panose="02040503050406030204" pitchFamily="18" charset="0"/>
                                </a:rPr>
                                <m:t>𝒋</m:t>
                              </m:r>
                            </m:sub>
                          </m:sSub>
                        </m:sub>
                        <m:sup/>
                        <m:e>
                          <m:f>
                            <m:fPr>
                              <m:ctrlPr>
                                <a:rPr lang="en-IN" sz="2400" i="1">
                                  <a:latin typeface="Cambria Math" panose="02040503050406030204" pitchFamily="18" charset="0"/>
                                </a:rPr>
                              </m:ctrlPr>
                            </m:fPr>
                            <m:num>
                              <m:sSub>
                                <m:sSubPr>
                                  <m:ctrlPr>
                                    <a:rPr lang="en-IN" sz="2400" i="1">
                                      <a:latin typeface="Cambria Math" panose="02040503050406030204" pitchFamily="18" charset="0"/>
                                    </a:rPr>
                                  </m:ctrlPr>
                                </m:sSubPr>
                                <m:e>
                                  <m:r>
                                    <a:rPr lang="en-IN" sz="2400" i="1">
                                      <a:latin typeface="Cambria Math" panose="02040503050406030204" pitchFamily="18" charset="0"/>
                                    </a:rPr>
                                    <m:t>𝑷𝑹</m:t>
                                  </m:r>
                                </m:e>
                                <m:sub>
                                  <m:r>
                                    <a:rPr lang="en-IN" sz="2400" i="1">
                                      <a:latin typeface="Cambria Math" panose="02040503050406030204" pitchFamily="18" charset="0"/>
                                    </a:rPr>
                                    <m:t>𝒊</m:t>
                                  </m:r>
                                </m:sub>
                              </m:sSub>
                              <m:d>
                                <m:dPr>
                                  <m:ctrlPr>
                                    <a:rPr lang="en-IN" sz="2400" i="1">
                                      <a:latin typeface="Cambria Math" panose="02040503050406030204" pitchFamily="18" charset="0"/>
                                    </a:rPr>
                                  </m:ctrlPr>
                                </m:dPr>
                                <m:e>
                                  <m:r>
                                    <a:rPr lang="en-IN" sz="2400" i="1">
                                      <a:latin typeface="Cambria Math" panose="02040503050406030204" pitchFamily="18" charset="0"/>
                                    </a:rPr>
                                    <m:t> </m:t>
                                  </m:r>
                                  <m:sSub>
                                    <m:sSubPr>
                                      <m:ctrlPr>
                                        <a:rPr lang="en-IN" sz="2400" i="1">
                                          <a:latin typeface="Cambria Math" panose="02040503050406030204" pitchFamily="18" charset="0"/>
                                        </a:rPr>
                                      </m:ctrlPr>
                                    </m:sSubPr>
                                    <m:e>
                                      <m:r>
                                        <a:rPr lang="en-IN" sz="2400" i="1">
                                          <a:latin typeface="Cambria Math" panose="02040503050406030204" pitchFamily="18" charset="0"/>
                                        </a:rPr>
                                        <m:t>𝑷</m:t>
                                      </m:r>
                                    </m:e>
                                    <m:sub>
                                      <m:r>
                                        <a:rPr lang="en-IN" sz="2400" i="1">
                                          <a:latin typeface="Cambria Math" panose="02040503050406030204" pitchFamily="18" charset="0"/>
                                        </a:rPr>
                                        <m:t>𝒋</m:t>
                                      </m:r>
                                    </m:sub>
                                  </m:sSub>
                                </m:e>
                              </m:d>
                            </m:num>
                            <m:den>
                              <m:r>
                                <a:rPr lang="en-IN" sz="2400" i="1">
                                  <a:latin typeface="Cambria Math" panose="02040503050406030204" pitchFamily="18" charset="0"/>
                                </a:rPr>
                                <m:t>𝑪</m:t>
                              </m:r>
                              <m:r>
                                <a:rPr lang="en-IN" sz="2400" i="1">
                                  <a:latin typeface="Cambria Math" panose="02040503050406030204" pitchFamily="18" charset="0"/>
                                </a:rPr>
                                <m:t>(</m:t>
                              </m:r>
                              <m:sSub>
                                <m:sSubPr>
                                  <m:ctrlPr>
                                    <a:rPr lang="en-IN" sz="2400" i="1">
                                      <a:latin typeface="Cambria Math" panose="02040503050406030204" pitchFamily="18" charset="0"/>
                                    </a:rPr>
                                  </m:ctrlPr>
                                </m:sSubPr>
                                <m:e>
                                  <m:r>
                                    <a:rPr lang="en-IN" sz="2400" i="1">
                                      <a:latin typeface="Cambria Math" panose="02040503050406030204" pitchFamily="18" charset="0"/>
                                    </a:rPr>
                                    <m:t>𝑷</m:t>
                                  </m:r>
                                </m:e>
                                <m:sub>
                                  <m:r>
                                    <a:rPr lang="en-IN" sz="2400" i="1">
                                      <a:latin typeface="Cambria Math" panose="02040503050406030204" pitchFamily="18" charset="0"/>
                                    </a:rPr>
                                    <m:t>𝒋</m:t>
                                  </m:r>
                                </m:sub>
                              </m:sSub>
                              <m:r>
                                <a:rPr lang="en-IN" sz="2400" i="1">
                                  <a:latin typeface="Cambria Math" panose="02040503050406030204" pitchFamily="18" charset="0"/>
                                </a:rPr>
                                <m:t>)</m:t>
                              </m:r>
                            </m:den>
                          </m:f>
                        </m:e>
                      </m:nary>
                    </m:oMath>
                  </m:oMathPara>
                </a14:m>
                <a:endParaRPr lang="en-IN" sz="2400" dirty="0"/>
              </a:p>
            </p:txBody>
          </p:sp>
        </mc:Choice>
        <mc:Fallback xmlns="">
          <p:sp>
            <p:nvSpPr>
              <p:cNvPr id="3" name="Content Placeholder 2"/>
              <p:cNvSpPr>
                <a:spLocks noGrp="1" noRot="1" noChangeAspect="1" noMove="1" noResize="1" noEditPoints="1" noAdjustHandles="1" noChangeArrowheads="1" noChangeShapeType="1" noTextEdit="1"/>
              </p:cNvSpPr>
              <p:nvPr>
                <p:ph sz="quarter" idx="10"/>
              </p:nvPr>
            </p:nvSpPr>
            <p:spPr>
              <a:xfrm>
                <a:off x="304800" y="304800"/>
                <a:ext cx="6324600" cy="1143000"/>
              </a:xfrm>
              <a:blipFill rotWithShape="0">
                <a:blip r:embed="rId2"/>
                <a:stretch>
                  <a:fillRect t="-118085" b="-136170"/>
                </a:stretch>
              </a:blipFill>
            </p:spPr>
            <p:txBody>
              <a:bodyPr/>
              <a:lstStyle/>
              <a:p>
                <a:r>
                  <a:rPr lang="en-IN">
                    <a:noFill/>
                  </a:rPr>
                  <a:t> </a:t>
                </a:r>
              </a:p>
            </p:txBody>
          </p:sp>
        </mc:Fallback>
      </mc:AlternateContent>
      <p:sp>
        <p:nvSpPr>
          <p:cNvPr id="4" name="TextBox 3"/>
          <p:cNvSpPr txBox="1"/>
          <p:nvPr/>
        </p:nvSpPr>
        <p:spPr>
          <a:xfrm>
            <a:off x="323850" y="6172200"/>
            <a:ext cx="8572500" cy="584775"/>
          </a:xfrm>
          <a:prstGeom prst="rect">
            <a:avLst/>
          </a:prstGeom>
          <a:noFill/>
        </p:spPr>
        <p:txBody>
          <a:bodyPr wrap="square" rtlCol="0">
            <a:spAutoFit/>
          </a:bodyPr>
          <a:lstStyle/>
          <a:p>
            <a:r>
              <a:rPr lang="en-IN" sz="1600" dirty="0"/>
              <a:t>Lawrence </a:t>
            </a:r>
            <a:r>
              <a:rPr lang="en-IN" sz="1600" dirty="0" smtClean="0"/>
              <a:t>Page et al. “</a:t>
            </a:r>
            <a:r>
              <a:rPr lang="en-IN" sz="1600" b="1" dirty="0" smtClean="0"/>
              <a:t>The </a:t>
            </a:r>
            <a:r>
              <a:rPr lang="en-IN" sz="1600" b="1" dirty="0"/>
              <a:t>PageRank Citation Ranking: Bringing Order to the </a:t>
            </a:r>
            <a:r>
              <a:rPr lang="en-IN" sz="1600" b="1" dirty="0" smtClean="0"/>
              <a:t>Web”. 1999</a:t>
            </a:r>
            <a:r>
              <a:rPr lang="en-IN" sz="1600" dirty="0" smtClean="0"/>
              <a:t> </a:t>
            </a:r>
            <a:r>
              <a:rPr lang="en-IN" sz="1600" dirty="0"/>
              <a:t>Technical Report. Stanford </a:t>
            </a:r>
            <a:r>
              <a:rPr lang="en-IN" sz="1600" dirty="0" err="1"/>
              <a:t>InfoLab</a:t>
            </a:r>
            <a:r>
              <a:rPr lang="en-IN" sz="1600" dirty="0"/>
              <a:t>. </a:t>
            </a:r>
          </a:p>
        </p:txBody>
      </p:sp>
      <p:sp>
        <p:nvSpPr>
          <p:cNvPr id="32" name="Content Placeholder 31"/>
          <p:cNvSpPr>
            <a:spLocks noGrp="1"/>
          </p:cNvSpPr>
          <p:nvPr>
            <p:ph idx="1"/>
          </p:nvPr>
        </p:nvSpPr>
        <p:spPr/>
        <p:txBody>
          <a:bodyPr/>
          <a:lstStyle/>
          <a:p>
            <a:r>
              <a:rPr lang="en-IN" dirty="0" smtClean="0">
                <a:hlinkClick r:id="rId3" action="ppaction://hlinkfile"/>
              </a:rPr>
              <a:t>PageRank Solution.xlsx</a:t>
            </a:r>
            <a:endParaRPr lang="en-IN" dirty="0"/>
          </a:p>
        </p:txBody>
      </p:sp>
      <p:grpSp>
        <p:nvGrpSpPr>
          <p:cNvPr id="33" name="Group 32"/>
          <p:cNvGrpSpPr/>
          <p:nvPr/>
        </p:nvGrpSpPr>
        <p:grpSpPr>
          <a:xfrm>
            <a:off x="838200" y="1930401"/>
            <a:ext cx="8058150" cy="4195762"/>
            <a:chOff x="838200" y="1930401"/>
            <a:chExt cx="8058150" cy="4195762"/>
          </a:xfrm>
        </p:grpSpPr>
        <p:grpSp>
          <p:nvGrpSpPr>
            <p:cNvPr id="34" name="Group 33"/>
            <p:cNvGrpSpPr/>
            <p:nvPr/>
          </p:nvGrpSpPr>
          <p:grpSpPr>
            <a:xfrm>
              <a:off x="838200" y="1930401"/>
              <a:ext cx="8058150" cy="4195762"/>
              <a:chOff x="533400" y="1390604"/>
              <a:chExt cx="8001000" cy="4894418"/>
            </a:xfrm>
          </p:grpSpPr>
          <p:grpSp>
            <p:nvGrpSpPr>
              <p:cNvPr id="37" name="Group 36"/>
              <p:cNvGrpSpPr/>
              <p:nvPr/>
            </p:nvGrpSpPr>
            <p:grpSpPr>
              <a:xfrm>
                <a:off x="533400" y="1390604"/>
                <a:ext cx="8001000" cy="4894418"/>
                <a:chOff x="533400" y="1390604"/>
                <a:chExt cx="8001000" cy="4894418"/>
              </a:xfrm>
            </p:grpSpPr>
            <p:sp>
              <p:nvSpPr>
                <p:cNvPr id="52" name="Oval 51"/>
                <p:cNvSpPr/>
                <p:nvPr/>
              </p:nvSpPr>
              <p:spPr>
                <a:xfrm>
                  <a:off x="685800" y="1741597"/>
                  <a:ext cx="7620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A</a:t>
                  </a:r>
                  <a:endParaRPr lang="en-IN" dirty="0"/>
                </a:p>
              </p:txBody>
            </p:sp>
            <p:sp>
              <p:nvSpPr>
                <p:cNvPr id="53" name="Oval 52"/>
                <p:cNvSpPr/>
                <p:nvPr/>
              </p:nvSpPr>
              <p:spPr>
                <a:xfrm>
                  <a:off x="2057400" y="1905000"/>
                  <a:ext cx="7620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B</a:t>
                  </a:r>
                  <a:endParaRPr lang="en-IN" dirty="0"/>
                </a:p>
              </p:txBody>
            </p:sp>
            <p:sp>
              <p:nvSpPr>
                <p:cNvPr id="54" name="Oval 53"/>
                <p:cNvSpPr/>
                <p:nvPr/>
              </p:nvSpPr>
              <p:spPr>
                <a:xfrm>
                  <a:off x="2056722" y="4070875"/>
                  <a:ext cx="7620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C</a:t>
                  </a:r>
                  <a:endParaRPr lang="en-IN" dirty="0"/>
                </a:p>
              </p:txBody>
            </p:sp>
            <p:sp>
              <p:nvSpPr>
                <p:cNvPr id="55" name="Oval 54"/>
                <p:cNvSpPr/>
                <p:nvPr/>
              </p:nvSpPr>
              <p:spPr>
                <a:xfrm>
                  <a:off x="4495800" y="4305300"/>
                  <a:ext cx="7620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F</a:t>
                  </a:r>
                  <a:endParaRPr lang="en-IN" dirty="0"/>
                </a:p>
              </p:txBody>
            </p:sp>
            <p:sp>
              <p:nvSpPr>
                <p:cNvPr id="56" name="Oval 55"/>
                <p:cNvSpPr/>
                <p:nvPr/>
              </p:nvSpPr>
              <p:spPr>
                <a:xfrm>
                  <a:off x="533400" y="5257800"/>
                  <a:ext cx="7620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D</a:t>
                  </a:r>
                  <a:endParaRPr lang="en-IN" dirty="0"/>
                </a:p>
              </p:txBody>
            </p:sp>
            <p:sp>
              <p:nvSpPr>
                <p:cNvPr id="57" name="Oval 56"/>
                <p:cNvSpPr/>
                <p:nvPr/>
              </p:nvSpPr>
              <p:spPr>
                <a:xfrm>
                  <a:off x="5867400" y="2845065"/>
                  <a:ext cx="7620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H</a:t>
                  </a:r>
                  <a:endParaRPr lang="en-IN" dirty="0"/>
                </a:p>
              </p:txBody>
            </p:sp>
            <p:sp>
              <p:nvSpPr>
                <p:cNvPr id="58" name="Oval 57"/>
                <p:cNvSpPr/>
                <p:nvPr/>
              </p:nvSpPr>
              <p:spPr>
                <a:xfrm>
                  <a:off x="5257800" y="5599222"/>
                  <a:ext cx="7620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E</a:t>
                  </a:r>
                  <a:endParaRPr lang="en-IN" dirty="0"/>
                </a:p>
              </p:txBody>
            </p:sp>
            <p:sp>
              <p:nvSpPr>
                <p:cNvPr id="59" name="Oval 58"/>
                <p:cNvSpPr/>
                <p:nvPr/>
              </p:nvSpPr>
              <p:spPr>
                <a:xfrm>
                  <a:off x="4343400" y="1638300"/>
                  <a:ext cx="7620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G</a:t>
                  </a:r>
                  <a:endParaRPr lang="en-IN" dirty="0"/>
                </a:p>
              </p:txBody>
            </p:sp>
            <p:sp>
              <p:nvSpPr>
                <p:cNvPr id="60" name="Oval 59"/>
                <p:cNvSpPr/>
                <p:nvPr/>
              </p:nvSpPr>
              <p:spPr>
                <a:xfrm>
                  <a:off x="7772400" y="4369850"/>
                  <a:ext cx="7620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J</a:t>
                  </a:r>
                  <a:endParaRPr lang="en-IN" dirty="0"/>
                </a:p>
              </p:txBody>
            </p:sp>
            <p:sp>
              <p:nvSpPr>
                <p:cNvPr id="61" name="Oval 60"/>
                <p:cNvSpPr/>
                <p:nvPr/>
              </p:nvSpPr>
              <p:spPr>
                <a:xfrm>
                  <a:off x="7620000" y="1390604"/>
                  <a:ext cx="7620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I</a:t>
                  </a:r>
                  <a:endParaRPr lang="en-IN" dirty="0"/>
                </a:p>
              </p:txBody>
            </p:sp>
          </p:grpSp>
          <p:grpSp>
            <p:nvGrpSpPr>
              <p:cNvPr id="38" name="Group 37"/>
              <p:cNvGrpSpPr/>
              <p:nvPr/>
            </p:nvGrpSpPr>
            <p:grpSpPr>
              <a:xfrm>
                <a:off x="914400" y="1491037"/>
                <a:ext cx="7239000" cy="4451085"/>
                <a:chOff x="914400" y="1491037"/>
                <a:chExt cx="7239000" cy="4451085"/>
              </a:xfrm>
            </p:grpSpPr>
            <p:cxnSp>
              <p:nvCxnSpPr>
                <p:cNvPr id="39" name="Straight Arrow Connector 38"/>
                <p:cNvCxnSpPr>
                  <a:stCxn id="52" idx="6"/>
                </p:cNvCxnSpPr>
                <p:nvPr/>
              </p:nvCxnSpPr>
              <p:spPr>
                <a:xfrm>
                  <a:off x="1447800" y="2084497"/>
                  <a:ext cx="609600" cy="11430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40" name="Straight Arrow Connector 39"/>
                <p:cNvCxnSpPr>
                  <a:stCxn id="54" idx="6"/>
                  <a:endCxn id="55" idx="2"/>
                </p:cNvCxnSpPr>
                <p:nvPr/>
              </p:nvCxnSpPr>
              <p:spPr>
                <a:xfrm>
                  <a:off x="2818722" y="4413775"/>
                  <a:ext cx="1677078" cy="23442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41" name="Straight Arrow Connector 40"/>
                <p:cNvCxnSpPr>
                  <a:endCxn id="54" idx="1"/>
                </p:cNvCxnSpPr>
                <p:nvPr/>
              </p:nvCxnSpPr>
              <p:spPr>
                <a:xfrm>
                  <a:off x="1227347" y="2368025"/>
                  <a:ext cx="940967" cy="180328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42" name="Straight Arrow Connector 41"/>
                <p:cNvCxnSpPr>
                  <a:endCxn id="56" idx="0"/>
                </p:cNvCxnSpPr>
                <p:nvPr/>
              </p:nvCxnSpPr>
              <p:spPr>
                <a:xfrm flipH="1">
                  <a:off x="914400" y="2427397"/>
                  <a:ext cx="151046" cy="2830403"/>
                </a:xfrm>
                <a:prstGeom prst="straightConnector1">
                  <a:avLst/>
                </a:prstGeom>
                <a:ln>
                  <a:headEnd type="triangle" w="med" len="med"/>
                  <a:tailEnd type="triangle" w="med" len="med"/>
                </a:ln>
              </p:spPr>
              <p:style>
                <a:lnRef idx="3">
                  <a:schemeClr val="dk1"/>
                </a:lnRef>
                <a:fillRef idx="0">
                  <a:schemeClr val="dk1"/>
                </a:fillRef>
                <a:effectRef idx="2">
                  <a:schemeClr val="dk1"/>
                </a:effectRef>
                <a:fontRef idx="minor">
                  <a:schemeClr val="tx1"/>
                </a:fontRef>
              </p:style>
            </p:cxnSp>
            <p:cxnSp>
              <p:nvCxnSpPr>
                <p:cNvPr id="43" name="Straight Arrow Connector 42"/>
                <p:cNvCxnSpPr>
                  <a:endCxn id="54" idx="0"/>
                </p:cNvCxnSpPr>
                <p:nvPr/>
              </p:nvCxnSpPr>
              <p:spPr>
                <a:xfrm>
                  <a:off x="2330215" y="2606940"/>
                  <a:ext cx="107507" cy="1463935"/>
                </a:xfrm>
                <a:prstGeom prst="straightConnector1">
                  <a:avLst/>
                </a:prstGeom>
                <a:ln>
                  <a:headEnd type="triangle" w="med" len="med"/>
                  <a:tailEnd type="triangle" w="med" len="med"/>
                </a:ln>
              </p:spPr>
              <p:style>
                <a:lnRef idx="3">
                  <a:schemeClr val="dk1"/>
                </a:lnRef>
                <a:fillRef idx="0">
                  <a:schemeClr val="dk1"/>
                </a:fillRef>
                <a:effectRef idx="2">
                  <a:schemeClr val="dk1"/>
                </a:effectRef>
                <a:fontRef idx="minor">
                  <a:schemeClr val="tx1"/>
                </a:fontRef>
              </p:style>
            </p:cxnSp>
            <p:cxnSp>
              <p:nvCxnSpPr>
                <p:cNvPr id="44" name="Straight Arrow Connector 43"/>
                <p:cNvCxnSpPr>
                  <a:stCxn id="58" idx="2"/>
                </p:cNvCxnSpPr>
                <p:nvPr/>
              </p:nvCxnSpPr>
              <p:spPr>
                <a:xfrm flipH="1" flipV="1">
                  <a:off x="1287107" y="5748014"/>
                  <a:ext cx="3970693" cy="19410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45" name="Straight Arrow Connector 44"/>
                <p:cNvCxnSpPr>
                  <a:stCxn id="59" idx="4"/>
                </p:cNvCxnSpPr>
                <p:nvPr/>
              </p:nvCxnSpPr>
              <p:spPr>
                <a:xfrm>
                  <a:off x="4724400" y="2324100"/>
                  <a:ext cx="107507" cy="1984900"/>
                </a:xfrm>
                <a:prstGeom prst="straightConnector1">
                  <a:avLst/>
                </a:prstGeom>
                <a:ln>
                  <a:headEnd type="triangle" w="med" len="med"/>
                  <a:tailEnd type="triangle" w="med" len="med"/>
                </a:ln>
              </p:spPr>
              <p:style>
                <a:lnRef idx="3">
                  <a:schemeClr val="dk1"/>
                </a:lnRef>
                <a:fillRef idx="0">
                  <a:schemeClr val="dk1"/>
                </a:fillRef>
                <a:effectRef idx="2">
                  <a:schemeClr val="dk1"/>
                </a:effectRef>
                <a:fontRef idx="minor">
                  <a:schemeClr val="tx1"/>
                </a:fontRef>
              </p:style>
            </p:cxnSp>
            <p:cxnSp>
              <p:nvCxnSpPr>
                <p:cNvPr id="46" name="Straight Arrow Connector 45"/>
                <p:cNvCxnSpPr>
                  <a:endCxn id="60" idx="0"/>
                </p:cNvCxnSpPr>
                <p:nvPr/>
              </p:nvCxnSpPr>
              <p:spPr>
                <a:xfrm>
                  <a:off x="8007139" y="2066288"/>
                  <a:ext cx="146261" cy="2303562"/>
                </a:xfrm>
                <a:prstGeom prst="straightConnector1">
                  <a:avLst/>
                </a:prstGeom>
                <a:ln>
                  <a:headEnd type="triangle" w="med" len="med"/>
                  <a:tailEnd type="triangle" w="med" len="med"/>
                </a:ln>
              </p:spPr>
              <p:style>
                <a:lnRef idx="3">
                  <a:schemeClr val="dk1"/>
                </a:lnRef>
                <a:fillRef idx="0">
                  <a:schemeClr val="dk1"/>
                </a:fillRef>
                <a:effectRef idx="2">
                  <a:schemeClr val="dk1"/>
                </a:effectRef>
                <a:fontRef idx="minor">
                  <a:schemeClr val="tx1"/>
                </a:fontRef>
              </p:style>
            </p:cxnSp>
            <p:cxnSp>
              <p:nvCxnSpPr>
                <p:cNvPr id="47" name="Straight Arrow Connector 46"/>
                <p:cNvCxnSpPr>
                  <a:endCxn id="57" idx="1"/>
                </p:cNvCxnSpPr>
                <p:nvPr/>
              </p:nvCxnSpPr>
              <p:spPr>
                <a:xfrm>
                  <a:off x="5038725" y="2114550"/>
                  <a:ext cx="940267" cy="83094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48" name="Straight Arrow Connector 47"/>
                <p:cNvCxnSpPr>
                  <a:endCxn id="61" idx="2"/>
                </p:cNvCxnSpPr>
                <p:nvPr/>
              </p:nvCxnSpPr>
              <p:spPr>
                <a:xfrm flipV="1">
                  <a:off x="5079533" y="1733504"/>
                  <a:ext cx="2540467" cy="21102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49" name="Straight Arrow Connector 48"/>
                <p:cNvCxnSpPr>
                  <a:endCxn id="57" idx="7"/>
                </p:cNvCxnSpPr>
                <p:nvPr/>
              </p:nvCxnSpPr>
              <p:spPr>
                <a:xfrm flipH="1">
                  <a:off x="6517808" y="1934724"/>
                  <a:ext cx="1165458" cy="101077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0" name="Straight Arrow Connector 49"/>
                <p:cNvCxnSpPr>
                  <a:stCxn id="56" idx="6"/>
                </p:cNvCxnSpPr>
                <p:nvPr/>
              </p:nvCxnSpPr>
              <p:spPr>
                <a:xfrm flipV="1">
                  <a:off x="1295400" y="4891551"/>
                  <a:ext cx="6550548" cy="70914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1" name="Curved Connector 50"/>
                <p:cNvCxnSpPr>
                  <a:stCxn id="53" idx="7"/>
                  <a:endCxn id="61" idx="1"/>
                </p:cNvCxnSpPr>
                <p:nvPr/>
              </p:nvCxnSpPr>
              <p:spPr>
                <a:xfrm rot="5400000" flipH="1" flipV="1">
                  <a:off x="4962502" y="-763657"/>
                  <a:ext cx="514396" cy="5023784"/>
                </a:xfrm>
                <a:prstGeom prst="curvedConnector3">
                  <a:avLst>
                    <a:gd name="adj1" fmla="val 163965"/>
                  </a:avLst>
                </a:prstGeom>
                <a:ln>
                  <a:tailEnd type="triangle"/>
                </a:ln>
              </p:spPr>
              <p:style>
                <a:lnRef idx="3">
                  <a:schemeClr val="dk1"/>
                </a:lnRef>
                <a:fillRef idx="0">
                  <a:schemeClr val="dk1"/>
                </a:fillRef>
                <a:effectRef idx="2">
                  <a:schemeClr val="dk1"/>
                </a:effectRef>
                <a:fontRef idx="minor">
                  <a:schemeClr val="tx1"/>
                </a:fontRef>
              </p:style>
            </p:cxnSp>
          </p:grpSp>
        </p:grpSp>
        <p:cxnSp>
          <p:nvCxnSpPr>
            <p:cNvPr id="35" name="Straight Arrow Connector 34"/>
            <p:cNvCxnSpPr>
              <a:endCxn id="55" idx="7"/>
            </p:cNvCxnSpPr>
            <p:nvPr/>
          </p:nvCxnSpPr>
          <p:spPr>
            <a:xfrm flipH="1">
              <a:off x="5483957" y="3710572"/>
              <a:ext cx="879151" cy="80456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6" name="Straight Arrow Connector 35"/>
            <p:cNvCxnSpPr>
              <a:stCxn id="60" idx="3"/>
              <a:endCxn id="58" idx="6"/>
            </p:cNvCxnSpPr>
            <p:nvPr/>
          </p:nvCxnSpPr>
          <p:spPr>
            <a:xfrm flipH="1">
              <a:off x="6363789" y="4986181"/>
              <a:ext cx="1877507" cy="84603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mc:AlternateContent xmlns:mc="http://schemas.openxmlformats.org/markup-compatibility/2006">
        <mc:Choice xmlns:p14="http://schemas.microsoft.com/office/powerpoint/2010/main" Requires="p14">
          <p:contentPart p14:bwMode="auto" r:id="rId4">
            <p14:nvContentPartPr>
              <p14:cNvPr id="2" name="Ink 1"/>
              <p14:cNvContentPartPr/>
              <p14:nvPr/>
            </p14:nvContentPartPr>
            <p14:xfrm>
              <a:off x="2828520" y="199440"/>
              <a:ext cx="2395080" cy="871200"/>
            </p14:xfrm>
          </p:contentPart>
        </mc:Choice>
        <mc:Fallback>
          <p:pic>
            <p:nvPicPr>
              <p:cNvPr id="2" name="Ink 1"/>
              <p:cNvPicPr/>
              <p:nvPr/>
            </p:nvPicPr>
            <p:blipFill>
              <a:blip r:embed="rId5"/>
              <a:stretch>
                <a:fillRect/>
              </a:stretch>
            </p:blipFill>
            <p:spPr>
              <a:xfrm>
                <a:off x="2818800" y="189360"/>
                <a:ext cx="2410920" cy="891360"/>
              </a:xfrm>
              <a:prstGeom prst="rect">
                <a:avLst/>
              </a:prstGeom>
            </p:spPr>
          </p:pic>
        </mc:Fallback>
      </mc:AlternateContent>
    </p:spTree>
    <p:extLst>
      <p:ext uri="{BB962C8B-B14F-4D97-AF65-F5344CB8AC3E}">
        <p14:creationId xmlns:p14="http://schemas.microsoft.com/office/powerpoint/2010/main" val="138428618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buFont typeface="Wingdings" panose="05000000000000000000" pitchFamily="2" charset="2"/>
              <a:buChar char="v"/>
            </a:pPr>
            <a:r>
              <a:rPr lang="en-IN" b="1" dirty="0" smtClean="0"/>
              <a:t>Matrix Representation</a:t>
            </a:r>
            <a:r>
              <a:rPr lang="en-IN" dirty="0" smtClean="0"/>
              <a:t>: (</a:t>
            </a:r>
            <a:r>
              <a:rPr lang="en-IN" b="1" dirty="0" smtClean="0"/>
              <a:t>Power Method</a:t>
            </a:r>
            <a:r>
              <a:rPr lang="en-IN" dirty="0" smtClean="0"/>
              <a:t>)</a:t>
            </a:r>
          </a:p>
          <a:p>
            <a:pPr lvl="1">
              <a:buFont typeface="Wingdings" panose="05000000000000000000" pitchFamily="2" charset="2"/>
              <a:buChar char="v"/>
            </a:pPr>
            <a:r>
              <a:rPr lang="en-IN" sz="2400" dirty="0" smtClean="0"/>
              <a:t>We can use matrix operation in place of iterative approach.</a:t>
            </a:r>
          </a:p>
          <a:p>
            <a:pPr lvl="2">
              <a:buFont typeface="Wingdings" panose="05000000000000000000" pitchFamily="2" charset="2"/>
              <a:buChar char="v"/>
            </a:pPr>
            <a:r>
              <a:rPr lang="en-IN" dirty="0" smtClean="0">
                <a:latin typeface="Arial" panose="020B0604020202020204" pitchFamily="34" charset="0"/>
                <a:cs typeface="Arial" panose="020B0604020202020204" pitchFamily="34" charset="0"/>
              </a:rPr>
              <a:t>We can update column one by one, but multiple calculation at the same time.</a:t>
            </a:r>
          </a:p>
          <a:p>
            <a:pPr lvl="2" algn="r">
              <a:buFont typeface="Wingdings" panose="05000000000000000000" pitchFamily="2" charset="2"/>
              <a:buChar char="v"/>
            </a:pPr>
            <a:r>
              <a:rPr lang="en-IN" dirty="0" smtClean="0">
                <a:latin typeface="Arial" panose="020B0604020202020204" pitchFamily="34" charset="0"/>
                <a:cs typeface="Arial" panose="020B0604020202020204" pitchFamily="34" charset="0"/>
                <a:hlinkClick r:id="rId2" action="ppaction://hlinkfile"/>
              </a:rPr>
              <a:t>PageRank Solution.xlsx</a:t>
            </a:r>
            <a:r>
              <a:rPr lang="en-IN" dirty="0" smtClean="0">
                <a:latin typeface="Arial" panose="020B0604020202020204" pitchFamily="34" charset="0"/>
                <a:cs typeface="Arial" panose="020B0604020202020204" pitchFamily="34" charset="0"/>
              </a:rPr>
              <a:t> </a:t>
            </a:r>
          </a:p>
          <a:p>
            <a:endParaRPr lang="en-IN" dirty="0"/>
          </a:p>
        </p:txBody>
      </p:sp>
      <p:sp>
        <p:nvSpPr>
          <p:cNvPr id="3" name="Content Placeholder 2"/>
          <p:cNvSpPr>
            <a:spLocks noGrp="1"/>
          </p:cNvSpPr>
          <p:nvPr>
            <p:ph sz="quarter" idx="10"/>
          </p:nvPr>
        </p:nvSpPr>
        <p:spPr/>
        <p:txBody>
          <a:bodyPr/>
          <a:lstStyle/>
          <a:p>
            <a:r>
              <a:rPr lang="en-IN" dirty="0"/>
              <a:t>PageRank Algorithm</a:t>
            </a:r>
          </a:p>
        </p:txBody>
      </p:sp>
      <p:graphicFrame>
        <p:nvGraphicFramePr>
          <p:cNvPr id="30" name="Table 29"/>
          <p:cNvGraphicFramePr>
            <a:graphicFrameLocks noGrp="1"/>
          </p:cNvGraphicFramePr>
          <p:nvPr>
            <p:extLst>
              <p:ext uri="{D42A27DB-BD31-4B8C-83A1-F6EECF244321}">
                <p14:modId xmlns:p14="http://schemas.microsoft.com/office/powerpoint/2010/main" val="373980307"/>
              </p:ext>
            </p:extLst>
          </p:nvPr>
        </p:nvGraphicFramePr>
        <p:xfrm>
          <a:off x="484185" y="3743325"/>
          <a:ext cx="3911602" cy="2733675"/>
        </p:xfrm>
        <a:graphic>
          <a:graphicData uri="http://schemas.openxmlformats.org/drawingml/2006/table">
            <a:tbl>
              <a:tblPr>
                <a:tableStyleId>{5C22544A-7EE6-4342-B048-85BDC9FD1C3A}</a:tableStyleId>
              </a:tblPr>
              <a:tblGrid>
                <a:gridCol w="799451">
                  <a:extLst>
                    <a:ext uri="{9D8B030D-6E8A-4147-A177-3AD203B41FA5}">
                      <a16:colId xmlns:a16="http://schemas.microsoft.com/office/drawing/2014/main" val="20000"/>
                    </a:ext>
                  </a:extLst>
                </a:gridCol>
                <a:gridCol w="304553">
                  <a:extLst>
                    <a:ext uri="{9D8B030D-6E8A-4147-A177-3AD203B41FA5}">
                      <a16:colId xmlns:a16="http://schemas.microsoft.com/office/drawing/2014/main" val="20001"/>
                    </a:ext>
                  </a:extLst>
                </a:gridCol>
                <a:gridCol w="371174">
                  <a:extLst>
                    <a:ext uri="{9D8B030D-6E8A-4147-A177-3AD203B41FA5}">
                      <a16:colId xmlns:a16="http://schemas.microsoft.com/office/drawing/2014/main" val="20002"/>
                    </a:ext>
                  </a:extLst>
                </a:gridCol>
                <a:gridCol w="304553">
                  <a:extLst>
                    <a:ext uri="{9D8B030D-6E8A-4147-A177-3AD203B41FA5}">
                      <a16:colId xmlns:a16="http://schemas.microsoft.com/office/drawing/2014/main" val="20003"/>
                    </a:ext>
                  </a:extLst>
                </a:gridCol>
                <a:gridCol w="304553">
                  <a:extLst>
                    <a:ext uri="{9D8B030D-6E8A-4147-A177-3AD203B41FA5}">
                      <a16:colId xmlns:a16="http://schemas.microsoft.com/office/drawing/2014/main" val="20004"/>
                    </a:ext>
                  </a:extLst>
                </a:gridCol>
                <a:gridCol w="304553">
                  <a:extLst>
                    <a:ext uri="{9D8B030D-6E8A-4147-A177-3AD203B41FA5}">
                      <a16:colId xmlns:a16="http://schemas.microsoft.com/office/drawing/2014/main" val="20005"/>
                    </a:ext>
                  </a:extLst>
                </a:gridCol>
                <a:gridCol w="304553">
                  <a:extLst>
                    <a:ext uri="{9D8B030D-6E8A-4147-A177-3AD203B41FA5}">
                      <a16:colId xmlns:a16="http://schemas.microsoft.com/office/drawing/2014/main" val="20006"/>
                    </a:ext>
                  </a:extLst>
                </a:gridCol>
                <a:gridCol w="304553">
                  <a:extLst>
                    <a:ext uri="{9D8B030D-6E8A-4147-A177-3AD203B41FA5}">
                      <a16:colId xmlns:a16="http://schemas.microsoft.com/office/drawing/2014/main" val="20007"/>
                    </a:ext>
                  </a:extLst>
                </a:gridCol>
                <a:gridCol w="304553">
                  <a:extLst>
                    <a:ext uri="{9D8B030D-6E8A-4147-A177-3AD203B41FA5}">
                      <a16:colId xmlns:a16="http://schemas.microsoft.com/office/drawing/2014/main" val="20008"/>
                    </a:ext>
                  </a:extLst>
                </a:gridCol>
                <a:gridCol w="304553">
                  <a:extLst>
                    <a:ext uri="{9D8B030D-6E8A-4147-A177-3AD203B41FA5}">
                      <a16:colId xmlns:a16="http://schemas.microsoft.com/office/drawing/2014/main" val="20009"/>
                    </a:ext>
                  </a:extLst>
                </a:gridCol>
                <a:gridCol w="304553">
                  <a:extLst>
                    <a:ext uri="{9D8B030D-6E8A-4147-A177-3AD203B41FA5}">
                      <a16:colId xmlns:a16="http://schemas.microsoft.com/office/drawing/2014/main" val="20010"/>
                    </a:ext>
                  </a:extLst>
                </a:gridCol>
              </a:tblGrid>
              <a:tr h="342900">
                <a:tc>
                  <a:txBody>
                    <a:bodyPr/>
                    <a:lstStyle/>
                    <a:p>
                      <a:pPr algn="ctr" fontAlgn="ctr"/>
                      <a:r>
                        <a:rPr lang="en-IN" sz="1400" u="none" strike="noStrike">
                          <a:effectLst/>
                        </a:rPr>
                        <a:t>Node </a:t>
                      </a:r>
                      <a:endParaRPr lang="en-IN" sz="14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200" u="none" strike="noStrike">
                          <a:effectLst/>
                        </a:rPr>
                        <a:t>A</a:t>
                      </a:r>
                      <a:endParaRPr lang="en-IN" sz="12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200" u="none" strike="noStrike">
                          <a:effectLst/>
                        </a:rPr>
                        <a:t>B</a:t>
                      </a:r>
                      <a:endParaRPr lang="en-IN" sz="12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200" u="none" strike="noStrike">
                          <a:effectLst/>
                        </a:rPr>
                        <a:t>C</a:t>
                      </a:r>
                      <a:endParaRPr lang="en-IN" sz="12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200" u="none" strike="noStrike">
                          <a:effectLst/>
                        </a:rPr>
                        <a:t>D</a:t>
                      </a:r>
                      <a:endParaRPr lang="en-IN" sz="12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200" u="none" strike="noStrike">
                          <a:effectLst/>
                        </a:rPr>
                        <a:t>E</a:t>
                      </a:r>
                      <a:endParaRPr lang="en-IN" sz="12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200" u="none" strike="noStrike">
                          <a:effectLst/>
                        </a:rPr>
                        <a:t>F</a:t>
                      </a:r>
                      <a:endParaRPr lang="en-IN" sz="12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200" u="none" strike="noStrike">
                          <a:effectLst/>
                        </a:rPr>
                        <a:t>G</a:t>
                      </a:r>
                      <a:endParaRPr lang="en-IN" sz="12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200" u="none" strike="noStrike">
                          <a:effectLst/>
                        </a:rPr>
                        <a:t>H</a:t>
                      </a:r>
                      <a:endParaRPr lang="en-IN" sz="12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200" u="none" strike="noStrike">
                          <a:effectLst/>
                        </a:rPr>
                        <a:t>I</a:t>
                      </a:r>
                      <a:endParaRPr lang="en-IN" sz="12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200" u="none" strike="noStrike">
                          <a:effectLst/>
                        </a:rPr>
                        <a:t>J</a:t>
                      </a:r>
                      <a:endParaRPr lang="en-IN" sz="1200" b="1"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0000"/>
                  </a:ext>
                </a:extLst>
              </a:tr>
              <a:tr h="238125">
                <a:tc>
                  <a:txBody>
                    <a:bodyPr/>
                    <a:lstStyle/>
                    <a:p>
                      <a:pPr algn="ctr" fontAlgn="ctr"/>
                      <a:r>
                        <a:rPr lang="en-IN" sz="1400" u="none" strike="noStrike">
                          <a:effectLst/>
                        </a:rPr>
                        <a:t>A</a:t>
                      </a:r>
                      <a:endParaRPr lang="en-IN" sz="14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100" u="none" strike="noStrike">
                          <a:effectLst/>
                        </a:rPr>
                        <a:t>0.50</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100" u="none" strike="noStrike">
                          <a:effectLst/>
                        </a:rPr>
                        <a:t>0.50</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100" u="none" strike="noStrike">
                          <a:effectLst/>
                        </a:rPr>
                        <a:t>0.50</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0001"/>
                  </a:ext>
                </a:extLst>
              </a:tr>
              <a:tr h="238125">
                <a:tc>
                  <a:txBody>
                    <a:bodyPr/>
                    <a:lstStyle/>
                    <a:p>
                      <a:pPr algn="ctr" fontAlgn="ctr"/>
                      <a:r>
                        <a:rPr lang="en-IN" sz="1400" u="none" strike="noStrike">
                          <a:effectLst/>
                        </a:rPr>
                        <a:t>B</a:t>
                      </a:r>
                      <a:endParaRPr lang="en-IN" sz="14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100" u="none" strike="noStrike">
                          <a:effectLst/>
                        </a:rPr>
                        <a:t>0.50</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100" u="none" strike="noStrike">
                          <a:effectLst/>
                        </a:rPr>
                        <a:t>0.33</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0002"/>
                  </a:ext>
                </a:extLst>
              </a:tr>
              <a:tr h="238125">
                <a:tc>
                  <a:txBody>
                    <a:bodyPr/>
                    <a:lstStyle/>
                    <a:p>
                      <a:pPr algn="ctr" fontAlgn="ctr"/>
                      <a:r>
                        <a:rPr lang="en-IN" sz="1400" u="none" strike="noStrike">
                          <a:effectLst/>
                        </a:rPr>
                        <a:t>C</a:t>
                      </a:r>
                      <a:endParaRPr lang="en-IN" sz="14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100" u="none" strike="noStrike">
                          <a:effectLst/>
                        </a:rPr>
                        <a:t>0.50</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100" u="none" strike="noStrike">
                          <a:effectLst/>
                        </a:rPr>
                        <a:t>0.33</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0003"/>
                  </a:ext>
                </a:extLst>
              </a:tr>
              <a:tr h="238125">
                <a:tc>
                  <a:txBody>
                    <a:bodyPr/>
                    <a:lstStyle/>
                    <a:p>
                      <a:pPr algn="ctr" fontAlgn="ctr"/>
                      <a:r>
                        <a:rPr lang="en-IN" sz="1400" u="none" strike="noStrike">
                          <a:effectLst/>
                        </a:rPr>
                        <a:t>D</a:t>
                      </a:r>
                      <a:endParaRPr lang="en-IN" sz="14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100" u="none" strike="noStrike">
                          <a:effectLst/>
                        </a:rPr>
                        <a:t>1.00</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100" u="none" strike="noStrike">
                          <a:effectLst/>
                        </a:rPr>
                        <a:t>0.50</a:t>
                      </a:r>
                      <a:endParaRPr lang="en-IN" sz="11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0004"/>
                  </a:ext>
                </a:extLst>
              </a:tr>
              <a:tr h="238125">
                <a:tc>
                  <a:txBody>
                    <a:bodyPr/>
                    <a:lstStyle/>
                    <a:p>
                      <a:pPr algn="ctr" fontAlgn="ctr"/>
                      <a:r>
                        <a:rPr lang="en-IN" sz="1400" u="none" strike="noStrike">
                          <a:effectLst/>
                        </a:rPr>
                        <a:t>E</a:t>
                      </a:r>
                      <a:endParaRPr lang="en-IN" sz="14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100" u="none" strike="noStrike">
                          <a:effectLst/>
                        </a:rPr>
                        <a:t>0.50</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0005"/>
                  </a:ext>
                </a:extLst>
              </a:tr>
              <a:tr h="238125">
                <a:tc>
                  <a:txBody>
                    <a:bodyPr/>
                    <a:lstStyle/>
                    <a:p>
                      <a:pPr algn="ctr" fontAlgn="ctr"/>
                      <a:r>
                        <a:rPr lang="en-IN" sz="1400" u="none" strike="noStrike">
                          <a:effectLst/>
                        </a:rPr>
                        <a:t>F</a:t>
                      </a:r>
                      <a:endParaRPr lang="en-IN" sz="14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100" u="none" strike="noStrike">
                          <a:effectLst/>
                        </a:rPr>
                        <a:t>1.00</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0006"/>
                  </a:ext>
                </a:extLst>
              </a:tr>
              <a:tr h="238125">
                <a:tc>
                  <a:txBody>
                    <a:bodyPr/>
                    <a:lstStyle/>
                    <a:p>
                      <a:pPr algn="ctr" fontAlgn="ctr"/>
                      <a:r>
                        <a:rPr lang="en-IN" sz="1400" u="none" strike="noStrike">
                          <a:effectLst/>
                        </a:rPr>
                        <a:t>G</a:t>
                      </a:r>
                      <a:endParaRPr lang="en-IN" sz="14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100" u="none" strike="noStrike">
                          <a:effectLst/>
                        </a:rPr>
                        <a:t>0.33</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100" u="none" strike="noStrike">
                          <a:effectLst/>
                        </a:rPr>
                        <a:t>0.50</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100" u="none" strike="noStrike">
                          <a:effectLst/>
                        </a:rPr>
                        <a:t>0.33</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0007"/>
                  </a:ext>
                </a:extLst>
              </a:tr>
              <a:tr h="238125">
                <a:tc>
                  <a:txBody>
                    <a:bodyPr/>
                    <a:lstStyle/>
                    <a:p>
                      <a:pPr algn="ctr" fontAlgn="ctr"/>
                      <a:r>
                        <a:rPr lang="en-IN" sz="1400" u="none" strike="noStrike">
                          <a:effectLst/>
                        </a:rPr>
                        <a:t>H</a:t>
                      </a:r>
                      <a:endParaRPr lang="en-IN" sz="14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100" u="none" strike="noStrike">
                          <a:effectLst/>
                        </a:rPr>
                        <a:t>0.33</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0008"/>
                  </a:ext>
                </a:extLst>
              </a:tr>
              <a:tr h="238125">
                <a:tc>
                  <a:txBody>
                    <a:bodyPr/>
                    <a:lstStyle/>
                    <a:p>
                      <a:pPr algn="ctr" fontAlgn="ctr"/>
                      <a:r>
                        <a:rPr lang="en-IN" sz="1400" u="none" strike="noStrike">
                          <a:effectLst/>
                        </a:rPr>
                        <a:t>I</a:t>
                      </a:r>
                      <a:endParaRPr lang="en-IN" sz="14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100" u="none" strike="noStrike">
                          <a:effectLst/>
                        </a:rPr>
                        <a:t>0.50</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100" u="none" strike="noStrike">
                          <a:effectLst/>
                        </a:rPr>
                        <a:t>0.50</a:t>
                      </a:r>
                      <a:endParaRPr lang="en-IN" sz="11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0009"/>
                  </a:ext>
                </a:extLst>
              </a:tr>
              <a:tr h="247650">
                <a:tc>
                  <a:txBody>
                    <a:bodyPr/>
                    <a:lstStyle/>
                    <a:p>
                      <a:pPr algn="ctr" fontAlgn="ctr"/>
                      <a:r>
                        <a:rPr lang="en-IN" sz="1400" u="none" strike="noStrike">
                          <a:effectLst/>
                        </a:rPr>
                        <a:t>J</a:t>
                      </a:r>
                      <a:endParaRPr lang="en-IN" sz="14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100" u="none" strike="noStrike">
                          <a:effectLst/>
                        </a:rPr>
                        <a:t>1.00</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100" u="none" strike="noStrike">
                          <a:effectLst/>
                        </a:rPr>
                        <a:t>0.33</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100" u="none" strike="noStrike" dirty="0">
                          <a:effectLst/>
                        </a:rPr>
                        <a:t>0.00</a:t>
                      </a:r>
                      <a:endParaRPr lang="en-IN" sz="11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0010"/>
                  </a:ext>
                </a:extLst>
              </a:tr>
            </a:tbl>
          </a:graphicData>
        </a:graphic>
      </p:graphicFrame>
      <mc:AlternateContent xmlns:mc="http://schemas.openxmlformats.org/markup-compatibility/2006" xmlns:a14="http://schemas.microsoft.com/office/drawing/2010/main">
        <mc:Choice Requires="a14">
          <p:sp>
            <p:nvSpPr>
              <p:cNvPr id="31" name="Rectangle 30"/>
              <p:cNvSpPr/>
              <p:nvPr/>
            </p:nvSpPr>
            <p:spPr>
              <a:xfrm>
                <a:off x="4938375" y="4419600"/>
                <a:ext cx="3251083" cy="6463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sz="3600" i="1">
                          <a:latin typeface="Cambria Math" panose="02040503050406030204" pitchFamily="18" charset="0"/>
                        </a:rPr>
                        <m:t>𝑃</m:t>
                      </m:r>
                      <m:sSub>
                        <m:sSubPr>
                          <m:ctrlPr>
                            <a:rPr lang="en-IN" sz="3600" i="1">
                              <a:latin typeface="Cambria Math" panose="02040503050406030204" pitchFamily="18" charset="0"/>
                            </a:rPr>
                          </m:ctrlPr>
                        </m:sSubPr>
                        <m:e>
                          <m:r>
                            <a:rPr lang="en-IN" sz="3600" i="1">
                              <a:latin typeface="Cambria Math" panose="02040503050406030204" pitchFamily="18" charset="0"/>
                            </a:rPr>
                            <m:t>𝑅</m:t>
                          </m:r>
                        </m:e>
                        <m:sub>
                          <m:r>
                            <a:rPr lang="en-IN" sz="3600" i="1">
                              <a:latin typeface="Cambria Math" panose="02040503050406030204" pitchFamily="18" charset="0"/>
                            </a:rPr>
                            <m:t>𝑖</m:t>
                          </m:r>
                          <m:r>
                            <a:rPr lang="en-IN" sz="3600" i="1">
                              <a:latin typeface="Cambria Math" panose="02040503050406030204" pitchFamily="18" charset="0"/>
                            </a:rPr>
                            <m:t>+1</m:t>
                          </m:r>
                        </m:sub>
                      </m:sSub>
                      <m:r>
                        <a:rPr lang="en-IN" sz="3600" i="1">
                          <a:latin typeface="Cambria Math" panose="02040503050406030204" pitchFamily="18" charset="0"/>
                        </a:rPr>
                        <m:t>=</m:t>
                      </m:r>
                      <m:r>
                        <a:rPr lang="en-IN" sz="3600" i="1">
                          <a:latin typeface="Cambria Math" panose="02040503050406030204" pitchFamily="18" charset="0"/>
                        </a:rPr>
                        <m:t>𝐻</m:t>
                      </m:r>
                      <m:r>
                        <a:rPr lang="en-IN" sz="3600" i="1">
                          <a:latin typeface="Cambria Math" panose="02040503050406030204" pitchFamily="18" charset="0"/>
                        </a:rPr>
                        <m:t> </m:t>
                      </m:r>
                      <m:r>
                        <a:rPr lang="en-IN" sz="3600" i="1">
                          <a:latin typeface="Cambria Math" panose="02040503050406030204" pitchFamily="18" charset="0"/>
                        </a:rPr>
                        <m:t>𝑃</m:t>
                      </m:r>
                      <m:sSub>
                        <m:sSubPr>
                          <m:ctrlPr>
                            <a:rPr lang="en-IN" sz="3600" i="1">
                              <a:latin typeface="Cambria Math" panose="02040503050406030204" pitchFamily="18" charset="0"/>
                            </a:rPr>
                          </m:ctrlPr>
                        </m:sSubPr>
                        <m:e>
                          <m:r>
                            <a:rPr lang="en-IN" sz="3600" i="1">
                              <a:latin typeface="Cambria Math" panose="02040503050406030204" pitchFamily="18" charset="0"/>
                            </a:rPr>
                            <m:t>𝑅</m:t>
                          </m:r>
                        </m:e>
                        <m:sub>
                          <m:r>
                            <a:rPr lang="en-IN" sz="3600" i="1">
                              <a:latin typeface="Cambria Math" panose="02040503050406030204" pitchFamily="18" charset="0"/>
                            </a:rPr>
                            <m:t>𝑖</m:t>
                          </m:r>
                        </m:sub>
                      </m:sSub>
                    </m:oMath>
                  </m:oMathPara>
                </a14:m>
                <a:endParaRPr lang="en-IN" sz="3600" dirty="0"/>
              </a:p>
            </p:txBody>
          </p:sp>
        </mc:Choice>
        <mc:Fallback xmlns="">
          <p:sp>
            <p:nvSpPr>
              <p:cNvPr id="31" name="Rectangle 30"/>
              <p:cNvSpPr>
                <a:spLocks noRot="1" noChangeAspect="1" noMove="1" noResize="1" noEditPoints="1" noAdjustHandles="1" noChangeArrowheads="1" noChangeShapeType="1" noTextEdit="1"/>
              </p:cNvSpPr>
              <p:nvPr/>
            </p:nvSpPr>
            <p:spPr>
              <a:xfrm>
                <a:off x="4938375" y="4419600"/>
                <a:ext cx="3251083" cy="646331"/>
              </a:xfrm>
              <a:prstGeom prst="rect">
                <a:avLst/>
              </a:prstGeom>
              <a:blipFill rotWithShape="0">
                <a:blip r:embed="rId3"/>
                <a:stretch>
                  <a:fillRect/>
                </a:stretch>
              </a:blipFill>
            </p:spPr>
            <p:txBody>
              <a:bodyPr/>
              <a:lstStyle/>
              <a:p>
                <a:r>
                  <a:rPr lang="en-IN">
                    <a:noFill/>
                  </a:rPr>
                  <a:t> </a:t>
                </a:r>
              </a:p>
            </p:txBody>
          </p:sp>
        </mc:Fallback>
      </mc:AlternateContent>
      <p:sp>
        <p:nvSpPr>
          <p:cNvPr id="32" name="Rectangle 31"/>
          <p:cNvSpPr/>
          <p:nvPr/>
        </p:nvSpPr>
        <p:spPr>
          <a:xfrm>
            <a:off x="4471488" y="5572430"/>
            <a:ext cx="4403770" cy="369332"/>
          </a:xfrm>
          <a:prstGeom prst="rect">
            <a:avLst/>
          </a:prstGeom>
        </p:spPr>
        <p:txBody>
          <a:bodyPr wrap="none">
            <a:spAutoFit/>
          </a:bodyPr>
          <a:lstStyle/>
          <a:p>
            <a:r>
              <a:rPr lang="en-IN" dirty="0">
                <a:latin typeface="Arial" panose="020B0604020202020204" pitchFamily="34" charset="0"/>
                <a:cs typeface="Arial" panose="020B0604020202020204" pitchFamily="34" charset="0"/>
              </a:rPr>
              <a:t>H is the transition matrix of the hyperlinks</a:t>
            </a:r>
            <a:endParaRPr lang="en-IN" dirty="0"/>
          </a:p>
        </p:txBody>
      </p:sp>
      <p:grpSp>
        <p:nvGrpSpPr>
          <p:cNvPr id="33" name="Group 32"/>
          <p:cNvGrpSpPr/>
          <p:nvPr/>
        </p:nvGrpSpPr>
        <p:grpSpPr>
          <a:xfrm>
            <a:off x="6096000" y="180182"/>
            <a:ext cx="2862262" cy="1621717"/>
            <a:chOff x="838200" y="1930401"/>
            <a:chExt cx="8058150" cy="4195762"/>
          </a:xfrm>
        </p:grpSpPr>
        <p:grpSp>
          <p:nvGrpSpPr>
            <p:cNvPr id="34" name="Group 33"/>
            <p:cNvGrpSpPr/>
            <p:nvPr/>
          </p:nvGrpSpPr>
          <p:grpSpPr>
            <a:xfrm>
              <a:off x="838200" y="1930401"/>
              <a:ext cx="8058150" cy="4195762"/>
              <a:chOff x="533400" y="1390604"/>
              <a:chExt cx="8001000" cy="4894418"/>
            </a:xfrm>
          </p:grpSpPr>
          <p:grpSp>
            <p:nvGrpSpPr>
              <p:cNvPr id="37" name="Group 36"/>
              <p:cNvGrpSpPr/>
              <p:nvPr/>
            </p:nvGrpSpPr>
            <p:grpSpPr>
              <a:xfrm>
                <a:off x="533400" y="1390604"/>
                <a:ext cx="8001000" cy="4894418"/>
                <a:chOff x="533400" y="1390604"/>
                <a:chExt cx="8001000" cy="4894418"/>
              </a:xfrm>
            </p:grpSpPr>
            <p:sp>
              <p:nvSpPr>
                <p:cNvPr id="52" name="Oval 51"/>
                <p:cNvSpPr/>
                <p:nvPr/>
              </p:nvSpPr>
              <p:spPr>
                <a:xfrm>
                  <a:off x="685800" y="1741597"/>
                  <a:ext cx="7620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A</a:t>
                  </a:r>
                  <a:endParaRPr lang="en-IN" dirty="0"/>
                </a:p>
              </p:txBody>
            </p:sp>
            <p:sp>
              <p:nvSpPr>
                <p:cNvPr id="53" name="Oval 52"/>
                <p:cNvSpPr/>
                <p:nvPr/>
              </p:nvSpPr>
              <p:spPr>
                <a:xfrm>
                  <a:off x="2057400" y="1905000"/>
                  <a:ext cx="7620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B</a:t>
                  </a:r>
                  <a:endParaRPr lang="en-IN" dirty="0"/>
                </a:p>
              </p:txBody>
            </p:sp>
            <p:sp>
              <p:nvSpPr>
                <p:cNvPr id="54" name="Oval 53"/>
                <p:cNvSpPr/>
                <p:nvPr/>
              </p:nvSpPr>
              <p:spPr>
                <a:xfrm>
                  <a:off x="2056722" y="4070875"/>
                  <a:ext cx="7620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C</a:t>
                  </a:r>
                  <a:endParaRPr lang="en-IN" dirty="0"/>
                </a:p>
              </p:txBody>
            </p:sp>
            <p:sp>
              <p:nvSpPr>
                <p:cNvPr id="55" name="Oval 54"/>
                <p:cNvSpPr/>
                <p:nvPr/>
              </p:nvSpPr>
              <p:spPr>
                <a:xfrm>
                  <a:off x="4495800" y="4305300"/>
                  <a:ext cx="7620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F</a:t>
                  </a:r>
                  <a:endParaRPr lang="en-IN" dirty="0"/>
                </a:p>
              </p:txBody>
            </p:sp>
            <p:sp>
              <p:nvSpPr>
                <p:cNvPr id="56" name="Oval 55"/>
                <p:cNvSpPr/>
                <p:nvPr/>
              </p:nvSpPr>
              <p:spPr>
                <a:xfrm>
                  <a:off x="533400" y="5257800"/>
                  <a:ext cx="7620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D</a:t>
                  </a:r>
                  <a:endParaRPr lang="en-IN" dirty="0"/>
                </a:p>
              </p:txBody>
            </p:sp>
            <p:sp>
              <p:nvSpPr>
                <p:cNvPr id="57" name="Oval 56"/>
                <p:cNvSpPr/>
                <p:nvPr/>
              </p:nvSpPr>
              <p:spPr>
                <a:xfrm>
                  <a:off x="5867400" y="2845065"/>
                  <a:ext cx="7620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H</a:t>
                  </a:r>
                  <a:endParaRPr lang="en-IN" dirty="0"/>
                </a:p>
              </p:txBody>
            </p:sp>
            <p:sp>
              <p:nvSpPr>
                <p:cNvPr id="58" name="Oval 57"/>
                <p:cNvSpPr/>
                <p:nvPr/>
              </p:nvSpPr>
              <p:spPr>
                <a:xfrm>
                  <a:off x="5257800" y="5599222"/>
                  <a:ext cx="7620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E</a:t>
                  </a:r>
                  <a:endParaRPr lang="en-IN" dirty="0"/>
                </a:p>
              </p:txBody>
            </p:sp>
            <p:sp>
              <p:nvSpPr>
                <p:cNvPr id="59" name="Oval 58"/>
                <p:cNvSpPr/>
                <p:nvPr/>
              </p:nvSpPr>
              <p:spPr>
                <a:xfrm>
                  <a:off x="4343400" y="1638300"/>
                  <a:ext cx="7620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G</a:t>
                  </a:r>
                  <a:endParaRPr lang="en-IN" dirty="0"/>
                </a:p>
              </p:txBody>
            </p:sp>
            <p:sp>
              <p:nvSpPr>
                <p:cNvPr id="60" name="Oval 59"/>
                <p:cNvSpPr/>
                <p:nvPr/>
              </p:nvSpPr>
              <p:spPr>
                <a:xfrm>
                  <a:off x="7772400" y="4369850"/>
                  <a:ext cx="7620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J</a:t>
                  </a:r>
                  <a:endParaRPr lang="en-IN" dirty="0"/>
                </a:p>
              </p:txBody>
            </p:sp>
            <p:sp>
              <p:nvSpPr>
                <p:cNvPr id="61" name="Oval 60"/>
                <p:cNvSpPr/>
                <p:nvPr/>
              </p:nvSpPr>
              <p:spPr>
                <a:xfrm>
                  <a:off x="7620000" y="1390604"/>
                  <a:ext cx="7620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I</a:t>
                  </a:r>
                  <a:endParaRPr lang="en-IN" dirty="0"/>
                </a:p>
              </p:txBody>
            </p:sp>
          </p:grpSp>
          <p:grpSp>
            <p:nvGrpSpPr>
              <p:cNvPr id="38" name="Group 37"/>
              <p:cNvGrpSpPr/>
              <p:nvPr/>
            </p:nvGrpSpPr>
            <p:grpSpPr>
              <a:xfrm>
                <a:off x="914400" y="1491037"/>
                <a:ext cx="7239000" cy="4451085"/>
                <a:chOff x="914400" y="1491037"/>
                <a:chExt cx="7239000" cy="4451085"/>
              </a:xfrm>
            </p:grpSpPr>
            <p:cxnSp>
              <p:nvCxnSpPr>
                <p:cNvPr id="39" name="Straight Arrow Connector 38"/>
                <p:cNvCxnSpPr>
                  <a:stCxn id="52" idx="6"/>
                </p:cNvCxnSpPr>
                <p:nvPr/>
              </p:nvCxnSpPr>
              <p:spPr>
                <a:xfrm>
                  <a:off x="1447800" y="2084497"/>
                  <a:ext cx="609600" cy="11430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40" name="Straight Arrow Connector 39"/>
                <p:cNvCxnSpPr>
                  <a:stCxn id="54" idx="6"/>
                  <a:endCxn id="55" idx="2"/>
                </p:cNvCxnSpPr>
                <p:nvPr/>
              </p:nvCxnSpPr>
              <p:spPr>
                <a:xfrm>
                  <a:off x="2818722" y="4413775"/>
                  <a:ext cx="1677078" cy="23442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41" name="Straight Arrow Connector 40"/>
                <p:cNvCxnSpPr>
                  <a:endCxn id="54" idx="1"/>
                </p:cNvCxnSpPr>
                <p:nvPr/>
              </p:nvCxnSpPr>
              <p:spPr>
                <a:xfrm>
                  <a:off x="1227347" y="2368025"/>
                  <a:ext cx="940967" cy="180328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42" name="Straight Arrow Connector 41"/>
                <p:cNvCxnSpPr>
                  <a:endCxn id="56" idx="0"/>
                </p:cNvCxnSpPr>
                <p:nvPr/>
              </p:nvCxnSpPr>
              <p:spPr>
                <a:xfrm flipH="1">
                  <a:off x="914400" y="2427397"/>
                  <a:ext cx="151046" cy="2830403"/>
                </a:xfrm>
                <a:prstGeom prst="straightConnector1">
                  <a:avLst/>
                </a:prstGeom>
                <a:ln>
                  <a:headEnd type="triangle" w="med" len="med"/>
                  <a:tailEnd type="triangle" w="med" len="med"/>
                </a:ln>
              </p:spPr>
              <p:style>
                <a:lnRef idx="3">
                  <a:schemeClr val="dk1"/>
                </a:lnRef>
                <a:fillRef idx="0">
                  <a:schemeClr val="dk1"/>
                </a:fillRef>
                <a:effectRef idx="2">
                  <a:schemeClr val="dk1"/>
                </a:effectRef>
                <a:fontRef idx="minor">
                  <a:schemeClr val="tx1"/>
                </a:fontRef>
              </p:style>
            </p:cxnSp>
            <p:cxnSp>
              <p:nvCxnSpPr>
                <p:cNvPr id="43" name="Straight Arrow Connector 42"/>
                <p:cNvCxnSpPr>
                  <a:endCxn id="54" idx="0"/>
                </p:cNvCxnSpPr>
                <p:nvPr/>
              </p:nvCxnSpPr>
              <p:spPr>
                <a:xfrm>
                  <a:off x="2330215" y="2606940"/>
                  <a:ext cx="107507" cy="1463935"/>
                </a:xfrm>
                <a:prstGeom prst="straightConnector1">
                  <a:avLst/>
                </a:prstGeom>
                <a:ln>
                  <a:headEnd type="triangle" w="med" len="med"/>
                  <a:tailEnd type="triangle" w="med" len="med"/>
                </a:ln>
              </p:spPr>
              <p:style>
                <a:lnRef idx="3">
                  <a:schemeClr val="dk1"/>
                </a:lnRef>
                <a:fillRef idx="0">
                  <a:schemeClr val="dk1"/>
                </a:fillRef>
                <a:effectRef idx="2">
                  <a:schemeClr val="dk1"/>
                </a:effectRef>
                <a:fontRef idx="minor">
                  <a:schemeClr val="tx1"/>
                </a:fontRef>
              </p:style>
            </p:cxnSp>
            <p:cxnSp>
              <p:nvCxnSpPr>
                <p:cNvPr id="44" name="Straight Arrow Connector 43"/>
                <p:cNvCxnSpPr>
                  <a:stCxn id="58" idx="2"/>
                </p:cNvCxnSpPr>
                <p:nvPr/>
              </p:nvCxnSpPr>
              <p:spPr>
                <a:xfrm flipH="1" flipV="1">
                  <a:off x="1287107" y="5748014"/>
                  <a:ext cx="3970693" cy="19410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45" name="Straight Arrow Connector 44"/>
                <p:cNvCxnSpPr>
                  <a:stCxn id="59" idx="4"/>
                </p:cNvCxnSpPr>
                <p:nvPr/>
              </p:nvCxnSpPr>
              <p:spPr>
                <a:xfrm>
                  <a:off x="4724400" y="2324100"/>
                  <a:ext cx="107507" cy="1984900"/>
                </a:xfrm>
                <a:prstGeom prst="straightConnector1">
                  <a:avLst/>
                </a:prstGeom>
                <a:ln>
                  <a:headEnd type="triangle" w="med" len="med"/>
                  <a:tailEnd type="triangle" w="med" len="med"/>
                </a:ln>
              </p:spPr>
              <p:style>
                <a:lnRef idx="3">
                  <a:schemeClr val="dk1"/>
                </a:lnRef>
                <a:fillRef idx="0">
                  <a:schemeClr val="dk1"/>
                </a:fillRef>
                <a:effectRef idx="2">
                  <a:schemeClr val="dk1"/>
                </a:effectRef>
                <a:fontRef idx="minor">
                  <a:schemeClr val="tx1"/>
                </a:fontRef>
              </p:style>
            </p:cxnSp>
            <p:cxnSp>
              <p:nvCxnSpPr>
                <p:cNvPr id="46" name="Straight Arrow Connector 45"/>
                <p:cNvCxnSpPr>
                  <a:endCxn id="60" idx="0"/>
                </p:cNvCxnSpPr>
                <p:nvPr/>
              </p:nvCxnSpPr>
              <p:spPr>
                <a:xfrm>
                  <a:off x="8007139" y="2066288"/>
                  <a:ext cx="146261" cy="2303562"/>
                </a:xfrm>
                <a:prstGeom prst="straightConnector1">
                  <a:avLst/>
                </a:prstGeom>
                <a:ln>
                  <a:headEnd type="triangle" w="med" len="med"/>
                  <a:tailEnd type="triangle" w="med" len="med"/>
                </a:ln>
              </p:spPr>
              <p:style>
                <a:lnRef idx="3">
                  <a:schemeClr val="dk1"/>
                </a:lnRef>
                <a:fillRef idx="0">
                  <a:schemeClr val="dk1"/>
                </a:fillRef>
                <a:effectRef idx="2">
                  <a:schemeClr val="dk1"/>
                </a:effectRef>
                <a:fontRef idx="minor">
                  <a:schemeClr val="tx1"/>
                </a:fontRef>
              </p:style>
            </p:cxnSp>
            <p:cxnSp>
              <p:nvCxnSpPr>
                <p:cNvPr id="47" name="Straight Arrow Connector 46"/>
                <p:cNvCxnSpPr>
                  <a:endCxn id="57" idx="1"/>
                </p:cNvCxnSpPr>
                <p:nvPr/>
              </p:nvCxnSpPr>
              <p:spPr>
                <a:xfrm>
                  <a:off x="5038725" y="2114550"/>
                  <a:ext cx="940267" cy="83094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48" name="Straight Arrow Connector 47"/>
                <p:cNvCxnSpPr>
                  <a:endCxn id="61" idx="2"/>
                </p:cNvCxnSpPr>
                <p:nvPr/>
              </p:nvCxnSpPr>
              <p:spPr>
                <a:xfrm flipV="1">
                  <a:off x="5079533" y="1733504"/>
                  <a:ext cx="2540467" cy="21102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49" name="Straight Arrow Connector 48"/>
                <p:cNvCxnSpPr>
                  <a:endCxn id="57" idx="7"/>
                </p:cNvCxnSpPr>
                <p:nvPr/>
              </p:nvCxnSpPr>
              <p:spPr>
                <a:xfrm flipH="1">
                  <a:off x="6517808" y="1934724"/>
                  <a:ext cx="1165458" cy="101077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0" name="Straight Arrow Connector 49"/>
                <p:cNvCxnSpPr>
                  <a:stCxn id="56" idx="6"/>
                </p:cNvCxnSpPr>
                <p:nvPr/>
              </p:nvCxnSpPr>
              <p:spPr>
                <a:xfrm flipV="1">
                  <a:off x="1295400" y="4891551"/>
                  <a:ext cx="6550548" cy="70914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1" name="Curved Connector 50"/>
                <p:cNvCxnSpPr>
                  <a:stCxn id="53" idx="7"/>
                  <a:endCxn id="61" idx="1"/>
                </p:cNvCxnSpPr>
                <p:nvPr/>
              </p:nvCxnSpPr>
              <p:spPr>
                <a:xfrm rot="5400000" flipH="1" flipV="1">
                  <a:off x="4962502" y="-763657"/>
                  <a:ext cx="514396" cy="5023784"/>
                </a:xfrm>
                <a:prstGeom prst="curvedConnector3">
                  <a:avLst>
                    <a:gd name="adj1" fmla="val 163965"/>
                  </a:avLst>
                </a:prstGeom>
                <a:ln>
                  <a:tailEnd type="triangle"/>
                </a:ln>
              </p:spPr>
              <p:style>
                <a:lnRef idx="3">
                  <a:schemeClr val="dk1"/>
                </a:lnRef>
                <a:fillRef idx="0">
                  <a:schemeClr val="dk1"/>
                </a:fillRef>
                <a:effectRef idx="2">
                  <a:schemeClr val="dk1"/>
                </a:effectRef>
                <a:fontRef idx="minor">
                  <a:schemeClr val="tx1"/>
                </a:fontRef>
              </p:style>
            </p:cxnSp>
          </p:grpSp>
        </p:grpSp>
        <p:cxnSp>
          <p:nvCxnSpPr>
            <p:cNvPr id="35" name="Straight Arrow Connector 34"/>
            <p:cNvCxnSpPr>
              <a:endCxn id="55" idx="7"/>
            </p:cNvCxnSpPr>
            <p:nvPr/>
          </p:nvCxnSpPr>
          <p:spPr>
            <a:xfrm flipH="1">
              <a:off x="5483957" y="3710572"/>
              <a:ext cx="879151" cy="80456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6" name="Straight Arrow Connector 35"/>
            <p:cNvCxnSpPr>
              <a:stCxn id="60" idx="3"/>
              <a:endCxn id="58" idx="6"/>
            </p:cNvCxnSpPr>
            <p:nvPr/>
          </p:nvCxnSpPr>
          <p:spPr>
            <a:xfrm flipH="1">
              <a:off x="6363789" y="4986181"/>
              <a:ext cx="1877507" cy="84603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mc:AlternateContent xmlns:mc="http://schemas.openxmlformats.org/markup-compatibility/2006">
        <mc:Choice xmlns:p14="http://schemas.microsoft.com/office/powerpoint/2010/main" Requires="p14">
          <p:contentPart p14:bwMode="auto" r:id="rId4">
            <p14:nvContentPartPr>
              <p14:cNvPr id="4" name="Ink 3"/>
              <p14:cNvContentPartPr/>
              <p14:nvPr/>
            </p14:nvContentPartPr>
            <p14:xfrm>
              <a:off x="-123840" y="2028960"/>
              <a:ext cx="8218080" cy="4462920"/>
            </p14:xfrm>
          </p:contentPart>
        </mc:Choice>
        <mc:Fallback>
          <p:pic>
            <p:nvPicPr>
              <p:cNvPr id="4" name="Ink 3"/>
              <p:cNvPicPr/>
              <p:nvPr/>
            </p:nvPicPr>
            <p:blipFill>
              <a:blip r:embed="rId5"/>
              <a:stretch>
                <a:fillRect/>
              </a:stretch>
            </p:blipFill>
            <p:spPr>
              <a:xfrm>
                <a:off x="-135720" y="2019240"/>
                <a:ext cx="8240760" cy="4484520"/>
              </a:xfrm>
              <a:prstGeom prst="rect">
                <a:avLst/>
              </a:prstGeom>
            </p:spPr>
          </p:pic>
        </mc:Fallback>
      </mc:AlternateContent>
    </p:spTree>
    <p:extLst>
      <p:ext uri="{BB962C8B-B14F-4D97-AF65-F5344CB8AC3E}">
        <p14:creationId xmlns:p14="http://schemas.microsoft.com/office/powerpoint/2010/main" val="358072122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p:txBody>
              <a:bodyPr>
                <a:normAutofit/>
              </a:bodyPr>
              <a:lstStyle/>
              <a:p>
                <a:pPr>
                  <a:buFont typeface="Wingdings" panose="05000000000000000000" pitchFamily="2" charset="2"/>
                  <a:buChar char="v"/>
                </a:pPr>
                <a:r>
                  <a:rPr lang="en-IN" dirty="0" smtClean="0"/>
                  <a:t>Matrix Representation: (</a:t>
                </a:r>
                <a:r>
                  <a:rPr lang="en-IN" b="1" dirty="0" smtClean="0"/>
                  <a:t>Power Method</a:t>
                </a:r>
                <a:r>
                  <a:rPr lang="en-IN" dirty="0" smtClean="0"/>
                  <a:t>)</a:t>
                </a:r>
                <a:endParaRPr lang="en-IN" i="1" dirty="0" smtClean="0">
                  <a:latin typeface="Cambria Math" panose="02040503050406030204" pitchFamily="18" charset="0"/>
                </a:endParaRPr>
              </a:p>
              <a:p>
                <a:pPr marL="0" indent="0"/>
                <a14:m>
                  <m:oMathPara xmlns:m="http://schemas.openxmlformats.org/officeDocument/2006/math">
                    <m:oMathParaPr>
                      <m:jc m:val="centerGroup"/>
                    </m:oMathParaPr>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𝑣</m:t>
                          </m:r>
                        </m:e>
                        <m:sub>
                          <m:r>
                            <a:rPr lang="en-IN" b="0" i="1" smtClean="0">
                              <a:latin typeface="Cambria Math" panose="02040503050406030204" pitchFamily="18" charset="0"/>
                            </a:rPr>
                            <m:t>1</m:t>
                          </m:r>
                        </m:sub>
                      </m:sSub>
                      <m:r>
                        <a:rPr lang="en-IN" b="0" i="1" smtClean="0">
                          <a:latin typeface="Cambria Math" panose="02040503050406030204" pitchFamily="18" charset="0"/>
                        </a:rPr>
                        <m:t>= </m:t>
                      </m:r>
                      <m:r>
                        <a:rPr lang="en-IN" i="1" smtClean="0">
                          <a:latin typeface="Cambria Math" panose="02040503050406030204" pitchFamily="18" charset="0"/>
                        </a:rPr>
                        <m:t> </m:t>
                      </m:r>
                      <m:d>
                        <m:dPr>
                          <m:begChr m:val="["/>
                          <m:endChr m:val="]"/>
                          <m:ctrlPr>
                            <a:rPr lang="en-IN" i="1" smtClean="0">
                              <a:latin typeface="Cambria Math" panose="02040503050406030204" pitchFamily="18" charset="0"/>
                            </a:rPr>
                          </m:ctrlPr>
                        </m:dPr>
                        <m:e>
                          <m:m>
                            <m:mPr>
                              <m:mcs>
                                <m:mc>
                                  <m:mcPr>
                                    <m:count m:val="1"/>
                                    <m:mcJc m:val="center"/>
                                  </m:mcPr>
                                </m:mc>
                              </m:mcs>
                              <m:ctrlPr>
                                <a:rPr lang="en-IN" i="1" smtClean="0">
                                  <a:latin typeface="Cambria Math" panose="02040503050406030204" pitchFamily="18" charset="0"/>
                                </a:rPr>
                              </m:ctrlPr>
                            </m:mPr>
                            <m:mr>
                              <m:e>
                                <m:f>
                                  <m:fPr>
                                    <m:type m:val="lin"/>
                                    <m:ctrlPr>
                                      <a:rPr lang="en-IN" i="1" smtClean="0">
                                        <a:latin typeface="Cambria Math" panose="02040503050406030204" pitchFamily="18" charset="0"/>
                                      </a:rPr>
                                    </m:ctrlPr>
                                  </m:fPr>
                                  <m:num>
                                    <m:r>
                                      <a:rPr lang="en-IN" b="0" i="1" smtClean="0">
                                        <a:latin typeface="Cambria Math" panose="02040503050406030204" pitchFamily="18" charset="0"/>
                                      </a:rPr>
                                      <m:t>1</m:t>
                                    </m:r>
                                  </m:num>
                                  <m:den>
                                    <m:r>
                                      <a:rPr lang="en-IN" b="0" i="1" smtClean="0">
                                        <a:latin typeface="Cambria Math" panose="02040503050406030204" pitchFamily="18" charset="0"/>
                                      </a:rPr>
                                      <m:t>𝑛</m:t>
                                    </m:r>
                                  </m:den>
                                </m:f>
                              </m:e>
                            </m:mr>
                            <m:mr>
                              <m:e>
                                <m:f>
                                  <m:fPr>
                                    <m:type m:val="lin"/>
                                    <m:ctrlPr>
                                      <a:rPr lang="en-IN" i="1">
                                        <a:latin typeface="Cambria Math" panose="02040503050406030204" pitchFamily="18" charset="0"/>
                                      </a:rPr>
                                    </m:ctrlPr>
                                  </m:fPr>
                                  <m:num>
                                    <m:r>
                                      <a:rPr lang="en-IN" i="1">
                                        <a:latin typeface="Cambria Math" panose="02040503050406030204" pitchFamily="18" charset="0"/>
                                      </a:rPr>
                                      <m:t>1</m:t>
                                    </m:r>
                                  </m:num>
                                  <m:den>
                                    <m:r>
                                      <a:rPr lang="en-IN" i="1">
                                        <a:latin typeface="Cambria Math" panose="02040503050406030204" pitchFamily="18" charset="0"/>
                                      </a:rPr>
                                      <m:t>𝑛</m:t>
                                    </m:r>
                                  </m:den>
                                </m:f>
                              </m:e>
                            </m:mr>
                            <m:mr>
                              <m:e>
                                <m:f>
                                  <m:fPr>
                                    <m:type m:val="lin"/>
                                    <m:ctrlPr>
                                      <a:rPr lang="en-IN" i="1">
                                        <a:latin typeface="Cambria Math" panose="02040503050406030204" pitchFamily="18" charset="0"/>
                                      </a:rPr>
                                    </m:ctrlPr>
                                  </m:fPr>
                                  <m:num>
                                    <m:r>
                                      <a:rPr lang="en-IN" i="1">
                                        <a:latin typeface="Cambria Math" panose="02040503050406030204" pitchFamily="18" charset="0"/>
                                      </a:rPr>
                                      <m:t>1</m:t>
                                    </m:r>
                                  </m:num>
                                  <m:den>
                                    <m:r>
                                      <a:rPr lang="en-IN" i="1">
                                        <a:latin typeface="Cambria Math" panose="02040503050406030204" pitchFamily="18" charset="0"/>
                                      </a:rPr>
                                      <m:t>𝑛</m:t>
                                    </m:r>
                                  </m:den>
                                </m:f>
                              </m:e>
                            </m:mr>
                            <m:mr>
                              <m:e>
                                <m:f>
                                  <m:fPr>
                                    <m:type m:val="lin"/>
                                    <m:ctrlPr>
                                      <a:rPr lang="en-IN" i="1">
                                        <a:latin typeface="Cambria Math" panose="02040503050406030204" pitchFamily="18" charset="0"/>
                                      </a:rPr>
                                    </m:ctrlPr>
                                  </m:fPr>
                                  <m:num>
                                    <m:r>
                                      <a:rPr lang="en-IN" i="1">
                                        <a:latin typeface="Cambria Math" panose="02040503050406030204" pitchFamily="18" charset="0"/>
                                      </a:rPr>
                                      <m:t>1</m:t>
                                    </m:r>
                                  </m:num>
                                  <m:den>
                                    <m:r>
                                      <a:rPr lang="en-IN" i="1">
                                        <a:latin typeface="Cambria Math" panose="02040503050406030204" pitchFamily="18" charset="0"/>
                                      </a:rPr>
                                      <m:t>𝑛</m:t>
                                    </m:r>
                                  </m:den>
                                </m:f>
                              </m:e>
                            </m:mr>
                            <m:mr>
                              <m:e>
                                <m:eqArr>
                                  <m:eqArrPr>
                                    <m:ctrlPr>
                                      <a:rPr lang="en-IN" i="1" smtClean="0">
                                        <a:latin typeface="Cambria Math" panose="02040503050406030204" pitchFamily="18" charset="0"/>
                                      </a:rPr>
                                    </m:ctrlPr>
                                  </m:eqArrPr>
                                  <m:e>
                                    <m:r>
                                      <a:rPr lang="en-IN" i="1" smtClean="0">
                                        <a:latin typeface="Cambria Math" panose="02040503050406030204" pitchFamily="18" charset="0"/>
                                      </a:rPr>
                                      <m:t>⋮</m:t>
                                    </m:r>
                                  </m:e>
                                  <m:e>
                                    <m:f>
                                      <m:fPr>
                                        <m:type m:val="lin"/>
                                        <m:ctrlPr>
                                          <a:rPr lang="en-IN" i="1">
                                            <a:latin typeface="Cambria Math" panose="02040503050406030204" pitchFamily="18" charset="0"/>
                                          </a:rPr>
                                        </m:ctrlPr>
                                      </m:fPr>
                                      <m:num>
                                        <m:r>
                                          <a:rPr lang="en-IN" i="1">
                                            <a:latin typeface="Cambria Math" panose="02040503050406030204" pitchFamily="18" charset="0"/>
                                          </a:rPr>
                                          <m:t>1</m:t>
                                        </m:r>
                                      </m:num>
                                      <m:den>
                                        <m:r>
                                          <a:rPr lang="en-IN" i="1">
                                            <a:latin typeface="Cambria Math" panose="02040503050406030204" pitchFamily="18" charset="0"/>
                                          </a:rPr>
                                          <m:t>𝑛</m:t>
                                        </m:r>
                                      </m:den>
                                    </m:f>
                                  </m:e>
                                </m:eqArr>
                              </m:e>
                            </m:mr>
                          </m:m>
                        </m:e>
                      </m:d>
                      <m:r>
                        <a:rPr lang="en-IN" b="0" i="1" smtClean="0">
                          <a:latin typeface="Cambria Math" panose="02040503050406030204" pitchFamily="18" charset="0"/>
                        </a:rPr>
                        <m:t>,  </m:t>
                      </m:r>
                      <m:r>
                        <a:rPr lang="en-IN" b="0" i="1" smtClean="0">
                          <a:latin typeface="Cambria Math" panose="02040503050406030204" pitchFamily="18" charset="0"/>
                        </a:rPr>
                        <m:t>𝑃</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𝑖</m:t>
                          </m:r>
                          <m:r>
                            <a:rPr lang="en-IN" b="0" i="1" smtClean="0">
                              <a:latin typeface="Cambria Math" panose="02040503050406030204" pitchFamily="18" charset="0"/>
                            </a:rPr>
                            <m:t>+1</m:t>
                          </m:r>
                        </m:sub>
                      </m:sSub>
                      <m:r>
                        <a:rPr lang="en-IN" b="0" i="1" smtClean="0">
                          <a:latin typeface="Cambria Math" panose="02040503050406030204" pitchFamily="18" charset="0"/>
                        </a:rPr>
                        <m:t>=</m:t>
                      </m:r>
                      <m:r>
                        <a:rPr lang="en-IN" b="0" i="1" smtClean="0">
                          <a:latin typeface="Cambria Math" panose="02040503050406030204" pitchFamily="18" charset="0"/>
                        </a:rPr>
                        <m:t>𝐻</m:t>
                      </m:r>
                      <m:r>
                        <a:rPr lang="en-IN" b="0" i="1" smtClean="0">
                          <a:latin typeface="Cambria Math" panose="02040503050406030204" pitchFamily="18" charset="0"/>
                        </a:rPr>
                        <m:t> </m:t>
                      </m:r>
                      <m:r>
                        <a:rPr lang="en-IN" b="0" i="1" smtClean="0">
                          <a:latin typeface="Cambria Math" panose="02040503050406030204" pitchFamily="18" charset="0"/>
                        </a:rPr>
                        <m:t>𝑃</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𝑖</m:t>
                          </m:r>
                        </m:sub>
                      </m:sSub>
                    </m:oMath>
                  </m:oMathPara>
                </a14:m>
                <a:endParaRPr lang="en-IN" dirty="0" smtClean="0"/>
              </a:p>
              <a:p>
                <a:pPr marL="0" indent="0"/>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𝑣</m:t>
                          </m:r>
                        </m:e>
                        <m:sub>
                          <m:r>
                            <a:rPr lang="en-IN" b="0" i="1" smtClean="0">
                              <a:latin typeface="Cambria Math" panose="02040503050406030204" pitchFamily="18" charset="0"/>
                            </a:rPr>
                            <m:t>2</m:t>
                          </m:r>
                        </m:sub>
                      </m:sSub>
                      <m:r>
                        <a:rPr lang="en-IN" b="0" i="1" smtClean="0">
                          <a:latin typeface="Cambria Math" panose="02040503050406030204" pitchFamily="18" charset="0"/>
                        </a:rPr>
                        <m:t>=</m:t>
                      </m:r>
                      <m:r>
                        <a:rPr lang="en-IN" b="0" i="1" smtClean="0">
                          <a:latin typeface="Cambria Math" panose="02040503050406030204" pitchFamily="18" charset="0"/>
                        </a:rPr>
                        <m:t>𝐻𝑣</m:t>
                      </m:r>
                    </m:oMath>
                  </m:oMathPara>
                </a14:m>
                <a:endParaRPr lang="en-IN" b="0" dirty="0" smtClean="0"/>
              </a:p>
              <a:p>
                <a:pPr marL="0" indent="0"/>
                <a14:m>
                  <m:oMathPara xmlns:m="http://schemas.openxmlformats.org/officeDocument/2006/math">
                    <m:oMathParaPr>
                      <m:jc m:val="centerGroup"/>
                    </m:oMathParaPr>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𝑣</m:t>
                          </m:r>
                        </m:e>
                        <m:sub>
                          <m:r>
                            <a:rPr lang="en-IN" b="0" i="1" smtClean="0">
                              <a:latin typeface="Cambria Math" panose="02040503050406030204" pitchFamily="18" charset="0"/>
                            </a:rPr>
                            <m:t>3</m:t>
                          </m:r>
                        </m:sub>
                      </m:sSub>
                      <m:r>
                        <a:rPr lang="en-IN" i="1">
                          <a:latin typeface="Cambria Math" panose="02040503050406030204" pitchFamily="18" charset="0"/>
                        </a:rPr>
                        <m:t>=</m:t>
                      </m:r>
                      <m:r>
                        <a:rPr lang="en-IN" i="1">
                          <a:latin typeface="Cambria Math" panose="02040503050406030204" pitchFamily="18" charset="0"/>
                        </a:rPr>
                        <m:t>𝐻</m:t>
                      </m:r>
                      <m:sSub>
                        <m:sSubPr>
                          <m:ctrlPr>
                            <a:rPr lang="en-IN" i="1" smtClean="0">
                              <a:latin typeface="Cambria Math" panose="02040503050406030204" pitchFamily="18" charset="0"/>
                            </a:rPr>
                          </m:ctrlPr>
                        </m:sSubPr>
                        <m:e>
                          <m:r>
                            <a:rPr lang="en-IN" b="0" i="1" smtClean="0">
                              <a:latin typeface="Cambria Math" panose="02040503050406030204" pitchFamily="18" charset="0"/>
                            </a:rPr>
                            <m:t>𝑣</m:t>
                          </m:r>
                        </m:e>
                        <m:sub>
                          <m:r>
                            <a:rPr lang="en-IN" b="0" i="1" smtClean="0">
                              <a:latin typeface="Cambria Math" panose="02040503050406030204" pitchFamily="18" charset="0"/>
                            </a:rPr>
                            <m:t>2</m:t>
                          </m:r>
                        </m:sub>
                      </m:sSub>
                      <m:r>
                        <a:rPr lang="en-IN" b="0" i="1" smtClean="0">
                          <a:latin typeface="Cambria Math" panose="02040503050406030204" pitchFamily="18" charset="0"/>
                        </a:rPr>
                        <m:t>=</m:t>
                      </m:r>
                      <m:r>
                        <a:rPr lang="en-IN" b="0" i="1" smtClean="0">
                          <a:latin typeface="Cambria Math" panose="02040503050406030204" pitchFamily="18" charset="0"/>
                        </a:rPr>
                        <m:t>𝐻</m:t>
                      </m:r>
                      <m:d>
                        <m:dPr>
                          <m:ctrlPr>
                            <a:rPr lang="en-IN" b="0" i="1" smtClean="0">
                              <a:latin typeface="Cambria Math" panose="02040503050406030204" pitchFamily="18" charset="0"/>
                            </a:rPr>
                          </m:ctrlPr>
                        </m:dPr>
                        <m:e>
                          <m:r>
                            <a:rPr lang="en-IN" b="0" i="1" smtClean="0">
                              <a:latin typeface="Cambria Math" panose="02040503050406030204" pitchFamily="18" charset="0"/>
                            </a:rPr>
                            <m:t>𝐻𝑣</m:t>
                          </m:r>
                        </m:e>
                      </m:d>
                      <m:r>
                        <a:rPr lang="en-IN" b="0" i="1" smtClean="0">
                          <a:latin typeface="Cambria Math" panose="02040503050406030204" pitchFamily="18" charset="0"/>
                        </a:rPr>
                        <m:t>= </m:t>
                      </m:r>
                      <m:sSup>
                        <m:sSupPr>
                          <m:ctrlPr>
                            <a:rPr lang="en-IN" b="0" i="1" smtClean="0">
                              <a:latin typeface="Cambria Math" panose="02040503050406030204" pitchFamily="18" charset="0"/>
                            </a:rPr>
                          </m:ctrlPr>
                        </m:sSupPr>
                        <m:e>
                          <m:r>
                            <a:rPr lang="en-IN" b="0" i="1" smtClean="0">
                              <a:latin typeface="Cambria Math" panose="02040503050406030204" pitchFamily="18" charset="0"/>
                            </a:rPr>
                            <m:t>𝐻</m:t>
                          </m:r>
                        </m:e>
                        <m:sup>
                          <m:r>
                            <a:rPr lang="en-IN" b="0" i="1" smtClean="0">
                              <a:latin typeface="Cambria Math" panose="02040503050406030204" pitchFamily="18" charset="0"/>
                            </a:rPr>
                            <m:t>2</m:t>
                          </m:r>
                        </m:sup>
                      </m:sSup>
                      <m:r>
                        <a:rPr lang="en-IN" b="0" i="1" smtClean="0">
                          <a:latin typeface="Cambria Math" panose="02040503050406030204" pitchFamily="18" charset="0"/>
                        </a:rPr>
                        <m:t>𝑣</m:t>
                      </m:r>
                    </m:oMath>
                  </m:oMathPara>
                </a14:m>
                <a:endParaRPr lang="en-IN" b="0" dirty="0" smtClean="0"/>
              </a:p>
              <a:p>
                <a:pPr marL="0" indent="0"/>
                <a14:m>
                  <m:oMathPara xmlns:m="http://schemas.openxmlformats.org/officeDocument/2006/math">
                    <m:oMathParaPr>
                      <m:jc m:val="centerGroup"/>
                    </m:oMathParaPr>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𝑣</m:t>
                          </m:r>
                        </m:e>
                        <m:sub>
                          <m:r>
                            <a:rPr lang="en-IN" b="0" i="1" smtClean="0">
                              <a:latin typeface="Cambria Math" panose="02040503050406030204" pitchFamily="18" charset="0"/>
                            </a:rPr>
                            <m:t>𝑛</m:t>
                          </m:r>
                        </m:sub>
                      </m:sSub>
                      <m:r>
                        <a:rPr lang="en-IN" i="1">
                          <a:latin typeface="Cambria Math" panose="02040503050406030204" pitchFamily="18" charset="0"/>
                        </a:rPr>
                        <m:t>=</m:t>
                      </m:r>
                      <m:sSup>
                        <m:sSupPr>
                          <m:ctrlPr>
                            <a:rPr lang="en-IN" i="1" smtClean="0">
                              <a:latin typeface="Cambria Math" panose="02040503050406030204" pitchFamily="18" charset="0"/>
                            </a:rPr>
                          </m:ctrlPr>
                        </m:sSupPr>
                        <m:e>
                          <m:r>
                            <a:rPr lang="en-IN" b="0" i="1" smtClean="0">
                              <a:latin typeface="Cambria Math" panose="02040503050406030204" pitchFamily="18" charset="0"/>
                            </a:rPr>
                            <m:t>𝐻</m:t>
                          </m:r>
                        </m:e>
                        <m:sup>
                          <m:r>
                            <a:rPr lang="en-IN" b="0" i="1" smtClean="0">
                              <a:latin typeface="Cambria Math" panose="02040503050406030204" pitchFamily="18" charset="0"/>
                            </a:rPr>
                            <m:t>𝑛</m:t>
                          </m:r>
                        </m:sup>
                      </m:sSup>
                      <m:r>
                        <a:rPr lang="en-IN" i="1">
                          <a:latin typeface="Cambria Math" panose="02040503050406030204" pitchFamily="18" charset="0"/>
                        </a:rPr>
                        <m:t>𝑣</m:t>
                      </m:r>
                    </m:oMath>
                  </m:oMathPara>
                </a14:m>
                <a:endParaRPr lang="en-IN" dirty="0" smtClean="0"/>
              </a:p>
              <a:p>
                <a:pPr marL="0" indent="0"/>
                <a:r>
                  <a:rPr lang="en-IN" dirty="0" smtClean="0"/>
                  <a:t>This is also an iterative method till the values converges.</a:t>
                </a:r>
                <a:endParaRPr lang="en-IN" dirty="0"/>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blipFill rotWithShape="0">
                <a:blip r:embed="rId2"/>
                <a:stretch>
                  <a:fillRect l="-1111" t="-943"/>
                </a:stretch>
              </a:blipFill>
            </p:spPr>
            <p:txBody>
              <a:bodyPr/>
              <a:lstStyle/>
              <a:p>
                <a:r>
                  <a:rPr lang="en-IN">
                    <a:noFill/>
                  </a:rPr>
                  <a:t> </a:t>
                </a:r>
              </a:p>
            </p:txBody>
          </p:sp>
        </mc:Fallback>
      </mc:AlternateContent>
      <p:sp>
        <p:nvSpPr>
          <p:cNvPr id="3" name="Content Placeholder 2"/>
          <p:cNvSpPr>
            <a:spLocks noGrp="1"/>
          </p:cNvSpPr>
          <p:nvPr>
            <p:ph sz="quarter" idx="10"/>
          </p:nvPr>
        </p:nvSpPr>
        <p:spPr/>
        <p:txBody>
          <a:bodyPr/>
          <a:lstStyle/>
          <a:p>
            <a:r>
              <a:rPr lang="en-IN" dirty="0"/>
              <a:t>PageRank Algorithm</a:t>
            </a:r>
          </a:p>
        </p:txBody>
      </p:sp>
      <mc:AlternateContent xmlns:mc="http://schemas.openxmlformats.org/markup-compatibility/2006">
        <mc:Choice xmlns:p14="http://schemas.microsoft.com/office/powerpoint/2010/main" Requires="p14">
          <p:contentPart p14:bwMode="auto" r:id="rId3">
            <p14:nvContentPartPr>
              <p14:cNvPr id="4" name="Ink 3"/>
              <p14:cNvContentPartPr/>
              <p14:nvPr/>
            </p14:nvContentPartPr>
            <p14:xfrm>
              <a:off x="2422440" y="1067040"/>
              <a:ext cx="6392880" cy="4299840"/>
            </p14:xfrm>
          </p:contentPart>
        </mc:Choice>
        <mc:Fallback>
          <p:pic>
            <p:nvPicPr>
              <p:cNvPr id="4" name="Ink 3"/>
              <p:cNvPicPr/>
              <p:nvPr/>
            </p:nvPicPr>
            <p:blipFill>
              <a:blip r:embed="rId4"/>
              <a:stretch>
                <a:fillRect/>
              </a:stretch>
            </p:blipFill>
            <p:spPr>
              <a:xfrm>
                <a:off x="2412720" y="1056240"/>
                <a:ext cx="6414840" cy="4321080"/>
              </a:xfrm>
              <a:prstGeom prst="rect">
                <a:avLst/>
              </a:prstGeom>
            </p:spPr>
          </p:pic>
        </mc:Fallback>
      </mc:AlternateContent>
    </p:spTree>
    <p:extLst>
      <p:ext uri="{BB962C8B-B14F-4D97-AF65-F5344CB8AC3E}">
        <p14:creationId xmlns:p14="http://schemas.microsoft.com/office/powerpoint/2010/main" val="50779936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buFont typeface="Wingdings" panose="05000000000000000000" pitchFamily="2" charset="2"/>
              <a:buChar char="v"/>
            </a:pPr>
            <a:r>
              <a:rPr lang="en-IN" b="1" dirty="0" smtClean="0"/>
              <a:t>Steady State Approach:</a:t>
            </a:r>
          </a:p>
          <a:p>
            <a:pPr lvl="1">
              <a:buFont typeface="Wingdings" panose="05000000000000000000" pitchFamily="2" charset="2"/>
              <a:buChar char="v"/>
            </a:pPr>
            <a:r>
              <a:rPr lang="en-IN" sz="2400" dirty="0" smtClean="0"/>
              <a:t>From a directed graph, we can construct transition matrix.</a:t>
            </a:r>
          </a:p>
          <a:p>
            <a:pPr lvl="1">
              <a:buFont typeface="Wingdings" panose="05000000000000000000" pitchFamily="2" charset="2"/>
              <a:buChar char="v"/>
            </a:pPr>
            <a:r>
              <a:rPr lang="en-IN" sz="2400" dirty="0" smtClean="0"/>
              <a:t>This is steady state approach as the sum of all eigenvalues is 1.</a:t>
            </a:r>
          </a:p>
          <a:p>
            <a:pPr lvl="1">
              <a:buFont typeface="Wingdings" panose="05000000000000000000" pitchFamily="2" charset="2"/>
              <a:buChar char="v"/>
            </a:pPr>
            <a:r>
              <a:rPr lang="en-IN" sz="2400" dirty="0" smtClean="0"/>
              <a:t>With </a:t>
            </a:r>
            <a:r>
              <a:rPr lang="en-IN" sz="2400" dirty="0" err="1" smtClean="0"/>
              <a:t>Hx</a:t>
            </a:r>
            <a:r>
              <a:rPr lang="en-IN" sz="2400" dirty="0" smtClean="0"/>
              <a:t> = </a:t>
            </a:r>
          </a:p>
          <a:p>
            <a:pPr lvl="2">
              <a:buFont typeface="Wingdings" panose="05000000000000000000" pitchFamily="2" charset="2"/>
              <a:buChar char="v"/>
            </a:pPr>
            <a:r>
              <a:rPr lang="en-IN" dirty="0" smtClean="0">
                <a:latin typeface="Arial" panose="020B0604020202020204" pitchFamily="34" charset="0"/>
                <a:cs typeface="Arial" panose="020B0604020202020204" pitchFamily="34" charset="0"/>
              </a:rPr>
              <a:t>H is the transition matrix of the hyperlinks.</a:t>
            </a:r>
          </a:p>
          <a:p>
            <a:pPr lvl="2">
              <a:buFont typeface="Wingdings" panose="05000000000000000000" pitchFamily="2" charset="2"/>
              <a:buChar char="v"/>
            </a:pPr>
            <a:r>
              <a:rPr lang="en-IN" dirty="0">
                <a:latin typeface="Arial" panose="020B0604020202020204" pitchFamily="34" charset="0"/>
                <a:cs typeface="Arial" panose="020B0604020202020204" pitchFamily="34" charset="0"/>
              </a:rPr>
              <a:t>x</a:t>
            </a:r>
            <a:r>
              <a:rPr lang="en-IN" dirty="0" smtClean="0">
                <a:latin typeface="Arial" panose="020B0604020202020204" pitchFamily="34" charset="0"/>
                <a:cs typeface="Arial" panose="020B0604020202020204" pitchFamily="34" charset="0"/>
              </a:rPr>
              <a:t> is the final PageRank of the given pages. </a:t>
            </a:r>
            <a:endParaRPr lang="en-IN" dirty="0">
              <a:latin typeface="Arial" panose="020B0604020202020204" pitchFamily="34" charset="0"/>
              <a:cs typeface="Arial" panose="020B0604020202020204" pitchFamily="34" charset="0"/>
            </a:endParaRPr>
          </a:p>
        </p:txBody>
      </p:sp>
      <p:sp>
        <p:nvSpPr>
          <p:cNvPr id="3" name="Content Placeholder 2"/>
          <p:cNvSpPr>
            <a:spLocks noGrp="1"/>
          </p:cNvSpPr>
          <p:nvPr>
            <p:ph sz="quarter" idx="10"/>
          </p:nvPr>
        </p:nvSpPr>
        <p:spPr/>
        <p:txBody>
          <a:bodyPr/>
          <a:lstStyle/>
          <a:p>
            <a:r>
              <a:rPr lang="en-IN" dirty="0"/>
              <a:t>PageRank Algorithm</a:t>
            </a:r>
          </a:p>
        </p:txBody>
      </p:sp>
    </p:spTree>
    <p:extLst>
      <p:ext uri="{BB962C8B-B14F-4D97-AF65-F5344CB8AC3E}">
        <p14:creationId xmlns:p14="http://schemas.microsoft.com/office/powerpoint/2010/main" val="407089888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buFont typeface="Wingdings" panose="05000000000000000000" pitchFamily="2" charset="2"/>
              <a:buChar char="v"/>
            </a:pPr>
            <a:r>
              <a:rPr lang="en-IN" b="1" dirty="0" smtClean="0"/>
              <a:t>Random Surfer Approach:</a:t>
            </a:r>
          </a:p>
          <a:p>
            <a:pPr lvl="1">
              <a:buFont typeface="Wingdings" panose="05000000000000000000" pitchFamily="2" charset="2"/>
              <a:buChar char="v"/>
            </a:pPr>
            <a:r>
              <a:rPr lang="en-IN" sz="2400" dirty="0" smtClean="0"/>
              <a:t>PageRank can be defined by the probability that a random surfer on the web starts on a random page, follows the hyperlinks and visit the given page.</a:t>
            </a:r>
          </a:p>
          <a:p>
            <a:pPr lvl="2">
              <a:buFont typeface="Wingdings" panose="05000000000000000000" pitchFamily="2" charset="2"/>
              <a:buChar char="v"/>
            </a:pPr>
            <a:r>
              <a:rPr lang="en-IN" dirty="0" smtClean="0">
                <a:latin typeface="Arial" panose="020B0604020202020204" pitchFamily="34" charset="0"/>
                <a:cs typeface="Arial" panose="020B0604020202020204" pitchFamily="34" charset="0"/>
              </a:rPr>
              <a:t>Sum of column values = 1.</a:t>
            </a:r>
          </a:p>
          <a:p>
            <a:pPr lvl="2">
              <a:buFont typeface="Wingdings" panose="05000000000000000000" pitchFamily="2" charset="2"/>
              <a:buChar char="v"/>
            </a:pPr>
            <a:r>
              <a:rPr lang="en-IN" dirty="0" smtClean="0">
                <a:latin typeface="Arial" panose="020B0604020202020204" pitchFamily="34" charset="0"/>
                <a:cs typeface="Arial" panose="020B0604020202020204" pitchFamily="34" charset="0"/>
              </a:rPr>
              <a:t>It is a “</a:t>
            </a:r>
            <a:r>
              <a:rPr lang="en-IN" b="1" i="1" dirty="0">
                <a:latin typeface="Arial" panose="020B0604020202020204" pitchFamily="34" charset="0"/>
                <a:cs typeface="Arial" panose="020B0604020202020204" pitchFamily="34" charset="0"/>
              </a:rPr>
              <a:t>M</a:t>
            </a:r>
            <a:r>
              <a:rPr lang="en-IN" b="1" i="1" dirty="0" smtClean="0">
                <a:latin typeface="Arial" panose="020B0604020202020204" pitchFamily="34" charset="0"/>
                <a:cs typeface="Arial" panose="020B0604020202020204" pitchFamily="34" charset="0"/>
              </a:rPr>
              <a:t>arkov chain</a:t>
            </a:r>
            <a:r>
              <a:rPr lang="en-IN" dirty="0" smtClean="0">
                <a:latin typeface="Arial" panose="020B0604020202020204" pitchFamily="34" charset="0"/>
                <a:cs typeface="Arial" panose="020B0604020202020204" pitchFamily="34" charset="0"/>
              </a:rPr>
              <a:t>”.</a:t>
            </a:r>
          </a:p>
          <a:p>
            <a:pPr lvl="2">
              <a:buFont typeface="Wingdings" panose="05000000000000000000" pitchFamily="2" charset="2"/>
              <a:buChar char="v"/>
            </a:pPr>
            <a:r>
              <a:rPr lang="en-IN" dirty="0" smtClean="0">
                <a:latin typeface="Arial" panose="020B0604020202020204" pitchFamily="34" charset="0"/>
                <a:cs typeface="Arial" panose="020B0604020202020204" pitchFamily="34" charset="0"/>
              </a:rPr>
              <a:t>The transition matrix defines the next step.</a:t>
            </a:r>
          </a:p>
          <a:p>
            <a:pPr lvl="2">
              <a:buFont typeface="Wingdings" panose="05000000000000000000" pitchFamily="2" charset="2"/>
              <a:buChar char="v"/>
            </a:pPr>
            <a:r>
              <a:rPr lang="en-IN" dirty="0" smtClean="0">
                <a:latin typeface="Arial" panose="020B0604020202020204" pitchFamily="34" charset="0"/>
                <a:cs typeface="Arial" panose="020B0604020202020204" pitchFamily="34" charset="0"/>
              </a:rPr>
              <a:t>Stationary distribution: is the final PageRank vector.</a:t>
            </a:r>
          </a:p>
          <a:p>
            <a:pPr marL="914400" lvl="2" indent="0" algn="ctr">
              <a:buNone/>
            </a:pPr>
            <a:r>
              <a:rPr lang="en-IN" dirty="0" err="1" smtClean="0">
                <a:latin typeface="Arial" panose="020B0604020202020204" pitchFamily="34" charset="0"/>
                <a:cs typeface="Arial" panose="020B0604020202020204" pitchFamily="34" charset="0"/>
              </a:rPr>
              <a:t>Hx</a:t>
            </a:r>
            <a:r>
              <a:rPr lang="en-IN" dirty="0" smtClean="0">
                <a:latin typeface="Arial" panose="020B0604020202020204" pitchFamily="34" charset="0"/>
                <a:cs typeface="Arial" panose="020B0604020202020204" pitchFamily="34" charset="0"/>
              </a:rPr>
              <a:t> = x</a:t>
            </a:r>
            <a:endParaRPr lang="en-IN" dirty="0">
              <a:latin typeface="Arial" panose="020B0604020202020204" pitchFamily="34" charset="0"/>
              <a:cs typeface="Arial" panose="020B0604020202020204" pitchFamily="34" charset="0"/>
            </a:endParaRPr>
          </a:p>
        </p:txBody>
      </p:sp>
      <p:sp>
        <p:nvSpPr>
          <p:cNvPr id="3" name="Content Placeholder 2"/>
          <p:cNvSpPr>
            <a:spLocks noGrp="1"/>
          </p:cNvSpPr>
          <p:nvPr>
            <p:ph sz="quarter" idx="10"/>
          </p:nvPr>
        </p:nvSpPr>
        <p:spPr/>
        <p:txBody>
          <a:bodyPr/>
          <a:lstStyle/>
          <a:p>
            <a:r>
              <a:rPr lang="en-IN" dirty="0"/>
              <a:t>PageRank Algorithm</a:t>
            </a:r>
          </a:p>
        </p:txBody>
      </p:sp>
      <mc:AlternateContent xmlns:mc="http://schemas.openxmlformats.org/markup-compatibility/2006">
        <mc:Choice xmlns:p14="http://schemas.microsoft.com/office/powerpoint/2010/main" Requires="p14">
          <p:contentPart p14:bwMode="auto" r:id="rId2">
            <p14:nvContentPartPr>
              <p14:cNvPr id="4" name="Ink 3"/>
              <p14:cNvContentPartPr/>
              <p14:nvPr/>
            </p14:nvContentPartPr>
            <p14:xfrm>
              <a:off x="192240" y="251640"/>
              <a:ext cx="8773920" cy="6252840"/>
            </p14:xfrm>
          </p:contentPart>
        </mc:Choice>
        <mc:Fallback>
          <p:pic>
            <p:nvPicPr>
              <p:cNvPr id="4" name="Ink 3"/>
              <p:cNvPicPr/>
              <p:nvPr/>
            </p:nvPicPr>
            <p:blipFill>
              <a:blip r:embed="rId3"/>
              <a:stretch>
                <a:fillRect/>
              </a:stretch>
            </p:blipFill>
            <p:spPr>
              <a:xfrm>
                <a:off x="180360" y="240480"/>
                <a:ext cx="8794440" cy="6271920"/>
              </a:xfrm>
              <a:prstGeom prst="rect">
                <a:avLst/>
              </a:prstGeom>
            </p:spPr>
          </p:pic>
        </mc:Fallback>
      </mc:AlternateContent>
    </p:spTree>
    <p:extLst>
      <p:ext uri="{BB962C8B-B14F-4D97-AF65-F5344CB8AC3E}">
        <p14:creationId xmlns:p14="http://schemas.microsoft.com/office/powerpoint/2010/main" val="55187888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p:txBody>
              <a:bodyPr>
                <a:normAutofit fontScale="92500" lnSpcReduction="20000"/>
              </a:bodyPr>
              <a:lstStyle/>
              <a:p>
                <a:pPr>
                  <a:buFont typeface="Wingdings" panose="05000000000000000000" pitchFamily="2" charset="2"/>
                  <a:buChar char="v"/>
                </a:pPr>
                <a:r>
                  <a:rPr lang="en-IN" dirty="0" smtClean="0"/>
                  <a:t>The algorithm discussed so far does not work for dangling nodes.</a:t>
                </a:r>
              </a:p>
              <a:p>
                <a:pPr>
                  <a:buFont typeface="Wingdings" panose="05000000000000000000" pitchFamily="2" charset="2"/>
                  <a:buChar char="v"/>
                </a:pPr>
                <a:r>
                  <a:rPr lang="en-IN" dirty="0" smtClean="0"/>
                  <a:t>The algorithm does not work for disconnected, independent components.</a:t>
                </a:r>
              </a:p>
              <a:p>
                <a:pPr>
                  <a:buFont typeface="Wingdings" panose="05000000000000000000" pitchFamily="2" charset="2"/>
                  <a:buChar char="v"/>
                </a:pPr>
                <a:r>
                  <a:rPr lang="en-IN" dirty="0" smtClean="0"/>
                  <a:t>So the “</a:t>
                </a:r>
                <a:r>
                  <a:rPr lang="en-IN" b="1" i="1" dirty="0" smtClean="0"/>
                  <a:t>damping factor” </a:t>
                </a:r>
                <a:r>
                  <a:rPr lang="en-IN" dirty="0" smtClean="0"/>
                  <a:t> is used to deal with above mentioned problems.</a:t>
                </a:r>
              </a:p>
              <a:p>
                <a:pPr marL="0" indent="0" algn="ctr"/>
                <a:r>
                  <a:rPr lang="en-IN" b="1" dirty="0" smtClean="0"/>
                  <a:t>M = (1-d)B + </a:t>
                </a:r>
                <a:r>
                  <a:rPr lang="en-IN" b="1" smtClean="0"/>
                  <a:t>dA</a:t>
                </a:r>
                <a:endParaRPr lang="en-IN" b="1" dirty="0" smtClean="0"/>
              </a:p>
              <a:p>
                <a:pPr>
                  <a:buFont typeface="Wingdings" panose="05000000000000000000" pitchFamily="2" charset="2"/>
                  <a:buChar char="v"/>
                </a:pPr>
                <a:r>
                  <a:rPr lang="en-IN" b="1" dirty="0" smtClean="0"/>
                  <a:t>M</a:t>
                </a:r>
                <a:r>
                  <a:rPr lang="en-IN" dirty="0" smtClean="0"/>
                  <a:t> is PageRank matrix.</a:t>
                </a:r>
              </a:p>
              <a:p>
                <a:pPr>
                  <a:buFont typeface="Wingdings" panose="05000000000000000000" pitchFamily="2" charset="2"/>
                  <a:buChar char="v"/>
                </a:pPr>
                <a:r>
                  <a:rPr lang="en-IN" b="1" dirty="0" smtClean="0"/>
                  <a:t>D</a:t>
                </a:r>
                <a:r>
                  <a:rPr lang="en-IN" dirty="0" smtClean="0"/>
                  <a:t> is the damping factor (≈ 0.15).</a:t>
                </a:r>
              </a:p>
              <a:p>
                <a:pPr>
                  <a:buFont typeface="Wingdings" panose="05000000000000000000" pitchFamily="2" charset="2"/>
                  <a:buChar char="v"/>
                </a:pPr>
                <a:r>
                  <a:rPr lang="en-IN" b="1" dirty="0" smtClean="0"/>
                  <a:t>A</a:t>
                </a:r>
                <a:r>
                  <a:rPr lang="en-IN" dirty="0" smtClean="0"/>
                  <a:t> is transition matrix.</a:t>
                </a:r>
              </a:p>
              <a:p>
                <a:pPr>
                  <a:buFont typeface="Wingdings" panose="05000000000000000000" pitchFamily="2" charset="2"/>
                  <a:buChar char="v"/>
                </a:pPr>
                <a:r>
                  <a:rPr lang="en-IN" b="1" dirty="0" smtClean="0"/>
                  <a:t>B</a:t>
                </a:r>
                <a:r>
                  <a:rPr lang="en-IN" dirty="0" smtClean="0"/>
                  <a:t> is Identity Matrix.			</a:t>
                </a:r>
                <a14:m>
                  <m:oMath xmlns:m="http://schemas.openxmlformats.org/officeDocument/2006/math">
                    <m:f>
                      <m:fPr>
                        <m:ctrlPr>
                          <a:rPr lang="en-IN" i="1" smtClean="0">
                            <a:latin typeface="Cambria Math" panose="02040503050406030204" pitchFamily="18" charset="0"/>
                          </a:rPr>
                        </m:ctrlPr>
                      </m:fPr>
                      <m:num>
                        <m:r>
                          <a:rPr lang="en-IN" b="0" i="1" smtClean="0">
                            <a:latin typeface="Cambria Math" panose="02040503050406030204" pitchFamily="18" charset="0"/>
                          </a:rPr>
                          <m:t>1</m:t>
                        </m:r>
                      </m:num>
                      <m:den>
                        <m:r>
                          <a:rPr lang="en-IN" b="0" i="1" smtClean="0">
                            <a:latin typeface="Cambria Math" panose="02040503050406030204" pitchFamily="18" charset="0"/>
                          </a:rPr>
                          <m:t>𝑛</m:t>
                        </m:r>
                      </m:den>
                    </m:f>
                    <m:d>
                      <m:dPr>
                        <m:begChr m:val="["/>
                        <m:endChr m:val="]"/>
                        <m:ctrlPr>
                          <a:rPr lang="en-IN" i="1" smtClean="0">
                            <a:latin typeface="Cambria Math" panose="02040503050406030204" pitchFamily="18" charset="0"/>
                          </a:rPr>
                        </m:ctrlPr>
                      </m:dPr>
                      <m:e>
                        <m:m>
                          <m:mPr>
                            <m:mcs>
                              <m:mc>
                                <m:mcPr>
                                  <m:count m:val="3"/>
                                  <m:mcJc m:val="center"/>
                                </m:mcPr>
                              </m:mc>
                            </m:mcs>
                            <m:ctrlPr>
                              <a:rPr lang="en-IN" i="1" smtClean="0">
                                <a:latin typeface="Cambria Math" panose="02040503050406030204" pitchFamily="18" charset="0"/>
                              </a:rPr>
                            </m:ctrlPr>
                          </m:mPr>
                          <m:mr>
                            <m:e>
                              <m:r>
                                <m:rPr>
                                  <m:brk m:alnAt="7"/>
                                </m:rPr>
                                <a:rPr lang="en-IN" b="0" i="1" smtClean="0">
                                  <a:latin typeface="Cambria Math" panose="02040503050406030204" pitchFamily="18" charset="0"/>
                                </a:rPr>
                                <m:t>1</m:t>
                              </m:r>
                            </m:e>
                            <m:e>
                              <m:r>
                                <a:rPr lang="en-IN" b="0" i="1" smtClean="0">
                                  <a:latin typeface="Cambria Math" panose="02040503050406030204" pitchFamily="18" charset="0"/>
                                </a:rPr>
                                <m:t>1</m:t>
                              </m:r>
                            </m:e>
                            <m:e>
                              <m:r>
                                <a:rPr lang="en-IN" b="0" i="1" smtClean="0">
                                  <a:latin typeface="Cambria Math" panose="02040503050406030204" pitchFamily="18" charset="0"/>
                                </a:rPr>
                                <m:t>1</m:t>
                              </m:r>
                            </m:e>
                          </m:mr>
                          <m:mr>
                            <m:e>
                              <m:r>
                                <a:rPr lang="en-IN" b="0" i="1" smtClean="0">
                                  <a:latin typeface="Cambria Math" panose="02040503050406030204" pitchFamily="18" charset="0"/>
                                </a:rPr>
                                <m:t>1</m:t>
                              </m:r>
                            </m:e>
                            <m:e>
                              <m:r>
                                <a:rPr lang="en-IN" b="0" i="1" smtClean="0">
                                  <a:latin typeface="Cambria Math" panose="02040503050406030204" pitchFamily="18" charset="0"/>
                                </a:rPr>
                                <m:t>1</m:t>
                              </m:r>
                            </m:e>
                            <m:e>
                              <m:r>
                                <a:rPr lang="en-IN" b="0" i="1" smtClean="0">
                                  <a:latin typeface="Cambria Math" panose="02040503050406030204" pitchFamily="18" charset="0"/>
                                </a:rPr>
                                <m:t>1</m:t>
                              </m:r>
                            </m:e>
                          </m:mr>
                          <m:mr>
                            <m:e>
                              <m:r>
                                <a:rPr lang="en-IN" b="0" i="1" smtClean="0">
                                  <a:latin typeface="Cambria Math" panose="02040503050406030204" pitchFamily="18" charset="0"/>
                                </a:rPr>
                                <m:t>1</m:t>
                              </m:r>
                            </m:e>
                            <m:e>
                              <m:r>
                                <a:rPr lang="en-IN" b="0" i="1" smtClean="0">
                                  <a:latin typeface="Cambria Math" panose="02040503050406030204" pitchFamily="18" charset="0"/>
                                </a:rPr>
                                <m:t>1</m:t>
                              </m:r>
                            </m:e>
                            <m:e>
                              <m:r>
                                <a:rPr lang="en-IN" b="0" i="1" smtClean="0">
                                  <a:latin typeface="Cambria Math" panose="02040503050406030204" pitchFamily="18" charset="0"/>
                                </a:rPr>
                                <m:t>1</m:t>
                              </m:r>
                            </m:e>
                          </m:mr>
                        </m:m>
                      </m:e>
                    </m:d>
                  </m:oMath>
                </a14:m>
                <a:endParaRPr lang="en-IN" dirty="0" smtClean="0"/>
              </a:p>
              <a:p>
                <a:pPr>
                  <a:buFont typeface="Wingdings" panose="05000000000000000000" pitchFamily="2" charset="2"/>
                  <a:buChar char="v"/>
                </a:pPr>
                <a:r>
                  <a:rPr lang="en-IN" b="1" dirty="0" smtClean="0"/>
                  <a:t>n</a:t>
                </a:r>
                <a:r>
                  <a:rPr lang="en-IN" dirty="0" smtClean="0"/>
                  <a:t> is the number of webpages or websites in world wide web.</a:t>
                </a:r>
              </a:p>
              <a:p>
                <a:pPr>
                  <a:buFont typeface="Wingdings" panose="05000000000000000000" pitchFamily="2" charset="2"/>
                  <a:buChar char="v"/>
                </a:pPr>
                <a:endParaRPr lang="en-IN" dirty="0" smtClean="0"/>
              </a:p>
              <a:p>
                <a:pPr>
                  <a:buFont typeface="Wingdings" panose="05000000000000000000" pitchFamily="2" charset="2"/>
                  <a:buChar char="v"/>
                </a:pPr>
                <a:endParaRPr lang="en-IN" dirty="0" smtClean="0"/>
              </a:p>
              <a:p>
                <a:pPr>
                  <a:buFont typeface="Wingdings" panose="05000000000000000000" pitchFamily="2" charset="2"/>
                  <a:buChar char="v"/>
                </a:pPr>
                <a:endParaRPr lang="en-IN" dirty="0"/>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blipFill>
                <a:blip r:embed="rId3"/>
                <a:stretch>
                  <a:fillRect l="-815" t="-2291"/>
                </a:stretch>
              </a:blipFill>
            </p:spPr>
            <p:txBody>
              <a:bodyPr/>
              <a:lstStyle/>
              <a:p>
                <a:r>
                  <a:rPr lang="en-IN">
                    <a:noFill/>
                  </a:rPr>
                  <a:t> </a:t>
                </a:r>
              </a:p>
            </p:txBody>
          </p:sp>
        </mc:Fallback>
      </mc:AlternateContent>
      <p:sp>
        <p:nvSpPr>
          <p:cNvPr id="3" name="Content Placeholder 2"/>
          <p:cNvSpPr>
            <a:spLocks noGrp="1"/>
          </p:cNvSpPr>
          <p:nvPr>
            <p:ph sz="quarter" idx="10"/>
          </p:nvPr>
        </p:nvSpPr>
        <p:spPr/>
        <p:txBody>
          <a:bodyPr/>
          <a:lstStyle/>
          <a:p>
            <a:r>
              <a:rPr lang="en-IN" dirty="0" smtClean="0"/>
              <a:t>Problem with current algorithm.</a:t>
            </a:r>
            <a:endParaRPr lang="en-IN" dirty="0"/>
          </a:p>
        </p:txBody>
      </p:sp>
      <p:sp>
        <p:nvSpPr>
          <p:cNvPr id="4" name="TextBox 3"/>
          <p:cNvSpPr txBox="1"/>
          <p:nvPr/>
        </p:nvSpPr>
        <p:spPr>
          <a:xfrm>
            <a:off x="333374" y="3733800"/>
            <a:ext cx="4467226" cy="2308324"/>
          </a:xfrm>
          <a:prstGeom prst="rect">
            <a:avLst/>
          </a:prstGeom>
          <a:solidFill>
            <a:schemeClr val="bg1">
              <a:lumMod val="85000"/>
            </a:schemeClr>
          </a:solidFill>
          <a:ln w="57150">
            <a:solidFill>
              <a:schemeClr val="tx1"/>
            </a:solidFill>
            <a:prstDash val="dash"/>
          </a:ln>
        </p:spPr>
        <p:txBody>
          <a:bodyPr wrap="square" rtlCol="0">
            <a:spAutoFit/>
          </a:bodyPr>
          <a:lstStyle/>
          <a:p>
            <a:pPr marL="457200" indent="-457200">
              <a:buFont typeface="Courier New" panose="02070309020205020404" pitchFamily="49" charset="0"/>
              <a:buChar char="o"/>
            </a:pPr>
            <a:r>
              <a:rPr lang="en-IN" sz="2400" dirty="0" smtClean="0"/>
              <a:t>(1-d) is the probability that the surfer will follow the links in the given webpage. </a:t>
            </a:r>
          </a:p>
          <a:p>
            <a:pPr marL="457200" indent="-457200">
              <a:buFont typeface="Courier New" panose="02070309020205020404" pitchFamily="49" charset="0"/>
              <a:buChar char="o"/>
            </a:pPr>
            <a:r>
              <a:rPr lang="en-IN" sz="2400" dirty="0" smtClean="0"/>
              <a:t>So this implies that it will search in the neighbourhood of the current webpage.</a:t>
            </a:r>
            <a:endParaRPr lang="en-IN" sz="2400" dirty="0"/>
          </a:p>
        </p:txBody>
      </p:sp>
      <p:sp>
        <p:nvSpPr>
          <p:cNvPr id="5" name="TextBox 4"/>
          <p:cNvSpPr txBox="1"/>
          <p:nvPr/>
        </p:nvSpPr>
        <p:spPr>
          <a:xfrm>
            <a:off x="5029200" y="457200"/>
            <a:ext cx="4010026" cy="2677656"/>
          </a:xfrm>
          <a:prstGeom prst="rect">
            <a:avLst/>
          </a:prstGeom>
          <a:solidFill>
            <a:schemeClr val="bg1">
              <a:lumMod val="85000"/>
            </a:schemeClr>
          </a:solidFill>
          <a:ln w="57150">
            <a:solidFill>
              <a:schemeClr val="tx1"/>
            </a:solidFill>
            <a:prstDash val="dash"/>
          </a:ln>
        </p:spPr>
        <p:txBody>
          <a:bodyPr wrap="square" rtlCol="0">
            <a:spAutoFit/>
          </a:bodyPr>
          <a:lstStyle/>
          <a:p>
            <a:pPr marL="457200" indent="-457200">
              <a:buFont typeface="Courier New" panose="02070309020205020404" pitchFamily="49" charset="0"/>
              <a:buChar char="o"/>
            </a:pPr>
            <a:r>
              <a:rPr lang="en-IN" sz="2400" dirty="0" smtClean="0"/>
              <a:t>With small probability the surfer can leave the current page and navigate to some totally new webpage.</a:t>
            </a:r>
          </a:p>
          <a:p>
            <a:pPr marL="457200" indent="-457200">
              <a:buFont typeface="Courier New" panose="02070309020205020404" pitchFamily="49" charset="0"/>
              <a:buChar char="o"/>
            </a:pPr>
            <a:r>
              <a:rPr lang="en-IN" sz="2400" dirty="0" smtClean="0"/>
              <a:t>It is termed as “</a:t>
            </a:r>
            <a:r>
              <a:rPr lang="en-IN" sz="2400" b="1" dirty="0" smtClean="0"/>
              <a:t>Teleportation</a:t>
            </a:r>
            <a:r>
              <a:rPr lang="en-IN" sz="2400" dirty="0" smtClean="0"/>
              <a:t>”.</a:t>
            </a:r>
          </a:p>
        </p:txBody>
      </p:sp>
      <p:cxnSp>
        <p:nvCxnSpPr>
          <p:cNvPr id="8" name="Curved Connector 7"/>
          <p:cNvCxnSpPr/>
          <p:nvPr/>
        </p:nvCxnSpPr>
        <p:spPr>
          <a:xfrm rot="5400000">
            <a:off x="6101328" y="3510528"/>
            <a:ext cx="2199144" cy="1447800"/>
          </a:xfrm>
          <a:prstGeom prst="curvedConnector3">
            <a:avLst>
              <a:gd name="adj1" fmla="val 92879"/>
            </a:avLst>
          </a:prstGeom>
          <a:ln w="57150">
            <a:solidFill>
              <a:srgbClr val="002060"/>
            </a:solidFill>
            <a:prstDash val="sysDash"/>
            <a:tailEnd type="triangle"/>
          </a:ln>
        </p:spPr>
        <p:style>
          <a:lnRef idx="3">
            <a:schemeClr val="accent1"/>
          </a:lnRef>
          <a:fillRef idx="0">
            <a:schemeClr val="accent1"/>
          </a:fillRef>
          <a:effectRef idx="2">
            <a:schemeClr val="accent1"/>
          </a:effectRef>
          <a:fontRef idx="minor">
            <a:schemeClr val="tx1"/>
          </a:fontRef>
        </p:style>
      </p:cxnSp>
      <p:sp>
        <p:nvSpPr>
          <p:cNvPr id="6" name="TextBox 5"/>
          <p:cNvSpPr txBox="1"/>
          <p:nvPr/>
        </p:nvSpPr>
        <p:spPr>
          <a:xfrm>
            <a:off x="609600" y="6248400"/>
            <a:ext cx="6019800" cy="369332"/>
          </a:xfrm>
          <a:prstGeom prst="rect">
            <a:avLst/>
          </a:prstGeom>
          <a:noFill/>
        </p:spPr>
        <p:txBody>
          <a:bodyPr wrap="square" rtlCol="0">
            <a:spAutoFit/>
          </a:bodyPr>
          <a:lstStyle/>
          <a:p>
            <a:r>
              <a:rPr lang="en-IN" dirty="0" smtClean="0">
                <a:hlinkClick r:id="rId4" action="ppaction://hlinkfile"/>
              </a:rPr>
              <a:t>PageRank Solution.xlsx</a:t>
            </a:r>
            <a:endParaRPr lang="en-IN" dirty="0"/>
          </a:p>
        </p:txBody>
      </p:sp>
      <mc:AlternateContent xmlns:mc="http://schemas.openxmlformats.org/markup-compatibility/2006">
        <mc:Choice xmlns:p14="http://schemas.microsoft.com/office/powerpoint/2010/main" Requires="p14">
          <p:contentPart p14:bwMode="auto" r:id="rId5">
            <p14:nvContentPartPr>
              <p14:cNvPr id="7" name="Ink 6"/>
              <p14:cNvContentPartPr/>
              <p14:nvPr/>
            </p14:nvContentPartPr>
            <p14:xfrm>
              <a:off x="608400" y="2754720"/>
              <a:ext cx="4949280" cy="3201840"/>
            </p14:xfrm>
          </p:contentPart>
        </mc:Choice>
        <mc:Fallback>
          <p:pic>
            <p:nvPicPr>
              <p:cNvPr id="7" name="Ink 6"/>
              <p:cNvPicPr/>
              <p:nvPr/>
            </p:nvPicPr>
            <p:blipFill>
              <a:blip r:embed="rId6"/>
              <a:stretch>
                <a:fillRect/>
              </a:stretch>
            </p:blipFill>
            <p:spPr>
              <a:xfrm>
                <a:off x="598320" y="2743560"/>
                <a:ext cx="4964760" cy="3223440"/>
              </a:xfrm>
              <a:prstGeom prst="rect">
                <a:avLst/>
              </a:prstGeom>
            </p:spPr>
          </p:pic>
        </mc:Fallback>
      </mc:AlternateContent>
    </p:spTree>
    <p:extLst>
      <p:ext uri="{BB962C8B-B14F-4D97-AF65-F5344CB8AC3E}">
        <p14:creationId xmlns:p14="http://schemas.microsoft.com/office/powerpoint/2010/main" val="1726281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P spid="4" grpId="0" animBg="1"/>
      <p:bldP spid="5"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p:txBody>
              <a:bodyPr>
                <a:normAutofit/>
              </a:bodyPr>
              <a:lstStyle/>
              <a:p>
                <a:pPr>
                  <a:buFont typeface="Wingdings" panose="05000000000000000000" pitchFamily="2" charset="2"/>
                  <a:buChar char="v"/>
                </a:pPr>
                <a:r>
                  <a:rPr lang="en-IN" dirty="0" smtClean="0"/>
                  <a:t>The property of Markov matrix is:</a:t>
                </a:r>
              </a:p>
              <a:p>
                <a:pPr lvl="1">
                  <a:buFont typeface="Wingdings" panose="05000000000000000000" pitchFamily="2" charset="2"/>
                  <a:buChar char="v"/>
                </a:pPr>
                <a:r>
                  <a:rPr lang="en-IN" sz="2400" dirty="0" smtClean="0"/>
                  <a:t>Every column sums to 1.</a:t>
                </a:r>
              </a:p>
              <a:p>
                <a:pPr lvl="1">
                  <a:buFont typeface="Wingdings" panose="05000000000000000000" pitchFamily="2" charset="2"/>
                  <a:buChar char="v"/>
                </a:pPr>
                <a:r>
                  <a:rPr lang="en-IN" sz="2400" dirty="0"/>
                  <a:t>The Highest </a:t>
                </a:r>
                <a:r>
                  <a:rPr lang="en-IN" sz="2400" dirty="0" smtClean="0"/>
                  <a:t>Eigenvalue </a:t>
                </a:r>
                <a:r>
                  <a:rPr lang="en-IN" sz="2400" dirty="0"/>
                  <a:t>is equals to </a:t>
                </a:r>
                <a:r>
                  <a:rPr lang="en-IN" sz="2400" dirty="0" smtClean="0"/>
                  <a:t>1, and every other eigenvalue is less then 1.</a:t>
                </a:r>
              </a:p>
              <a:p>
                <a:pPr lvl="1">
                  <a:buFont typeface="Wingdings" panose="05000000000000000000" pitchFamily="2" charset="2"/>
                  <a:buChar char="v"/>
                </a:pPr>
                <a14:m>
                  <m:oMath xmlns:m="http://schemas.openxmlformats.org/officeDocument/2006/math">
                    <m:sSup>
                      <m:sSupPr>
                        <m:ctrlPr>
                          <a:rPr lang="en-IN" sz="2400" i="1" smtClean="0">
                            <a:latin typeface="Cambria Math" panose="02040503050406030204" pitchFamily="18" charset="0"/>
                          </a:rPr>
                        </m:ctrlPr>
                      </m:sSupPr>
                      <m:e>
                        <m:r>
                          <a:rPr lang="en-IN" sz="2400" b="0" i="1" smtClean="0">
                            <a:latin typeface="Cambria Math" panose="02040503050406030204" pitchFamily="18" charset="0"/>
                          </a:rPr>
                          <m:t>𝐴</m:t>
                        </m:r>
                      </m:e>
                      <m:sup>
                        <m:r>
                          <a:rPr lang="en-IN" sz="2400" b="0" i="1" smtClean="0">
                            <a:latin typeface="Cambria Math" panose="02040503050406030204" pitchFamily="18" charset="0"/>
                          </a:rPr>
                          <m:t>𝑘</m:t>
                        </m:r>
                      </m:sup>
                    </m:sSup>
                    <m:r>
                      <a:rPr lang="en-IN" sz="2400" b="0" i="1" smtClean="0">
                        <a:latin typeface="Cambria Math" panose="02040503050406030204" pitchFamily="18" charset="0"/>
                      </a:rPr>
                      <m:t>𝑣</m:t>
                    </m:r>
                    <m:r>
                      <a:rPr lang="en-IN" sz="2400" b="0" i="1" smtClean="0">
                        <a:latin typeface="Cambria Math" panose="02040503050406030204" pitchFamily="18" charset="0"/>
                      </a:rPr>
                      <m:t>= </m:t>
                    </m:r>
                    <m:sSubSup>
                      <m:sSubSupPr>
                        <m:ctrlPr>
                          <a:rPr lang="en-IN" sz="2400" b="0" i="1" smtClean="0">
                            <a:latin typeface="Cambria Math" panose="02040503050406030204" pitchFamily="18" charset="0"/>
                          </a:rPr>
                        </m:ctrlPr>
                      </m:sSubSupPr>
                      <m:e>
                        <m:r>
                          <a:rPr lang="en-IN" sz="2400" b="0" i="1" smtClean="0">
                            <a:latin typeface="Cambria Math" panose="02040503050406030204" pitchFamily="18" charset="0"/>
                            <a:ea typeface="Cambria Math" panose="02040503050406030204" pitchFamily="18" charset="0"/>
                          </a:rPr>
                          <m:t>𝜆</m:t>
                        </m:r>
                      </m:e>
                      <m:sub>
                        <m:r>
                          <a:rPr lang="en-IN" sz="2400" b="0" i="1" smtClean="0">
                            <a:latin typeface="Cambria Math" panose="02040503050406030204" pitchFamily="18" charset="0"/>
                          </a:rPr>
                          <m:t>1</m:t>
                        </m:r>
                      </m:sub>
                      <m:sup>
                        <m:r>
                          <a:rPr lang="en-IN" sz="2400" b="0" i="1" smtClean="0">
                            <a:latin typeface="Cambria Math" panose="02040503050406030204" pitchFamily="18" charset="0"/>
                          </a:rPr>
                          <m:t>𝑘</m:t>
                        </m:r>
                      </m:sup>
                    </m:sSubSup>
                    <m:sSub>
                      <m:sSubPr>
                        <m:ctrlPr>
                          <a:rPr lang="en-IN" sz="2400" b="0" i="1" smtClean="0">
                            <a:latin typeface="Cambria Math" panose="02040503050406030204" pitchFamily="18" charset="0"/>
                          </a:rPr>
                        </m:ctrlPr>
                      </m:sSubPr>
                      <m:e>
                        <m:r>
                          <a:rPr lang="en-IN" sz="2400" b="0" i="1" smtClean="0">
                            <a:latin typeface="Cambria Math" panose="02040503050406030204" pitchFamily="18" charset="0"/>
                          </a:rPr>
                          <m:t>𝑣</m:t>
                        </m:r>
                      </m:e>
                      <m:sub>
                        <m:r>
                          <a:rPr lang="en-IN" sz="2400" b="0" i="1" smtClean="0">
                            <a:latin typeface="Cambria Math" panose="02040503050406030204" pitchFamily="18" charset="0"/>
                          </a:rPr>
                          <m:t>1</m:t>
                        </m:r>
                      </m:sub>
                    </m:sSub>
                    <m:r>
                      <a:rPr lang="en-IN" sz="2400" b="0" i="1" smtClean="0">
                        <a:latin typeface="Cambria Math" panose="02040503050406030204" pitchFamily="18" charset="0"/>
                      </a:rPr>
                      <m:t>+</m:t>
                    </m:r>
                    <m:sSubSup>
                      <m:sSubSupPr>
                        <m:ctrlPr>
                          <a:rPr lang="en-IN" sz="2400" i="1">
                            <a:latin typeface="Cambria Math" panose="02040503050406030204" pitchFamily="18" charset="0"/>
                          </a:rPr>
                        </m:ctrlPr>
                      </m:sSubSupPr>
                      <m:e>
                        <m:r>
                          <a:rPr lang="en-IN" sz="2400" i="1">
                            <a:latin typeface="Cambria Math" panose="02040503050406030204" pitchFamily="18" charset="0"/>
                            <a:ea typeface="Cambria Math" panose="02040503050406030204" pitchFamily="18" charset="0"/>
                          </a:rPr>
                          <m:t>𝜆</m:t>
                        </m:r>
                      </m:e>
                      <m:sub>
                        <m:r>
                          <a:rPr lang="en-IN" sz="2400" b="0" i="1" smtClean="0">
                            <a:latin typeface="Cambria Math" panose="02040503050406030204" pitchFamily="18" charset="0"/>
                            <a:ea typeface="Cambria Math" panose="02040503050406030204" pitchFamily="18" charset="0"/>
                          </a:rPr>
                          <m:t>2</m:t>
                        </m:r>
                      </m:sub>
                      <m:sup>
                        <m:r>
                          <a:rPr lang="en-IN" sz="2400" i="1">
                            <a:latin typeface="Cambria Math" panose="02040503050406030204" pitchFamily="18" charset="0"/>
                          </a:rPr>
                          <m:t>𝑘</m:t>
                        </m:r>
                      </m:sup>
                    </m:sSubSup>
                    <m:sSub>
                      <m:sSubPr>
                        <m:ctrlPr>
                          <a:rPr lang="en-IN" sz="2400" i="1">
                            <a:latin typeface="Cambria Math" panose="02040503050406030204" pitchFamily="18" charset="0"/>
                          </a:rPr>
                        </m:ctrlPr>
                      </m:sSubPr>
                      <m:e>
                        <m:r>
                          <a:rPr lang="en-IN" sz="2400" i="1">
                            <a:latin typeface="Cambria Math" panose="02040503050406030204" pitchFamily="18" charset="0"/>
                          </a:rPr>
                          <m:t>𝑣</m:t>
                        </m:r>
                      </m:e>
                      <m:sub>
                        <m:r>
                          <a:rPr lang="en-IN" sz="2400" b="0" i="1" smtClean="0">
                            <a:latin typeface="Cambria Math" panose="02040503050406030204" pitchFamily="18" charset="0"/>
                          </a:rPr>
                          <m:t>2</m:t>
                        </m:r>
                      </m:sub>
                    </m:sSub>
                    <m:r>
                      <a:rPr lang="en-IN" sz="2400" i="1">
                        <a:latin typeface="Cambria Math" panose="02040503050406030204" pitchFamily="18" charset="0"/>
                      </a:rPr>
                      <m:t>+</m:t>
                    </m:r>
                    <m:sSubSup>
                      <m:sSubSupPr>
                        <m:ctrlPr>
                          <a:rPr lang="en-IN" sz="2400" i="1">
                            <a:latin typeface="Cambria Math" panose="02040503050406030204" pitchFamily="18" charset="0"/>
                          </a:rPr>
                        </m:ctrlPr>
                      </m:sSubSupPr>
                      <m:e>
                        <m:r>
                          <a:rPr lang="en-IN" sz="2400" i="1">
                            <a:latin typeface="Cambria Math" panose="02040503050406030204" pitchFamily="18" charset="0"/>
                            <a:ea typeface="Cambria Math" panose="02040503050406030204" pitchFamily="18" charset="0"/>
                          </a:rPr>
                          <m:t>𝜆</m:t>
                        </m:r>
                      </m:e>
                      <m:sub>
                        <m:r>
                          <a:rPr lang="en-IN" sz="2400" b="0" i="1" smtClean="0">
                            <a:latin typeface="Cambria Math" panose="02040503050406030204" pitchFamily="18" charset="0"/>
                            <a:ea typeface="Cambria Math" panose="02040503050406030204" pitchFamily="18" charset="0"/>
                          </a:rPr>
                          <m:t>3</m:t>
                        </m:r>
                      </m:sub>
                      <m:sup>
                        <m:r>
                          <a:rPr lang="en-IN" sz="2400" i="1">
                            <a:latin typeface="Cambria Math" panose="02040503050406030204" pitchFamily="18" charset="0"/>
                          </a:rPr>
                          <m:t>𝑘</m:t>
                        </m:r>
                      </m:sup>
                    </m:sSubSup>
                    <m:sSub>
                      <m:sSubPr>
                        <m:ctrlPr>
                          <a:rPr lang="en-IN" sz="2400" i="1">
                            <a:latin typeface="Cambria Math" panose="02040503050406030204" pitchFamily="18" charset="0"/>
                          </a:rPr>
                        </m:ctrlPr>
                      </m:sSubPr>
                      <m:e>
                        <m:r>
                          <a:rPr lang="en-IN" sz="2400" i="1">
                            <a:latin typeface="Cambria Math" panose="02040503050406030204" pitchFamily="18" charset="0"/>
                          </a:rPr>
                          <m:t>𝑣</m:t>
                        </m:r>
                      </m:e>
                      <m:sub>
                        <m:r>
                          <a:rPr lang="en-IN" sz="2400" b="0" i="1" smtClean="0">
                            <a:latin typeface="Cambria Math" panose="02040503050406030204" pitchFamily="18" charset="0"/>
                          </a:rPr>
                          <m:t>3</m:t>
                        </m:r>
                      </m:sub>
                    </m:sSub>
                    <m:r>
                      <a:rPr lang="en-IN" sz="2400" i="1">
                        <a:latin typeface="Cambria Math" panose="02040503050406030204" pitchFamily="18" charset="0"/>
                      </a:rPr>
                      <m:t>+</m:t>
                    </m:r>
                    <m:sSubSup>
                      <m:sSubSupPr>
                        <m:ctrlPr>
                          <a:rPr lang="en-IN" sz="2400" i="1">
                            <a:latin typeface="Cambria Math" panose="02040503050406030204" pitchFamily="18" charset="0"/>
                          </a:rPr>
                        </m:ctrlPr>
                      </m:sSubSupPr>
                      <m:e>
                        <m:r>
                          <a:rPr lang="en-IN" sz="2400" i="1">
                            <a:latin typeface="Cambria Math" panose="02040503050406030204" pitchFamily="18" charset="0"/>
                            <a:ea typeface="Cambria Math" panose="02040503050406030204" pitchFamily="18" charset="0"/>
                          </a:rPr>
                          <m:t>𝜆</m:t>
                        </m:r>
                      </m:e>
                      <m:sub>
                        <m:r>
                          <a:rPr lang="en-IN" sz="2400" b="0" i="1" smtClean="0">
                            <a:latin typeface="Cambria Math" panose="02040503050406030204" pitchFamily="18" charset="0"/>
                            <a:ea typeface="Cambria Math" panose="02040503050406030204" pitchFamily="18" charset="0"/>
                          </a:rPr>
                          <m:t>4</m:t>
                        </m:r>
                      </m:sub>
                      <m:sup>
                        <m:r>
                          <a:rPr lang="en-IN" sz="2400" i="1">
                            <a:latin typeface="Cambria Math" panose="02040503050406030204" pitchFamily="18" charset="0"/>
                          </a:rPr>
                          <m:t>𝑘</m:t>
                        </m:r>
                      </m:sup>
                    </m:sSubSup>
                    <m:sSub>
                      <m:sSubPr>
                        <m:ctrlPr>
                          <a:rPr lang="en-IN" sz="2400" i="1">
                            <a:latin typeface="Cambria Math" panose="02040503050406030204" pitchFamily="18" charset="0"/>
                          </a:rPr>
                        </m:ctrlPr>
                      </m:sSubPr>
                      <m:e>
                        <m:r>
                          <a:rPr lang="en-IN" sz="2400" i="1">
                            <a:latin typeface="Cambria Math" panose="02040503050406030204" pitchFamily="18" charset="0"/>
                          </a:rPr>
                          <m:t>𝑣</m:t>
                        </m:r>
                      </m:e>
                      <m:sub>
                        <m:r>
                          <a:rPr lang="en-IN" sz="2400" b="0" i="1" smtClean="0">
                            <a:latin typeface="Cambria Math" panose="02040503050406030204" pitchFamily="18" charset="0"/>
                          </a:rPr>
                          <m:t>4</m:t>
                        </m:r>
                      </m:sub>
                    </m:sSub>
                    <m:r>
                      <a:rPr lang="en-IN" sz="2400" i="1">
                        <a:latin typeface="Cambria Math" panose="02040503050406030204" pitchFamily="18" charset="0"/>
                      </a:rPr>
                      <m:t>+</m:t>
                    </m:r>
                    <m:r>
                      <a:rPr lang="en-IN" sz="2400" b="0" i="1" smtClean="0">
                        <a:latin typeface="Cambria Math" panose="02040503050406030204" pitchFamily="18" charset="0"/>
                      </a:rPr>
                      <m:t>…</m:t>
                    </m:r>
                    <m:sSubSup>
                      <m:sSubSupPr>
                        <m:ctrlPr>
                          <a:rPr lang="en-IN" sz="2400" i="1">
                            <a:latin typeface="Cambria Math" panose="02040503050406030204" pitchFamily="18" charset="0"/>
                          </a:rPr>
                        </m:ctrlPr>
                      </m:sSubSupPr>
                      <m:e>
                        <m:r>
                          <a:rPr lang="en-IN" sz="2400" i="1">
                            <a:latin typeface="Cambria Math" panose="02040503050406030204" pitchFamily="18" charset="0"/>
                            <a:ea typeface="Cambria Math" panose="02040503050406030204" pitchFamily="18" charset="0"/>
                          </a:rPr>
                          <m:t>𝜆</m:t>
                        </m:r>
                      </m:e>
                      <m:sub>
                        <m:r>
                          <a:rPr lang="en-IN" sz="2400" b="0" i="1" smtClean="0">
                            <a:latin typeface="Cambria Math" panose="02040503050406030204" pitchFamily="18" charset="0"/>
                            <a:ea typeface="Cambria Math" panose="02040503050406030204" pitchFamily="18" charset="0"/>
                          </a:rPr>
                          <m:t>𝑛</m:t>
                        </m:r>
                      </m:sub>
                      <m:sup>
                        <m:r>
                          <a:rPr lang="en-IN" sz="2400" i="1">
                            <a:latin typeface="Cambria Math" panose="02040503050406030204" pitchFamily="18" charset="0"/>
                          </a:rPr>
                          <m:t>𝑘</m:t>
                        </m:r>
                      </m:sup>
                    </m:sSubSup>
                    <m:sSub>
                      <m:sSubPr>
                        <m:ctrlPr>
                          <a:rPr lang="en-IN" sz="2400" i="1">
                            <a:latin typeface="Cambria Math" panose="02040503050406030204" pitchFamily="18" charset="0"/>
                          </a:rPr>
                        </m:ctrlPr>
                      </m:sSubPr>
                      <m:e>
                        <m:r>
                          <a:rPr lang="en-IN" sz="2400" i="1">
                            <a:latin typeface="Cambria Math" panose="02040503050406030204" pitchFamily="18" charset="0"/>
                          </a:rPr>
                          <m:t>𝑣</m:t>
                        </m:r>
                      </m:e>
                      <m:sub>
                        <m:r>
                          <a:rPr lang="en-IN" sz="2400" b="0" i="1" smtClean="0">
                            <a:latin typeface="Cambria Math" panose="02040503050406030204" pitchFamily="18" charset="0"/>
                          </a:rPr>
                          <m:t>𝑛</m:t>
                        </m:r>
                      </m:sub>
                    </m:sSub>
                  </m:oMath>
                </a14:m>
                <a:endParaRPr lang="en-IN" sz="2400" dirty="0" smtClean="0"/>
              </a:p>
              <a:p>
                <a:pPr lvl="1">
                  <a:buFont typeface="Wingdings" panose="05000000000000000000" pitchFamily="2" charset="2"/>
                  <a:buChar char="v"/>
                </a:pPr>
                <a:r>
                  <a:rPr lang="en-IN" sz="2400" dirty="0" smtClean="0"/>
                  <a:t>Highest Eigenvalue is 1, so all its powers is 1, and all the rest eigenvalue will become zero.</a:t>
                </a:r>
              </a:p>
              <a:p>
                <a:pPr lvl="1">
                  <a:buFont typeface="Wingdings" panose="05000000000000000000" pitchFamily="2" charset="2"/>
                  <a:buChar char="v"/>
                </a:pPr>
                <a:r>
                  <a:rPr lang="en-IN" sz="2400" dirty="0" smtClean="0"/>
                  <a:t>So </a:t>
                </a:r>
                <a14:m>
                  <m:oMath xmlns:m="http://schemas.openxmlformats.org/officeDocument/2006/math">
                    <m:sSup>
                      <m:sSupPr>
                        <m:ctrlPr>
                          <a:rPr lang="en-IN" sz="2400" i="1">
                            <a:latin typeface="Cambria Math" panose="02040503050406030204" pitchFamily="18" charset="0"/>
                          </a:rPr>
                        </m:ctrlPr>
                      </m:sSupPr>
                      <m:e>
                        <m:r>
                          <a:rPr lang="en-IN" sz="2400" i="1">
                            <a:latin typeface="Cambria Math" panose="02040503050406030204" pitchFamily="18" charset="0"/>
                          </a:rPr>
                          <m:t>𝐴</m:t>
                        </m:r>
                      </m:e>
                      <m:sup>
                        <m:r>
                          <a:rPr lang="en-IN" sz="2400" i="1">
                            <a:latin typeface="Cambria Math" panose="02040503050406030204" pitchFamily="18" charset="0"/>
                          </a:rPr>
                          <m:t>𝑘</m:t>
                        </m:r>
                      </m:sup>
                    </m:sSup>
                    <m:r>
                      <a:rPr lang="en-IN" sz="2400" i="1">
                        <a:latin typeface="Cambria Math" panose="02040503050406030204" pitchFamily="18" charset="0"/>
                      </a:rPr>
                      <m:t>𝑣</m:t>
                    </m:r>
                    <m:r>
                      <a:rPr lang="en-IN" sz="2400" i="1">
                        <a:latin typeface="Cambria Math" panose="02040503050406030204" pitchFamily="18" charset="0"/>
                      </a:rPr>
                      <m:t>=1.</m:t>
                    </m:r>
                    <m:sSub>
                      <m:sSubPr>
                        <m:ctrlPr>
                          <a:rPr lang="en-IN" sz="2400" i="1">
                            <a:latin typeface="Cambria Math" panose="02040503050406030204" pitchFamily="18" charset="0"/>
                          </a:rPr>
                        </m:ctrlPr>
                      </m:sSubPr>
                      <m:e>
                        <m:r>
                          <a:rPr lang="en-IN" sz="2400" i="1">
                            <a:latin typeface="Cambria Math" panose="02040503050406030204" pitchFamily="18" charset="0"/>
                          </a:rPr>
                          <m:t>𝑣</m:t>
                        </m:r>
                      </m:e>
                      <m:sub>
                        <m:r>
                          <a:rPr lang="en-IN" sz="2400" i="1">
                            <a:latin typeface="Cambria Math" panose="02040503050406030204" pitchFamily="18" charset="0"/>
                          </a:rPr>
                          <m:t>1</m:t>
                        </m:r>
                      </m:sub>
                    </m:sSub>
                    <m:r>
                      <a:rPr lang="en-IN" sz="2400" b="0" i="1" smtClean="0">
                        <a:latin typeface="Cambria Math" panose="02040503050406030204" pitchFamily="18" charset="0"/>
                      </a:rPr>
                      <m:t>=</m:t>
                    </m:r>
                    <m:sSub>
                      <m:sSubPr>
                        <m:ctrlPr>
                          <a:rPr lang="en-IN" sz="2400" i="1">
                            <a:latin typeface="Cambria Math" panose="02040503050406030204" pitchFamily="18" charset="0"/>
                          </a:rPr>
                        </m:ctrlPr>
                      </m:sSubPr>
                      <m:e>
                        <m:r>
                          <a:rPr lang="en-IN" sz="2400" i="1">
                            <a:latin typeface="Cambria Math" panose="02040503050406030204" pitchFamily="18" charset="0"/>
                          </a:rPr>
                          <m:t>𝑣</m:t>
                        </m:r>
                      </m:e>
                      <m:sub>
                        <m:r>
                          <a:rPr lang="en-IN" sz="2400" i="1">
                            <a:latin typeface="Cambria Math" panose="02040503050406030204" pitchFamily="18" charset="0"/>
                          </a:rPr>
                          <m:t>1</m:t>
                        </m:r>
                      </m:sub>
                    </m:sSub>
                  </m:oMath>
                </a14:m>
                <a:endParaRPr lang="en-IN" sz="2400" dirty="0"/>
              </a:p>
              <a:p>
                <a:pPr lvl="1">
                  <a:buFont typeface="Wingdings" panose="05000000000000000000" pitchFamily="2" charset="2"/>
                  <a:buChar char="v"/>
                </a:pPr>
                <a:endParaRPr lang="en-IN" sz="2400" dirty="0"/>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blipFill rotWithShape="0">
                <a:blip r:embed="rId2"/>
                <a:stretch>
                  <a:fillRect l="-963" t="-943" r="-370"/>
                </a:stretch>
              </a:blipFill>
            </p:spPr>
            <p:txBody>
              <a:bodyPr/>
              <a:lstStyle/>
              <a:p>
                <a:r>
                  <a:rPr lang="en-IN">
                    <a:noFill/>
                  </a:rPr>
                  <a:t> </a:t>
                </a:r>
              </a:p>
            </p:txBody>
          </p:sp>
        </mc:Fallback>
      </mc:AlternateContent>
      <p:sp>
        <p:nvSpPr>
          <p:cNvPr id="3" name="Content Placeholder 2"/>
          <p:cNvSpPr>
            <a:spLocks noGrp="1"/>
          </p:cNvSpPr>
          <p:nvPr>
            <p:ph sz="quarter" idx="10"/>
          </p:nvPr>
        </p:nvSpPr>
        <p:spPr/>
        <p:txBody>
          <a:bodyPr/>
          <a:lstStyle/>
          <a:p>
            <a:r>
              <a:rPr lang="en-IN" dirty="0" smtClean="0"/>
              <a:t>Why it converge</a:t>
            </a:r>
            <a:endParaRPr lang="en-IN" dirty="0"/>
          </a:p>
        </p:txBody>
      </p:sp>
      <mc:AlternateContent xmlns:mc="http://schemas.openxmlformats.org/markup-compatibility/2006">
        <mc:Choice xmlns:p14="http://schemas.microsoft.com/office/powerpoint/2010/main" Requires="p14">
          <p:contentPart p14:bwMode="auto" r:id="rId3">
            <p14:nvContentPartPr>
              <p14:cNvPr id="4" name="Ink 3"/>
              <p14:cNvContentPartPr/>
              <p14:nvPr/>
            </p14:nvContentPartPr>
            <p14:xfrm>
              <a:off x="1695240" y="627840"/>
              <a:ext cx="3661560" cy="4586400"/>
            </p14:xfrm>
          </p:contentPart>
        </mc:Choice>
        <mc:Fallback>
          <p:pic>
            <p:nvPicPr>
              <p:cNvPr id="4" name="Ink 3"/>
              <p:cNvPicPr/>
              <p:nvPr/>
            </p:nvPicPr>
            <p:blipFill>
              <a:blip r:embed="rId4"/>
              <a:stretch>
                <a:fillRect/>
              </a:stretch>
            </p:blipFill>
            <p:spPr>
              <a:xfrm>
                <a:off x="1687680" y="618480"/>
                <a:ext cx="3679560" cy="4603680"/>
              </a:xfrm>
              <a:prstGeom prst="rect">
                <a:avLst/>
              </a:prstGeom>
            </p:spPr>
          </p:pic>
        </mc:Fallback>
      </mc:AlternateContent>
    </p:spTree>
    <p:extLst>
      <p:ext uri="{BB962C8B-B14F-4D97-AF65-F5344CB8AC3E}">
        <p14:creationId xmlns:p14="http://schemas.microsoft.com/office/powerpoint/2010/main" val="348320743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457200" indent="-457200">
              <a:buFont typeface="+mj-lt"/>
              <a:buAutoNum type="arabicPeriod"/>
            </a:pPr>
            <a:r>
              <a:rPr lang="en-IN" dirty="0"/>
              <a:t>D. Cook, L. Holder, </a:t>
            </a:r>
            <a:r>
              <a:rPr lang="en-IN" b="1" dirty="0"/>
              <a:t>Mining Graph Data</a:t>
            </a:r>
            <a:r>
              <a:rPr lang="en-IN" dirty="0"/>
              <a:t>, </a:t>
            </a:r>
            <a:r>
              <a:rPr lang="en-IN" i="1" dirty="0"/>
              <a:t>John Wiley &amp; Sons </a:t>
            </a:r>
            <a:r>
              <a:rPr lang="en-IN" i="1" dirty="0" err="1"/>
              <a:t>Inc</a:t>
            </a:r>
            <a:r>
              <a:rPr lang="en-IN" dirty="0"/>
              <a:t>, 2007</a:t>
            </a:r>
            <a:r>
              <a:rPr lang="en-IN" dirty="0" smtClean="0"/>
              <a:t>.</a:t>
            </a:r>
          </a:p>
          <a:p>
            <a:pPr marL="457200" indent="-457200">
              <a:buFont typeface="+mj-lt"/>
              <a:buAutoNum type="arabicPeriod"/>
            </a:pPr>
            <a:r>
              <a:rPr lang="en-US" dirty="0"/>
              <a:t>Agarwal </a:t>
            </a:r>
            <a:r>
              <a:rPr lang="en-US" dirty="0" err="1"/>
              <a:t>Charu</a:t>
            </a:r>
            <a:r>
              <a:rPr lang="en-US" dirty="0"/>
              <a:t> C. and Wang </a:t>
            </a:r>
            <a:r>
              <a:rPr lang="en-US" dirty="0" err="1"/>
              <a:t>Haixun</a:t>
            </a:r>
            <a:r>
              <a:rPr lang="en-US" dirty="0"/>
              <a:t>, </a:t>
            </a:r>
            <a:r>
              <a:rPr lang="en-US" b="1" i="1" dirty="0"/>
              <a:t>“Managing and Mining Graph Data</a:t>
            </a:r>
            <a:r>
              <a:rPr lang="en-US" b="1" i="1" dirty="0" smtClean="0"/>
              <a:t>”</a:t>
            </a:r>
            <a:r>
              <a:rPr lang="en-US" i="1" dirty="0" smtClean="0"/>
              <a:t>, 2010.</a:t>
            </a:r>
          </a:p>
          <a:p>
            <a:pPr marL="457200" indent="-457200">
              <a:buFont typeface="+mj-lt"/>
              <a:buAutoNum type="arabicPeriod"/>
            </a:pPr>
            <a:r>
              <a:rPr lang="en-IN" dirty="0" err="1"/>
              <a:t>Deepayan</a:t>
            </a:r>
            <a:r>
              <a:rPr lang="en-IN" dirty="0"/>
              <a:t> </a:t>
            </a:r>
            <a:r>
              <a:rPr lang="en-IN" dirty="0" err="1"/>
              <a:t>Chakrabarti</a:t>
            </a:r>
            <a:r>
              <a:rPr lang="en-IN" dirty="0"/>
              <a:t>; Christos </a:t>
            </a:r>
            <a:r>
              <a:rPr lang="en-IN" dirty="0" err="1"/>
              <a:t>Faloutsos</a:t>
            </a:r>
            <a:r>
              <a:rPr lang="en-IN" dirty="0"/>
              <a:t>, "</a:t>
            </a:r>
            <a:r>
              <a:rPr lang="en-IN" b="1" i="1" dirty="0"/>
              <a:t>Graph Mining: Laws, Tools, and Case Studies</a:t>
            </a:r>
            <a:r>
              <a:rPr lang="en-IN" dirty="0"/>
              <a:t>," </a:t>
            </a:r>
            <a:r>
              <a:rPr lang="en-IN" dirty="0" smtClean="0"/>
              <a:t>Morgan </a:t>
            </a:r>
            <a:r>
              <a:rPr lang="en-IN" dirty="0"/>
              <a:t>&amp; Claypool, </a:t>
            </a:r>
            <a:r>
              <a:rPr lang="en-IN" dirty="0" smtClean="0"/>
              <a:t>2012.</a:t>
            </a:r>
            <a:endParaRPr lang="en-IN" dirty="0"/>
          </a:p>
        </p:txBody>
      </p:sp>
      <p:sp>
        <p:nvSpPr>
          <p:cNvPr id="3" name="Content Placeholder 2"/>
          <p:cNvSpPr>
            <a:spLocks noGrp="1"/>
          </p:cNvSpPr>
          <p:nvPr>
            <p:ph sz="quarter" idx="10"/>
          </p:nvPr>
        </p:nvSpPr>
        <p:spPr/>
        <p:txBody>
          <a:bodyPr/>
          <a:lstStyle/>
          <a:p>
            <a:r>
              <a:rPr lang="en-IN" dirty="0" smtClean="0"/>
              <a:t>Reference</a:t>
            </a:r>
            <a:endParaRPr lang="en-IN" dirty="0"/>
          </a:p>
        </p:txBody>
      </p:sp>
      <mc:AlternateContent xmlns:mc="http://schemas.openxmlformats.org/markup-compatibility/2006">
        <mc:Choice xmlns:p14="http://schemas.microsoft.com/office/powerpoint/2010/main" Requires="p14">
          <p:contentPart p14:bwMode="auto" r:id="rId2">
            <p14:nvContentPartPr>
              <p14:cNvPr id="4" name="Ink 3"/>
              <p14:cNvContentPartPr/>
              <p14:nvPr/>
            </p14:nvContentPartPr>
            <p14:xfrm>
              <a:off x="1462320" y="318960"/>
              <a:ext cx="6954480" cy="6286680"/>
            </p14:xfrm>
          </p:contentPart>
        </mc:Choice>
        <mc:Fallback>
          <p:pic>
            <p:nvPicPr>
              <p:cNvPr id="4" name="Ink 3"/>
              <p:cNvPicPr/>
              <p:nvPr/>
            </p:nvPicPr>
            <p:blipFill>
              <a:blip r:embed="rId3"/>
              <a:stretch>
                <a:fillRect/>
              </a:stretch>
            </p:blipFill>
            <p:spPr>
              <a:xfrm>
                <a:off x="1451520" y="308160"/>
                <a:ext cx="6975000" cy="6305400"/>
              </a:xfrm>
              <a:prstGeom prst="rect">
                <a:avLst/>
              </a:prstGeom>
            </p:spPr>
          </p:pic>
        </mc:Fallback>
      </mc:AlternateContent>
    </p:spTree>
    <p:extLst>
      <p:ext uri="{BB962C8B-B14F-4D97-AF65-F5344CB8AC3E}">
        <p14:creationId xmlns:p14="http://schemas.microsoft.com/office/powerpoint/2010/main" val="210643523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quarter" idx="10"/>
          </p:nvPr>
        </p:nvSpPr>
        <p:spPr/>
        <p:txBody>
          <a:bodyPr/>
          <a:lstStyle/>
          <a:p>
            <a:r>
              <a:rPr lang="en-IN" dirty="0" smtClean="0"/>
              <a:t>Thank You</a:t>
            </a:r>
            <a:endParaRPr lang="en-IN" dirty="0"/>
          </a:p>
        </p:txBody>
      </p:sp>
    </p:spTree>
    <p:extLst>
      <p:ext uri="{BB962C8B-B14F-4D97-AF65-F5344CB8AC3E}">
        <p14:creationId xmlns:p14="http://schemas.microsoft.com/office/powerpoint/2010/main" val="278892400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15886</TotalTime>
  <Words>2176</Words>
  <Application>Microsoft Office PowerPoint</Application>
  <PresentationFormat>On-screen Show (4:3)</PresentationFormat>
  <Paragraphs>309</Paragraphs>
  <Slides>24</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Calibri</vt:lpstr>
      <vt:lpstr>Cambria Math</vt:lpstr>
      <vt:lpstr>Courier New</vt:lpstr>
      <vt:lpstr>Wingdings</vt:lpstr>
      <vt:lpstr>Office Theme</vt:lpstr>
      <vt:lpstr>Graphs - Algorithms and Mining (DSE**  ZG521)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Structure and Algorithm</dc:title>
  <dc:creator>Administrator</dc:creator>
  <cp:lastModifiedBy>Admin</cp:lastModifiedBy>
  <cp:revision>717</cp:revision>
  <dcterms:created xsi:type="dcterms:W3CDTF">2006-08-16T00:00:00Z</dcterms:created>
  <dcterms:modified xsi:type="dcterms:W3CDTF">2021-12-18T12:46:40Z</dcterms:modified>
</cp:coreProperties>
</file>