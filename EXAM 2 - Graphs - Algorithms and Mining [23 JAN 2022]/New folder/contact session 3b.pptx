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537" r:id="rId2"/>
    <p:sldId id="538" r:id="rId3"/>
    <p:sldId id="539" r:id="rId4"/>
    <p:sldId id="598" r:id="rId5"/>
    <p:sldId id="607" r:id="rId6"/>
    <p:sldId id="608" r:id="rId7"/>
    <p:sldId id="609" r:id="rId8"/>
    <p:sldId id="616" r:id="rId9"/>
    <p:sldId id="700" r:id="rId10"/>
    <p:sldId id="699" r:id="rId11"/>
    <p:sldId id="698" r:id="rId12"/>
    <p:sldId id="626" r:id="rId13"/>
    <p:sldId id="618" r:id="rId14"/>
    <p:sldId id="619" r:id="rId15"/>
    <p:sldId id="620" r:id="rId16"/>
    <p:sldId id="621" r:id="rId17"/>
    <p:sldId id="622" r:id="rId18"/>
    <p:sldId id="623" r:id="rId19"/>
    <p:sldId id="625" r:id="rId20"/>
    <p:sldId id="58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Graphs - Algorithms and Mining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2AE5-15C8-4ECC-BBB9-9FED33E39EC5}" type="datetime1">
              <a:rPr lang="en-IN" smtClean="0"/>
              <a:t>27-11-2021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92E00-3475-4C5E-BFA9-581BF4DDDF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24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13:45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17355 16317 793 0,'0'0'17'16,"0"0"56"-16,0 0-35 15,0 0-8-15,0 0 5 16,0 0 22-16,0 0-9 15,0 0-24-15,82-38 3 16,-27 33-1-16,6 1-2 16,5 0-16-16,4 4-1 15,-1 0-6-15,2 0-1 16,-4 0-14-16,4 0-73 16,-2 0-74-16,-6 0-107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13:53.9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2151 10444 332 0,'0'0'214'0,"0"0"-174"16,0 0 4-16,0 0 33 15,0 0-37-15,0 0 29 16,0 0-19-16,0 0 11 15,-31-41-22-15,28 38 1 16,0 0-20-16,-2 0-6 16,1 3 14-16,-2 0-18 15,-6 0-9-15,-3 0-1 16,0 4-3-16,-6 6 3 16,2 1 0-16,-5 2 2 15,-1-1-2-15,2 1 0 0,-2 2 0 16,-2-3 2-16,3 4 3 15,-4-1-10-15,4 2 10 16,-3 2-5-16,5 2 0 16,-2-1-5-16,-1 2 5 15,1 1 0-15,1 2 1 16,2 2-2-16,2 2 0 16,4 0 1-16,2-1 0 15,2 0 0-15,1 1-1 16,-2 0-1-16,-2 3 2 15,0 3 2-15,0-3-2 0,-1 0-2 16,3-1 2-16,5-3 0 16,1 1-1-16,0 1-3 15,3-1 4-15,3 3 1 16,0-2 3-16,0 4-2 16,0 0-1-16,0 4 0 15,0 2 1-15,0 3-2 16,0 6 0-16,0 5 0 15,0 4 0-15,0 0 2 16,0 0-2-16,-4-6 0 16,2-3 0-16,-1-3 0 15,0 0 1-15,1-3-1 16,2 1 0-16,-1 2-3 16,1 0 3-16,0-3 0 0,0 4 2 15,0-3-2-15,0 1-3 16,0-2 3-16,0 1 3 15,0 1-2-15,0 0 1 16,0-2-2-16,0-3-1 16,0 0 0-16,0-2 1 15,0 2 2-15,0 4 2 16,0 3 11-16,3-1 1 16,0 1-3-16,2 0-1 15,5 0-8-15,2 1-1 16,0 5 1-16,1 5-1 15,-1 1-2-15,-1 4 6 0,-1 3-6 16,-1-4-1-16,-3 2 2 16,4-2 0-16,-2-4-1 15,1-3 6-15,4-6-6 16,2-3-1-16,1-5 1 16,-2-3-2-16,4-1 2 15,-5-1-2-15,-1 0 2 16,0-2-1-16,-1-4 0 15,-1-4-11-15,-1-5-31 16,0-1-44-16,4-6-46 16,-2-6-77-16,-4-8-251 15</inkml:trace>
  <inkml:trace contextRef="#ctx0" brushRef="#br0" timeOffset="6255.5501">1422 10355 707 0,'0'0'105'0,"0"0"-63"0,0 0-41 16,0 0 3-16,0 0 28 16,0 0 38-16,88 0-3 15,-45 0-5-15,8 0-19 16,4 0-9-16,6 0-12 16,-4 0-14-16,1 0-3 15,-8 0-5-15,-7 0 2 16,-6 0-8-16,-9-2-2 15,-7-1-30-15,-12 3-35 16,-6-2-23-16,-3 2-16 0,-8 0-19 16,-20 0-307-1</inkml:trace>
  <inkml:trace contextRef="#ctx0" brushRef="#br0" timeOffset="6495.9085">1505 10406 492 0,'0'0'109'16,"0"0"43"-16,0 0-83 16,0 0 7-16,0 0-20 15,0 0-39-15,-12-1-16 16,39 1 12-16,10 0 48 0,12 0-28 16,10 0-15-16,9 3 5 15,-3-1-15-15,-1-2-3 16,-9 0-4-16,-10 0-1 15,-9 0-17-15,-13 0-42 16,-8 0-66-16,-12 0-11 16,-3 0-101-16,-13-2-90 15</inkml:trace>
  <inkml:trace contextRef="#ctx0" brushRef="#br0" timeOffset="6699.3634">1601 10493 570 0,'0'0'116'16,"0"0"-116"-16,0 0 23 0,0 0 51 15,119 10-1-15,-64-10-26 16,2-10-14-16,1-2-28 16,-7 0-5-16,-5-1-1 15,-10 4-45-15,-9-2-45 16,-14 2-110-16,-13 0-144 15</inkml:trace>
  <inkml:trace contextRef="#ctx0" brushRef="#br0" timeOffset="6945.7061">1599 10483 568 0,'0'0'104'0,"0"0"-39"16,97-16 1-16,-52 10-14 15,-2 2-23-15,-1 2-10 16,-8-1-14-16,-7 1-5 16,-7 2 0-16,-4-1-48 15,-13-1-44-15,-3-1-127 16,-8-4-224-16</inkml:trace>
  <inkml:trace contextRef="#ctx0" brushRef="#br0" timeOffset="7118.7813">1617 10437 494 0,'0'0'285'0,"0"0"-272"0,0 0-11 16,103 7 18-16,-57-7 12 15,-2 0-14-15,-4 0-8 16,0 0-10-16,-4 0 0 16,-4 0-65-16,-9 0-172 15</inkml:trace>
  <inkml:trace contextRef="#ctx0" brushRef="#br0" timeOffset="15249.3706">19810 6038 608 0,'0'0'10'0,"0"0"76"15,0 0-49-15,0 0 18 16,0 0-14-16,0 0 4 16,0 0 19-16,0 0-15 0,-24-18 2 15,24 18-49 1,12 0 1-16,9 4-3 0,10 10 5 16,9 4-2-1,2 5 9-15,4 5-12 0,-2 5 1 16,-2 1 6-1,-1 5-5-15,-3 2-2 0,-3 2 2 16,-2 3-2-16,-1 0 2 16,-4 5 0-16,-1 2-2 15,0 5 2-15,1 3-2 16,2 6 5-16,-3 3-1 16,2 8-4-16,-3 2 0 15,-4 2 0-15,-4-3 0 16,-6-1 2-16,-3 4 2 15,-6-2-3-15,-3 1 0 16,0-4 4-16,0-3-1 16,-3 1 0-16,-9 3-2 0,2 3 13 15,-4 3 2-15,4 5-12 16,-1 1 2-16,-2 1-3 16,-3-3 0-16,-4-1 7 15,-2-2-5-15,-2-3-1 16,-5-7-1-16,1-5 0 15,1-7 3-15,0-8-7 16,2-6 1-16,1-3 3 16,2-5 1-16,-5-2-6 15,1-5 1-15,-2-4 0 16,-2-5-2-16,-2-3 2 16,-4-2 3-16,-4-6-1 0,-5 1 1 15,-7-1-3-15,-5-3 4 16,-3 3-1-16,-2 0-3 15,-2 0 0-15,-2 2 7 16,-1-2-6-16,1 2 0 16,-1-3-1-16,1 1 0 15,-2 2 0-15,-9 0 0 16,-4 1 0-16,-3-1 1 16,2-3 1-16,6 0-2 15,10-2-1-15,7-4-3 16,3 0 8-16,6 2-6 15,6-3 2-15,3 1-16 16,8 0-7-16,3-2-37 0,5 4-49 16,1-1-33-16,3-2-169 15</inkml:trace>
  <inkml:trace contextRef="#ctx0" brushRef="#br0" timeOffset="15874.5432">16836 9602 692 0,'0'0'57'15,"0"0"-46"-15,0 0-3 16,127-15-8-16,-47 4 3 16,19-4 43-16,15-2 0 0,13-4-25 15,18 1-7 1,10-2-10-16,13-1-3 0,6 1-1 15,-4 2-1-15,-13 6-26 16,-16 6-37-16,-29 8-75 16,-24 0-26-16,-21 0-120 15</inkml:trace>
  <inkml:trace contextRef="#ctx0" brushRef="#br0" timeOffset="16066.026">17775 9704 1052 0,'0'0'5'0,"90"-22"-5"0,13 8-74 15,34-5-66-15,26-13-169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15:37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1308 8445 245 0,'0'0'93'0,"0"0"-37"15,0 0 31-15,0 0 4 16,0 0 14-16,0 0-42 15,0 0-31-15,0 3-7 16,0-3 13-16,0 0-12 16,0 0 4-16,0 0-14 15,0 0-5-15,0 0-7 0,0 0 4 16,0 0-6-16,2 0-1 16,2 1 1-16,2 1-1 15,5 0 2-15,4-2 1 16,3 3 5-16,1-2 3 15,4 0 8-15,0 0-11 16,0 1 0-16,-1-1-9 16,-1 1 4-16,-5-2-3 15,-1 1 1-15,0-1-2 16,-5 0 3-16,-4 0-3 16,-1 0 0-16,-5 0 1 15,0 0 3-15,3 0-4 16,-3-1-21-16,0-12-91 15,0-2-71-15,-3 1-213 16</inkml:trace>
  <inkml:trace contextRef="#ctx0" brushRef="#br0" timeOffset="354.0425">1471 8290 470 0,'0'0'157'0,"0"0"-92"16,0 0-43-16,0 0-3 0,0 0-5 15,0 0-13-15,14-4 3 16,2 4 11-16,-1 8-2 16,3-1-9-16,-2 2 4 15,-1 1 0-15,0 2-3 16,-2 1 2-16,-1 0 2 15,-3 5 1-15,2 1-4 16,-5 5 0-16,-2 1 4 16,-3 1 7-16,-1 1-1 15,0 0 4-15,0-1-1 16,-1-2-4-16,-9-4-5 16,-1 1 13-16,-4-4-9 15,0 0-4-15,-1-2-2 16,-1 0-3-16,0-1-5 15,-4-2-12-15,-2-5-186 0</inkml:trace>
  <inkml:trace contextRef="#ctx0" brushRef="#br0" timeOffset="3166.382">1320 9651 392 0,'0'0'113'0,"0"0"-67"16,0 0-18-16,0 0 70 15,0 0-13-15,0 0-13 16,0 0-17-16,0 0-6 15,-4-3 7-15,4 3 21 16,-2 0-18-16,1 0-15 16,1 0-15-16,0 0-18 15,0 0-11-15,0 0-4 16,0 0-2-16,3 0 2 16,9 1 4-16,6 6 0 0,4 0 0 15,-1 1 0-15,3-2 3 16,-2-1-4-16,2 0 1 15,-7-3 0-15,6-2-2 16,-2 0 2-16,2 0-14 16,2 0-34-16,5-2-68 15,-3-3-27-15,-7 0-166 16</inkml:trace>
  <inkml:trace contextRef="#ctx0" brushRef="#br0" timeOffset="3587.7834">1498 9525 701 0,'0'0'59'0,"0"0"-58"0,0 0-1 16,0 0-14-16,0 0 8 16,0 0 6-16,22 34 5 15,-1-23-5-15,0 3 1 16,3-1 0-16,-5 4 1 16,1 0 3-16,0 1-4 15,-3 3 4-15,1 0 3 0,-5 2-2 16,-1-4 5-16,-6 3-5 15,-3-3 0-15,-3 0 8 16,0-2-10-16,0-2 6 16,-12-2 11-16,-6 0 22 15,-4 0 2-15,-4-2 3 16,1-1-35-16,-3-1-4 16,2-1-6-16,1-2-6 15,4-2-11-15,5-4-117 16,-3 0-209-16</inkml:trace>
  <inkml:trace contextRef="#ctx0" brushRef="#br0" timeOffset="5393.7261">5662 10050 263 0,'0'0'95'0,"0"0"-84"16,0 0-10-16,0 0 5 15,0 0 26-15,0 0 14 16,0 0 5-16,9 0-31 0,0 0-11 16,3 0 4-1,0 0 9-15,6 0-8 16,0 0-2-16,1 0-3 0,7 0 5 15,0 6-4-15,4 0-9 16,2 1 9-16,5 0-8 16,0-1 2-16,-4077 1 4 15,8162 0-8-15,-4080-2 10 16,3 1-8-16,-3 2-2 16,2-1 0-16,1 0 0 15,1-1 2-15,1 3-4 16,0-4 6-16,-3 0-8 15,-1 1 9-15,-3-5-6 16,-3 2 2-16,-2-1-1 16,0 0 0-16,-2-1-3 15,-2 1 3-15,1 1 2 0,-4-1-2 16,-1-2 0-16,-3 2 0 16,-3-1 0-16,3 2 0 15,-5 0 0-15,2 2 0 16,1-2 1-16,2 3-1 15,-1-2 0-15,-1 0 0 16,4-1 2-16,0 2-2 16,-2-2 1-16,-1 1 1 15,0 0 1-15,0 1-3 16,-3-3 1-16,0 1-1 16,-2-2 0-16,-2 1 1 15,-1 0 3-15,-3 0-3 16,-1-1-1-16,-3 1 0 0,-3 0-1 15,1 1 1-15,-3-3 0 16,5 2 0-16,-1-2-3 16,-1 0-21-16,-3 0-171 15</inkml:trace>
  <inkml:trace contextRef="#ctx0" brushRef="#br0" timeOffset="16270.5469">2357 10553 87 0,'0'0'75'0,"0"0"-64"16,0 0-9-16,0 0 11 0,0 0-2 16,0 0-5-16,0 0-5 15,0 0 0-15,0 0 2 16,0 0 15-16,0-2 28 16,0-1 0-16,0 0 5 15,2 0-6-15,-2 0 7 0,0 3-28 16,3-3-23-16,-3 2 4 15,0 0 0-15,0 1 19 16,0 0 4-16,0 0-1 16,0 0 16-16,0 0-5 15,0 0-6-15,0 0-21 16,0 0 5-16,-5-2 2 16,-2 2 0-16,2-1 2 15,-5 1 8-15,2 0-9 16,-2 0 4-16,-5 0 3 15,6 0-16-15,-5 1-8 16,1 3 1-16,1 2-2 16,2 0 3-16,-1-1-4 15,2 1 2-15,-4 0-1 0,4 5-1 16,-4-2 0-16,1 3 0 16,-2 1 1-16,1 1-1 15,1 0 0-15,1 2 0 16,-1-1 0-16,2 2 0 15,-3 0-2-15,2 1 3 16,-1-2-2-16,1-1 2 16,4 0-2-16,0-3-1 15,-1 2 2-15,0-4 0 16,1 3 0-16,0 0 0 16,-1 0 0-16,0 0-3 15,3 1 3-15,-1-1 3 16,0 2-3-16,3-2-1 15,-4 2-1-15,2-2 1 16,2 1 1-16,-2-2 0 0,4 2 1 16,0 0-1-16,-4 0 5 15,2 2-4-15,-4-1 0 16,1 2-1-16,3 0 0 16,-3 2 3-16,0-2-3 15,0 2 4-15,-3 1-4 16,2 2 1-16,-1 3-1 15,3 0 0-15,-3 0 0 16,5 1 0-16,-2 2 0 16,2-3 2-16,2 3-2 15,-1-2 0-15,1 5-1 0,1 1-4 16,0 1 4 0,0-2 1-16,0-1 0 15,0-3 0-15,0-2 0 0,0-1 0 16,0 0 0-16,0 0 0 15,0 0 4-15,0-1-3 16,-2-2-1-16,2-2 0 16,0 2 1-16,0-1-1 15,0 0 2-15,0 0 1 16,0-1 7-16,0 0 7 16,0-1-13-16,0-1 4 15,3-1-5-15,0 0 2 16,2-2-1-16,-2 1-3 15,0-1 8-15,4-1-9 0,-4-2 0 16,3 0 0-16,2 0 0 16,-2-1 0-16,4 0 1 15,-1-1 2-15,0 1-2 16,-3-2-1-16,6-2 1 16,-5 0-1-1,1-2 1-15,0 1 0 0,-3-2-1 16,4 1 1-16,-1 0 0 15,2 0-1-15,0-1-1 16,0 2-10-16,6-3-51 16,-2 0-12-16,3-1-51 15,-2-1-171-15</inkml:trace>
  <inkml:trace contextRef="#ctx0" brushRef="#br0" timeOffset="25465.4637">13101 9056 439 0,'0'0'96'15,"0"0"-20"1,0 0-8-16,0 0-15 0,0 0 36 15,0 0-36-15,0 0 2 16,0 0-31-16,-9-28 8 16,9 26 18-16,0 1 0 15,0 0-19-15,0 1-8 16,0 0 1-16,0 0-10 16,0 0-11-16,0 0-1 15,0 0-2-15,0 0-4 16,0 0 3-16,0 0 1 15,0 0-1-15,4 0 0 0,5 0-1 16,5 0 2-16,-2 1 0 16,1 5-1-16,3-1 2 15,-2 2-1-15,1-1 0 16,-2 1 0-16,1-1 0 16,-4 1 0-16,3 0-1 15,-2 2 1-15,0 0 0 16,0 3 0-16,-2-1 0 15,2 0-1-15,-1 4 1 16,-2-1 0-16,1 1 0 16,1 2-1-16,-1-3 2 15,0 1-1-15,-4-1 0 16,5-2 0-16,-4 4-1 16,0-2 1-16,0 0 0 15,-2 0 0-15,2 3 0 0,-1-2 0 16,-2 2 0-1,0 1 0-15,-1 2 0 0,0 0-1 16,0-1 1-16,-1-2 0 16,1 2 0-16,-1-2 0 15,-1 3 0-15,1-3 1 16,1 4 0-16,-2-3-1 16,0 3 0-16,0-4-1 15,0 2 2-15,0-1-2 16,0-1 1-16,0-1 0 15,0-1 0-15,0-1 0 16,-3-1 0-16,-1-2 0 0,0-1 1 16,2 0 0-16,-3-2-1 15,4 3 0-15,-3-3-1 16,0-1 1-16,1 3 0 16,0-3 1-16,0 0-1 15,-1 0 1-15,1 0-1 16,-3 0 2-16,0 1-2 15,-1 2 0-15,2-3 0 16,-1 0 1-16,0-1 0 16,3 0-1-16,-3-1-1 15,2 1 1-15,-1 0 1 16,-1 2-1-16,0-4 0 16,1 0 1-16,0 0-1 0,0-2 2 15,4 1-1 1,-4 0-1-16,1-2 1 0,1 0 0 15,0-1 4-15,1 0-5 16,1 0 3-16,1 0-2 16,0 0 6-16,0 0-6 15,-2 0-1-15,2 0 2 16,0 0 0-16,-1 0 5 16,1 0-7-16,-3 0-5 15,0 0-25-15,-1 0-94 16,-4-15-66-16,-3-6-197 15</inkml:trace>
  <inkml:trace contextRef="#ctx0" brushRef="#br0" timeOffset="26565.2711">11208 8247 545 0,'0'0'61'0,"0"0"-57"16,0 0-4-16,0 0 0 16,0 0 6-16,0 0 21 15,6 52 16-15,-2-43 18 0,2-2-37 16,1 0-7-16,0-1-14 15,-3-2 11-15,2-3 2 16,0 1-3-16,4-2-8 16,1 0 2-16,4 0 2 15,6-7 2-15,3-3-4 16,10-5-6-16,2-2 0 16,1-9-1-16,-10-6-133 15,-11-14-597-15</inkml:trace>
  <inkml:trace contextRef="#ctx0" brushRef="#br0" timeOffset="42172.522">1681 7989 458 0,'0'0'76'16,"0"0"27"-16,0 0-71 0,0 0 2 16,0 0 32-1,0 0 8-15,0 0-28 0,-28-32-24 16,26 29 25-16,-2 1 10 16,4 0-27-16,-2 2-11 15,1 0-9-15,-2 0-1 16,-2 0 5-16,3 0-11 15,-1 0-2-15,0-1 1 16,0 1-1-16,-2-2 0 16,-1 0 0-16,-2 2 0 15,3-2-1-15,-4 1 0 16,-2 1 0-16,-2 0 0 16,-1 0 2-16,-2 0 3 15,-2 0-5-15,0 0 0 16,-4 0-7-16,4 0 7 0,-3 1 8 15,-1 3-6 1,1-2 7-16,-2 1-4 16,3-3 0-16,-1 1 1 0,6-1 2 15,-1 1-5-15,2 1 5 16,-1-1-4-16,3 2-3 16,0-1-1-16,-1 3-1 15,4-2 1-15,0-1 1 16,-6 3-1-16,3 0 0 15,-1 2 0-15,-2 2 1 16,0-1-3-16,0 1-2 16,-1-1 4-16,2 1 2 15,-2 1 2-15,1-1-4 0,-4 1 1 16,5-1-1-16,-4 2 1 16,3-2-1-1,2 1 0-15,1 1 4 0,0 0-4 16,3 0 1-16,1 2-1 15,1 2 1-15,-2 2 0 16,3 4-1-16,-1-4 0 16,2 3 0-16,-1-3 0 15,0 2 0-15,2-2 0 16,-2 0 1-16,1-3 0 16,-1 1 1-16,-1 1 0 15,1-2-1-15,-3 2 1 16,3-2 0-16,-3-1 1 15,3 3-1-15,-3-1 1 0,3-1-2 16,0 3 1-16,0 0-1 16,3 2 0-16,-1-1-1 15,-1 3 4-15,1-4-3 16,-2 3 1-16,0-1-1 16,0 0 2-16,0 0-3 15,1 1 5-15,-2-3-2 16,4 3-1-16,-3-1-2 15,3-1 1-15,0-1-1 16,0-2 2-16,0 2-2 0,3-5 0 16,0 5 2-1,0-2-2-15,0 1 0 16,0-1 0-16,0 2 0 16,0-1 0-16,0 0 1 0,0 3-1 15,0 0 0-15,3-2 1 16,0 0-1-16,0-1 0 15,-2 1-1-15,3 1 1 16,0-1 1-16,-1-1-1 16,1 0 0-16,-1-1 1 15,-1-1-1-15,1 2 0 16,0-1 0-16,0 1 0 16,-3 2 0-16,3-1 0 15,-3-2 0-15,3 1 1 16,-3-1-2-16,4 4 2 15,-2-2-1-15,1 2 1 16,0 1-2-16,-2 0 2 16,2 1-2-16,-1-2 1 0,-1 1 0 15,2 1 0-15,-1-1 1 16,-1-1-1-16,2 3-1 16,0-3 1-16,0 1 0 15,3 0 0-15,-3-1 1 16,0 1-1-16,0-2 1 15,2 4-1-15,-1-3 1 16,2 1 1-16,-4-1-1 16,3 2 0-16,-2-1 1 0,-1-1 0 15,4 0-1-15,-3 3 0 16,0-2 2-16,4-1-1 16,-2 1 0-16,-1 1 1 15,-2 1-3-15,2-1 4 16,-1-1-1-16,0-1 0 15,-1 1 3-15,-2-3-3 16,0 1-1-16,0 0 4 16,0 1-1-16,0 1-1 15,0 1 0-15,-9 1-1 16,0 2 3-16,-6 1 2 16,6-3-6-16,-2-1 4 15,0-1-5-15,0 0 1 16,2-2-1-16,-1 2 3 15,-2 1-4-15,-3-1 3 0,0 1-2 16,-2 1 0-16,-2-1 1 16,0 2 1-16,-5 1 0 15,-3-2-1-15,3-2 0 16,-1-1 1-16,3-7 0 16,8-1-2-16,-1-5 2 15,3 0-3-15,2-2 0 16,-1 0 1-16,1-1-1 15,1 1 5-15,6-4-3 16,0 0 0-16,3 0-1 0,-4 0-1 16,4 0 0-1,-2 0 0-15,0 0-2 0,2-2 2 16,0 0 0-16,0 1-9 16,0-1-8-16,0 2 6 15,0 0 4-15,4 0 6 16,13 0-4-16,-2 0 0 15,3 0 2-15,-1 0 1 16,0 3-5-16,-1 6 7 16,1-1 4-16,-2 5-4 15,3 0-6-15,0 4 6 16,-3 0 0-16,6 2 0 16,-5 2 1-16,2 4-1 15,-1 4-2-15,-1 3 2 16,-1 6 1-16,0 5 0 15,0 4-1-15,-5 0 0 16,2 3 2-16,0-1-4 0,-2-5 4 16,1 0 1-16,0-2 0 15,-1 0-2-15,-4-2-1 16,0-1 0-16,-2-2 0 16,-1-2-1-16,-2 0 2 15,-1-2-1-15,0 3 0 16,0 3 1-16,0 0 0 15,0 4-2-15,-1 1 3 16,-5-2-2-16,2-3 0 16,-2 0 1-16,0-3 1 15,-1 1-2-15,-1-2 0 0,2 2-6 16,0 3 6-16,-2 1 0 16,0-1 4-16,0 2-2 15,2-3-4-15,3 0 8 16,0 1-12-16,3 0 11 15,0 0-5-15,0 5 5 16,0 3-5-16,6 3 0 16,6 1 2-16,6 0 0 15,6 2 9-15,1 0 12 16,5 2-8-16,1 2-7 16,2-3 0-16,4-3 0 15,3-4-4-15,7-8-1 16,1-5-1-16,5-4 1 15,1-4-3-15,-2-2 2 0,-1-2-2 16,1-2-6 0,-3-3 5-16,-1-3-5 0,0-4-19 15,-3-2-10-15,-1 0-43 16,-5-4-108-16,-16-5-173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16:44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 5010 191 0,'0'0'164'0,"0"0"-76"15,0 0-31-15,0 0 15 16,0 0 2-16,0 0-24 16,0 0-10-16,0 0-12 15,-3-7-12-15,3 4-4 16,0 3 40-16,0 0-31 16,0-2 11-16,0 2-14 0,0 0-11 15,0 0-5 1,0 0 9-16,0 0-11 15,0 0 0-15,0 0 4 0,6 0-3 16,4 0 4-16,1 0-4 16,2 0 7-16,1 0-1 15,2 0-1-15,-2 0-2 16,6 0-2-16,-3 0-1 16,-1 0 4-16,2 0-5 15,-2 0 0-15,-3 0 1 16,1 0 0-16,-3 0 0 15,-6 0 2-15,0 0 2 16,-2 0-9-16,-3 0 7 16,0 0-3-16,0 0 1 0,0 0 2 15,0 0-3-15,0 0-37 16,0-7-60-16,-12-3-455 16</inkml:trace>
  <inkml:trace contextRef="#ctx0" brushRef="#br0" timeOffset="517.6117">579 4844 541 0,'0'0'143'0,"0"0"-93"15,0 0-43-15,0 0 4 16,0 0 13-16,0 0-9 16,-3-1-13-16,12 1-1 15,3 0 3-15,4 0 0 16,-2 0 0-16,-1 4-1 16,4 6 1-16,-1 0-3 15,-1 4-1-15,-2 1 2 16,-1 2-2-16,0-5 4 15,0 5-2-15,0-2-2 16,0 1 0-16,-2 0 0 0,-2 1 0 16,1-1 0-1,0-2 2-15,-5 0-1 0,-1 0-1 16,-3 0 11-16,0-2-11 16,0 0 0-16,0 0 21 15,-3 0 0-15,-6 0 11 16,-4-2-16-16,2 0 3 15,0-1-2-15,0-1-6 16,-1 1-10-16,3-3 7 16,-1 0-7-16,1 3-1 15,-4-1 0-15,5 4-8 16,0 0-42-16,-2 0-39 16,4-1-123-16,-2-4-246 0</inkml:trace>
  <inkml:trace contextRef="#ctx0" brushRef="#br0" timeOffset="35637.794">11540 4580 245 0,'0'0'195'15,"0"0"-107"-15,0 0-7 0,0 0 44 16,0 0-107-16,0 0 48 15,0 0 12-15,-1-46-37 16,1 40-6-16,0 4 13 16,0 0-40-16,0 2 26 15,0-1 16-15,0 1-26 16,0 0-6-16,0 0-15 16,0 0 6-16,0 0-9 15,0 0-15-15,0 3 8 16,0 9 6-16,4 3-2 0,6-1 3 15,-1 3 4-15,1 0-3 16,-1-1-1-16,-2 0 0 16,0-1 0-1,3-3 8-15,-3-1-8 0,-1-3 1 16,-1-4 1-16,0-2-2 16,-3-1 4-16,-1-1 2 15,-1 0-2-15,3 0 38 16,4-1 0-16,2-13-16 15,5-5-7-15,3-1-14 16,1 1-3-16,-2 2-1 16,2 3 1-16,0-1-2 15,-3 5-2-15,4 3-2 16,-2 0-26-16,0 5-39 16,0-1-65-16,1 0-21 15,-6-3-220-15</inkml:trace>
  <inkml:trace contextRef="#ctx0" brushRef="#br0" timeOffset="104510.3173">3262 7048 114 0,'0'0'20'0,"0"0"-7"15,0 0-12-15,0 0 4 16,0 0 22-16,0 0 38 15,0 0 21-15,23-73 3 16,-23 68-26-16,0 0-18 16,0 1-8-16,0 1 9 15,0 2 18-15,0-3-37 16,0 1-14-16,0 1-10 16,0 2-2-16,0-1 2 0,0 1-6 15,1 0-17 1,1 0-13-16,1 0 22 0,-1-2 7 15,2 2 4-15,-1 0 0 16,-3 0 4-16,1 0-4 16,-1 0-5-16,2 0 4 15,-2 0 0-15,6 0-6 16,1 0-60-16,-1 3-20 16,0-2-117-16,-1-1-79 15</inkml:trace>
  <inkml:trace contextRef="#ctx0" brushRef="#br0" timeOffset="108984.4262">3388 6941 218 0,'0'0'257'0,"0"0"-143"15,0 0-22-15,0 0-13 0,0 0 5 16,0 0-18-16,0-2-13 15,0 2-20-15,0 0-26 16,0 0-7-16,-3 0-2 16,-3 5-1-16,-2 7 6 15,-2-1-8-15,2 0 11 16,2 0-1-16,-2-1 0 16,2 2-4-16,1 0 5 15,-1-1-5-15,1 2-1 16,1-3 2-16,-2 0-2 15,2-3 2-15,1 3 2 0,-2-2-4 16,1 3 0-16,-1-2 2 16,-1 2-1-16,-1 0 2 15,1 1 1-15,0 2-4 16,0-1 1-16,1-1 2 16,1 1-3-16,3-1 1 15,-1 2-1-15,2 0 0 16,0-2-1-16,0 3 1 15,0-2 0-15,0 0 1 16,0 1-1-16,0 0 0 16,0 2 0-16,0-1 4 15,0 2-3-15,0-1 1 0,0 1 4 16,0 0 2-16,0 1 3 16,0-1 4-16,0-2 1 15,0 2-1-15,0-1-5 16,-1-2 1-16,-1 1-6 15,1-1 1-15,1 2-1 16,0 0 0-16,0-1-3 16,0-1 6-16,0 0-3 15,0 0 0-15,0 0-2 16,0 2-3-16,0-1 0 16,0-1 0-16,0 2 2 15,0-1-1-15,0 0-1 16,0 0 3-16,0-1-3 0,0 1 0 15,0-3 0 1,0 2 0-16,0-4 0 0,1 2 0 16,1-1 1-16,-1-1-1 15,1 3 0-15,-1-2 0 16,-1 0 1-16,2 1-1 16,0-1 0-16,0 1 0 15,1-1 0-15,0 0 0 16,-2-1 1-16,2-1-1 15,-2 0 0-15,-1 0 0 16,2 1 0-16,-2-1 0 16,2-1 1-16,-2 1-1 0,1-1 0 15,1 1 0-15,-2-1 0 16,0 2 0-16,0 1 2 16,0-2-2-1,0 2 0-15,0-2 0 0,0 3 2 16,1 1-2-16,-1 0 0 15,0-1-3-15,0 1 6 16,0 2-5-16,0-4 4 16,0 1 1-16,0 3-3 15,0-3-1-15,0 1-3 16,2 1 1-16,-2-2 3 16,3 3 0-16,-3-1 5 15,4 0-5-15,-4 0 2 16,0 0-2-16,3 0 0 15,-3 0 0-15,2 2 0 0,-2 0 1 16,0-2-1-16,0 1 0 16,0-1-1-16,1 0 1 15,-1 0 0-15,0-3 1 16,2 2-1-16,-1-1 1 16,2 0 0-16,-2 2 1 15,1-1 3-15,1 1-2 16,0 2-1-16,-1-1-2 15,2 0 4-15,2 1 0 16,-2-2-2-16,1 1-1 16,-2 0-2-16,3-3 5 15,-1 1-4-15,0 1 3 0,0-4-2 16,-1 3 1 0,1-2-2-16,-1 0-1 0,0 0 1 15,4-2 0-15,-5 3 5 16,3 0-6-16,0 0 1 15,0 1 0-15,2-1 4 16,0 4-4-16,0-3 0 16,3 0 0-16,0 0 0 15,-2-4-4-15,0-1 4 16,-1-1-1-16,2 1 2 16,-1-3-2-16,2 1 1 15,-1-3 0-15,0 0 5 16,2 2-4-16,-4-2-1 15,2-1 0-15,1 2-1 0,-2-1 1 16,4-1 0-16,2 0 3 16,0 1-3-16,3-1 0 15,-2 1-1-15,5 1 3 16,0 1-4-16,1-2 4 16,-2 2-3-16,5-1 5 15,-1 1-3-15,-2-2-1 16,-1 0-5-16,0 0 5 15,0 0-1-15,-3 0 1 16,1-2-1-16,-1 0 0 16,2 2 1-16,-1 1-4 0,-1-2 8 15,6 2-8-15,-5 0 4 16,6 3-2-16,-2-2 1 16,1 2 0-1,4-2 0-15,0 1-4 16,2 0 3-16,3-1 1 15,-2 0-1-15,2-1-4 0,0-1-2 16,0 0 3-16,-1-2 3 16,2 0-8-16,-3 1 1 15,3-2-2-15,-2 1 9 16,2 1-5-16,-3-2 4 16,-1 0-5-16,-2 0 7 15,2 0-8-15,-3 0 8 16,-2 0 0-16,-1 0 1 15,0 0 0-15,-2 0 1 0,-2-2 2 16,-1-1-3-16,-1-2 0 16,-3 3-2-16,0-1 2 15,1 1-1-15,-2 0 1 16,2-1 0-16,-2-1 0 16,0 0 0-16,0 1-1 15,2 0 1-15,2-4 0 16,0 3 0-16,2-2 0 15,2 1 0-15,0 0 1 16,-1 0 3-16,1 0-4 16,-5 0 0-16,4 2-5 15,-2-2 5-15,-3 0 0 0,1 2 0 16,-2-2 2-16,4 2-2 16,-4-3 0-16,0 3 0 15,-1-4 0-15,-3 3-2 16,0 0 2-16,-2-1 1 15,1 0-1-15,1-1 0 16,-2 3 0-16,1-2 6 16,-1 0-10-16,3 2 4 15,1-3 0-15,1 1 3 16,1-1-2-16,-3-1-1 16,5 0 0-16,-3 4 3 15,-2-2 0-15,3 1-2 16,-5-4 3-16,2 0-3 15,-1 0 1-15,-1 0-1 0,0-1 4 16,-2 1-2-16,0-2-1 16,-2 0 1-16,1-1 3 15,2 2-4-15,-2 1-2 16,5-1 1-16,-3 1 0 16,2 1 1-16,-1 0-2 15,-3 0 0-15,1 1 0 16,0-1 0-16,-4 0 0 15,2 1 1-15,-3-2 0 16,-2-2 1-16,2-2-2 16,-1 0 1-16,-1 0 2 0,1-1-3 15,-1-1 3 1,2 2 0-16,-1-2-3 16,0 2 5-16,0 3-5 15,0-1 12-15,2 3-7 0,-4-1-3 16,0 1 2-16,5-1 1 15,-5 0 7-15,1-1-6 16,-1 1-1-16,2-4-4 16,-2 3 4-16,3-4 1 15,0 0-2-15,0 2 0 16,1 0-2-16,1-1-2 16,-1 3 1-16,-1-1 1 15,0-2-1-15,0 1-2 0,-2 2 3 16,1-1-4-1,1 3 5-15,-3-3-3 0,3 2 9 16,-3-1-8 0,3-3 2-16,-3 1-3 0,1 0 4 15,-1-5-4-15,0 1 1 16,0-4-2-16,0 2 4 16,0 0-1-16,0-2-2 15,0 0-3-15,0 1 3 16,0 1 1-16,0 0 6 15,0 2-7-15,0 1 4 16,0 2-3-16,0-1-1 16,0 2 0-16,0-2 6 15,0 2-6-15,0-1 1 0,0-1 0 16,0 0-1 0,0 0 1-16,0 0 0 0,-1 2-1 15,1-4 0-15,0 1 0 16,0-4 0-16,0 1 0 15,0-1 1-15,-3 2 1 16,0-2-2-16,3-2 0 16,0 0 0-16,0 0 0 15,0 3 0-15,0 4 0 16,0 4 2-16,0 1-4 16,3-1 2-16,0 1 0 15,0-3 0-15,0 0 0 16,3-1 2-16,0-3-3 15,0 1 1-15,3-1 0 16,-2-3 1-16,4 3-1 0,-2 0-2 16,1-2 2-16,0 3 3 15,-2-1-3-15,-2 4 0 16,-3 1-1-16,0-4 2 16,-2 1-2-16,0 1-2 15,-1-4 2-15,2 1 1 16,-2-2 6-16,2 0-5 15,-2-1-1-15,1-1 0 16,1 1 0-16,-2-1 0 16,0 1 0-16,0 0 0 15,0 1-1-15,0 1 1 0,0-2 0 16,0-2-1 0,0-1 1-16,0-2 0 0,0 1-9 15,0 2 6-15,0 4 2 16,0-2-4-16,0 1 8 15,0 3-7-15,-2 0 1 16,1-1 3-16,-1 3 5 16,-1-3-5-16,-1-1 0 15,-1-4-1-15,4 3 1 16,-2 0 0-16,0 1 0 16,0 0-4-16,1 2 1 15,-1 2 3-15,0 0 1 16,0 0 5-16,2-1-6 15,-3 1 0-15,0 0-1 16,0 0 0-16,0-2-4 0,1 2 5 16,-2 0 0-16,1 1 6 15,2 2-6-15,-2 1-7 16,4 2 7-16,-3 1 0 16,1 0 4-16,1 3-4 15,-1-1-4-15,-1 1-1 16,0-1 8-16,-3-1-3 15,2 1 0-15,-5 1-1 16,0-3 0-16,-3 3 0 16,-3-3 0-16,0 2 1 15,-3 2 0-15,-2 0-1 0,1 1-1 16,-1 0 2-16,-1 0-1 16,0 0 1-16,-1 0-1 15,1 0-1-15,-2 0 2 16,-1 0 3-16,-1 0-3 15,1 2-2-15,-4 5 2 16,4-2 0-16,-2 0 0 16,-3 2-1-16,-3 1-7 15,-6-3 0-15,0 5-17 16,-2-4-1-16,-3 1 6 16,6-1 15-16,2-3 0 15,5 0 5-15,4-2 0 16,3-1-6-16,4 2 6 0,-2 0 2 15,3-1-1 1,0 1 2-16,3 0-6 16,-1-2 3-16,4 1 0 0,-3 1 1 15,-1 1-1-15,1 0-4 16,-5 3 4-16,2-1 1 16,-6 1-1-16,1 0-1 15,-5 0 1-15,-2 0-1 16,3-1 1-16,-3 2 0 15,2-5 0-15,0 1 0 16,0-1-1-16,3 1 1 16,-4-1 0-16,1 1 0 15,0 0 0-15,1 1 0 16,-3 1 0-16,-1 2 1 0,1-2-2 16,2-1-8-16,1 2 8 15,6-3-6-15,-3-2 7 16,2 2 4-16,1-3-4 15,2 1 0-15,4-1 2 16,-2 0-2-16,1 2 0 16,-1-1 3-16,-4 2-3 15,2 0-8-15,1-1 8 16,-1 1 1-16,-2 0 6 16,6 0-14-16,-6 0 7 15,3-1 0-15,-1 1 0 16,-2 1 5-16,6-2-10 0,-3 1 9 15,3 0-4-15,-2-1 1 16,4 1-1-16,-4-1-5 16,7 1 5-16,-4 0 5 15,2-3-5-15,1 3 0 16,-2-3-3-16,2 1 3 16,0 1-1-16,0-2 5 15,-1 0-5-15,-1 0 1 16,1 0 0-16,0 0-2 15,0 0 2-15,1 2 3 16,-5 1-3-16,4 2 0 16,-4-3 0-16,-1 2 0 15,-1-1-1-15,2 0 1 0,-5 2 1 16,6-3 0-16,2-1-1 16,-2-1 1-16,6 0 1 15,-2 0-2-15,2 0 4 16,0 0 2-16,-1 0 2 15,1-3-8-15,-4 0 2 16,-4-3 5-16,2-1-2 16,-1 1 0-16,-5-2-5 15,6 2 0-15,-1-2 2 16,1 3-2-16,1 2 1 16,4 2-1-16,0-1 0 15,1 2 0-15,7-3-1 16,2 3 1-16,0 0 0 15,0 0-2-15,0 0-4 16,0 0-10-16,0 0-40 0,0 0-91 16,9 0 16-16,7 0-38 15,-1 0-102-15</inkml:trace>
  <inkml:trace contextRef="#ctx0" brushRef="#br0" timeOffset="140178.3167">12534 7797 174 0,'0'0'100'0,"0"0"-35"0,0 0-2 16,0 0-7-16,0 0-28 16,0 0 30-16,0 0-13 15,0 0-24-15,-61-20 19 16,61 20-6-16,0 0-14 15,0 0-20-15,0 0-1 16,0 0-5-16,0 0 6 16,13 0-3-16,2 8 8 15,5 0-5-15,3 1 5 16,3 0-3-16,6 0-1 16,4-2 1-16,3-1 3 15,0-3 3-15,3-3-6 16,-3 4-1-16,-1-4 5 0,2 0-3 15,-4 0-1 1,-3 0 2-16,-6 0-4 0,-3 0 0 16,-11 0 1-16,-4 0-1 15,-6-1 1-15,-3-2-1 16,0 0 3-16,-13 0-3 16,-19 2-5-16,-9 1-3 15,-12 0 5-15,-5 2-2 16,-5 11 5-16,2-1 2 15,2 0-2-15,10-3 0 16,13-3 4-16,14 0 0 16,11-3 3-16,8-1 9 0,3-1-16 15,0 1-1-15,12-2 1 16,18 2 0-16,16-2 2 16,15 0 3-16,11-4-3 15,11-10 2-15,8-3-1 16,8-1-3-16,10-4-86 15,8-9-223-15</inkml:trace>
  <inkml:trace contextRef="#ctx0" brushRef="#br0" timeOffset="145284.5291">10277 8953 51 0,'0'0'38'15,"0"0"-7"-15,0 0 9 16,0 0-14-16,0 0-20 15,0 0 37-15,0 0-20 16,-42-31 30-16,34 28-4 16,0-1-8-16,1 0-12 15,0-1 19-15,2 5-14 16,0-3-1-16,5 3-15 0,-1 0 6 16,1 0-18-16,0 0-6 15,0 0-10-15,0 0 2 16,0 0 7-16,1 3 1 15,8 2 0-15,0 1 0 16,3-1 6-16,6 0 1 16,3-1 5-16,3 0 11 15,3 0 0-15,2-3-3 16,4 1-6-16,2-2 3 16,6 0-5-16,1 0 11 15,7 0-10-15,-2 0-10 16,2 0 5-16,-7 0-7 0,-1 0 1 15,-8 0 2 1,-6 0-3-16,-5 0-1 0,-2 0 1 16,-6 0 0-16,-5 0-1 15,-2 2 0-15,-3-2 0 16,-2 0 0-16,-1 3-1 16,2-1-6-16,4 5-55 15,-1 1-81-15,-1-5-95 16</inkml:trace>
  <inkml:trace contextRef="#ctx0" brushRef="#br0" timeOffset="177594.9174">10030 10146 554 0,'0'0'81'16,"0"0"-8"-16,0 0-25 0,0 0 18 15,0 0 10-15,0 0 117 16,0 0-159-16,-8 0-15 16,8 0 0-16,0 0-4 15,0 0 2-15,0 0 0 16,24-2 11-16,10 1-16 15,8-2 0-15,5 2-8 16,3-3-4-16,2 1-2 16,5-2-62-16,4-4-107 15,-4-10-251-15</inkml:trace>
  <inkml:trace contextRef="#ctx0" brushRef="#br0" timeOffset="187341.8892">5243 12337 765 0,'0'0'54'16,"0"0"-4"-16,0 0-28 15,0 0 59-15,0 0 25 16,0 0-31-16,0 0-36 16,-9 0-5-16,9 0-22 15,0 0-7-15,0 0-1 16,0 0-4-16,0 0 0 16,7 2 1-16,11-2 3 15,2 0-2-15,2 0 0 16,5 0 12-16,3 0-12 0,3 0 4 15,6 0-2 1,5 0-2-16,6-2 1 0,2 0-2 16,3-4 5-16,0 2-2 15,-4-1 2-15,0 2-5 16,-2 2 4-16,-3 1-3 16,-1 0-2-16,-3 0 1 15,-3 0-1-15,-7 0 0 16,-3 0 0-16,-7 0 0 15,-4 0 0-15,-6 0-3 16,-2 0-19-16,-1 0-45 16,4 0-81-16,-2-4-108 0</inkml:trace>
  <inkml:trace contextRef="#ctx0" brushRef="#br0" timeOffset="190184.5972">8448 9110 468 0,'0'0'81'0,"0"0"-43"15,0 0 2-15,0 0 71 0,0 0-29 16,0 0-18-16,0 0-22 16,0 0-10-16,-47 0-12 15,42 0 0-15,1 0-12 16,1 3 17-16,-3 1-3 16,-1 2-15-16,-1 2 3 15,-4 4 2-15,2-1 9 16,-1 0 5-16,-1 0-9 15,-1 2-7-15,4-1 5 16,1 2-2-16,0-2-1 0,2 1 0 16,0 1-5-1,3 3 2-15,-2 2-6 0,5 1 12 16,-2 0-1 0,2 0-3-16,0 2 1 15,0 0-2-15,0-2 3 0,0 4-2 16,0-4-1-16,0 4 0 15,-1 2-3-15,-2 1 4 16,3 2 9-16,0-3-7 16,0-1-8-16,3 0-5 15,12 0 0-15,6-5-2 16,3 2 2-16,5-3-3 16,6 1-15-16,2 0-7 15,5 0-18-15,4 2-38 16,-2 5-33-16,3-1-61 15,0 3-71-15,-2 0-362 0</inkml:trace>
  <inkml:trace contextRef="#ctx0" brushRef="#br0" timeOffset="191634.8658">11555 9090 525 0,'0'0'110'0,"0"0"-13"15,0 0-31-15,0 0 15 16,0 0 12-16,0 0-14 16,-12-5-17-16,12 5-25 0,0 0-18 15,0 0-8 1,0 0-7-16,0 0-4 0,2 0 2 15,8 5 3-15,4 4 1 16,-1 2 9-16,4 0 1 16,-2 0-2-16,1 5-3 15,-1 0 0-15,0 2-8 16,-2 4 7-16,0 2-3 16,-3 2 1-16,2-1-6 15,-6 1 3-15,1 0 0 16,-4-1 0-16,-2 2 0 15,-1-1-1-15,0 1 1 0,0-1-2 16,0 3-2-16,0 0 2 16,0 2-1-16,0-1-1 15,-1-1 2-15,-2 0-1 16,-2-3-2-16,0-1 4 16,-1-3-3-16,0 1 2 15,0-1 1-15,-5-3-3 16,4-1 7-16,-2-2-1 15,0-1 2-15,-2-1-7 16,-1-1 4-16,-2-1 0 16,0 2-6-16,-1-3 4 15,2 0 3-15,-2-1-2 16,3-1-2-16,0 2 2 0,-2-2-4 16,1 2 0-16,0 0 1 15,1-3-2-15,-1 3 0 16,-2-4 0-16,-5 3 1 15,1-4 3-15,-2 2 0 16,0-3-4-16,0-2-7 16,2-2 6-16,0 0-10 15,-1-1-10-15,2 0-26 16,1 0-22-16,3-2-97 16,-1-6-157-16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20:35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15217 7623 525 0,'0'0'41'0,"0"0"-22"16,0 0-18-16,0 0 0 15,0 0 82-15,0 0-24 16,0 0-20-16,0 0 1 16,-1 80-27-16,5-70 18 15,1-2-11-15,-1 0 25 16,-1-2-22-16,0-3-17 15,-1-1 7-15,-2-2-4 16,1 1 16-16,-1-1 22 16,1 0 0-16,-1 0 9 0,5 0-14 15,1 0 6-15,3-9-12 16,4-8-26-16,4 0-9 16,4-4 3-16,-1-2-1 15,5 3-1-15,-1-1-1 16,4 1-1-16,0 0 0 15,3 3 0-15,4 0-12 16,2 0-85-16,0 1-165 16</inkml:trace>
  <inkml:trace contextRef="#ctx0" brushRef="#br0" timeOffset="3323.8897">10978 8590 556 0,'0'0'31'0,"0"0"-29"16,0 0 1-16,0 0-2 16,0 0 24-16,3 86 94 15,3-74-34-15,1 2-59 16,0 0 15-16,-1-1-9 16,-2-3-10-16,1-3 20 15,0-2-21-15,-2-2 16 16,2 0 6-16,1-3-13 15,0 0 6-15,3 0 5 16,4 0-8-16,1 0-13 16,2-6-13-16,3-7 15 15,3-3-16-15,4-3-3 0,1 2-5 16,3-1 2-16,3-1-1 16,4 5-43-16,3-3-115 15,-2-5-167 1</inkml:trace>
  <inkml:trace contextRef="#ctx0" brushRef="#br0" timeOffset="5243.9973">13356 9479 789 0,'0'0'68'0,"0"0"-19"16,0 0-44-16,0 0-3 16,0 0 33-16,0 0 19 15,0 0-9-15,0 3-30 16,6 6-10-16,-2 3 14 16,2 5 28-16,0 5-18 15,-2 0-14-15,1 2 15 16,1 0-12-16,-1-2-5 15,-1-5-5-15,2 0 3 16,0-8-1-16,1-1-3 16,-2-4-1-16,4-4 4 15,3 0-1-15,9-7 13 0,4-16 4 16,5-10-16 0,4-3-10-16,-1-1 3 15,2-1-2-15,-3 7-2 16,-3 2-2-16,-6 5-45 0,0 7-15 15,-4 5-68-15,1 2-100 16,-3 0-256-16</inkml:trace>
  <inkml:trace contextRef="#ctx0" brushRef="#br0" timeOffset="10368.9373">4772 6442 555 0,'0'0'53'15,"0"0"68"-15,0 0-53 16,0 0-28-16,0 0 62 0,0 0-28 15,0 0-14-15,-21 0-3 16,21 0-25-16,0-2-17 16,0 1 16-16,0 1-12 15,0 0-7-15,0 0-4 16,0 0 0-16,0 0-6 16,0 0-2-16,0 0-2 15,0 0-5-15,0 3 0 16,0 8 7-16,3 0-1 15,0-1 2-15,5-1-1 16,-4-3 0-16,3-2 1 16,-4 1 0-16,0-3-1 15,2-2 1-15,-3 0-1 16,5 0 2-16,3-2 7 0,3-10 3 16,4-4 1-1,1-2-11-15,6-4-4 0,3 0 1 16,7 0-45-16,3 2-140 15,-4 1-212-15</inkml:trace>
  <inkml:trace contextRef="#ctx0" brushRef="#br0" timeOffset="11783.9836">8459 6198 540 0,'0'0'109'0,"0"0"6"16,0 0-78-16,0 0-21 0,0 0 45 15,0 0 6-15,-3 0-28 16,3 4-27-16,0 9-6 16,0 1 0-16,0 3 11 15,6-2-3-15,-1 2-1 16,2 0 5-16,-1-2-8 16,0-1 0-16,0-4 1 15,0-3-6-15,-2-2 0 16,1-4-4-16,-1-1 6 15,4 0 5-15,2-1 15 16,5-17-5-16,5-3-19 16,2-4-3-16,2 1-3 15,0 3-107-15,2 5-69 16,-6 2-231-16</inkml:trace>
  <inkml:trace contextRef="#ctx0" brushRef="#br0" timeOffset="16272.5047">10569 7983 607 0,'0'0'81'0,"0"0"-61"16,0 0 34-16,0 0 13 16,0 0-28-16,0 0-26 15,0 0 17-15,0 0 9 16,13 56 9-16,-13-25-9 16,0 6-6-16,0 2-6 15,-8 1-9-15,-8-3 6 0,-5-6-11 16,-6 1 0-1,-2-4-5-15,-1-3 4 0,2-3 9 16,0 0 5-16,0-5-4 16,1-3-11-16,2-3 4 15,3-4-9-15,2-3 6 16,2-1-3-16,6-3 0 16,3 0-7-16,2 0-1 15,4 0 5-15,1 0-6 16,-1 0 0-16,3 0 0 15,0 0-3-15,0 2-46 16,0 5-60-16,1 4-22 16,9 2-38-16,4 2-123 15</inkml:trace>
  <inkml:trace contextRef="#ctx0" brushRef="#br0" timeOffset="17569.5641">11653 9198 592 0,'0'0'110'0,"0"0"-18"0,0 0-16 15,0 0-6-15,0 0 33 16,0 0-18-16,-71-60-32 16,54 50-13-16,0-4-17 15,-4 1-5-15,-5 1-12 16,-6-2 7-16,-5-2-9 15,-8 0 6-15,-4-1-10 16,-6 2 0-16,-5-1 0 16,-1 5 1-16,-7 1 0 15,-2 6 0-15,-2 0-1 0,1 2 0 16,3-1-1-16,1 3 1 16,8 0 0-1,7 0 0-15,8 0 1 0,14 0-2 16,9-2 0-16,7 0 1 15,9-1 3-15,4 3 0 16,1 0-3-16,0 0-5 16,0 0 2-16,0 0-1 15,13 0-1-15,5 0 4 16,8 3-12-16,4 1-49 16,5-1-41-16,5-3-55 15,3 0-162-15</inkml:trace>
  <inkml:trace contextRef="#ctx0" brushRef="#br0" timeOffset="18402.3761">12737 8148 656 0,'0'0'104'16,"0"0"-26"-16,0 0-23 0,0 0 2 16,0 0 7-1,0 0-34-15,-11 20-9 0,7 8-4 16,-3 5 36-16,2 8-26 15,1 6-5-15,-2 2 4 16,1 7 0-16,-4 4-6 16,0 3-3-16,0-1-6 15,1 0 1-15,-2-4-6 16,4-8-3-16,2-8-2 16,-1-8 0-16,5-7 2 15,0-7-2-15,0-6-1 16,0-8 0-16,0-1 0 15,0-5 0-15,0 0 1 0,0 0-2 16,0-12-27-16,0-11-113 16,-1-6-133-16,-14-1-325 15</inkml:trace>
  <inkml:trace contextRef="#ctx0" brushRef="#br0" timeOffset="18646.681">12419 8770 608 0,'0'0'64'16,"0"0"-25"-16,0 0 29 0,0 0-11 16,48 82 16-16,-32-60-19 15,0 4-2-15,4 1-28 16,1-1-8-16,2-1-6 15,2-6-10-15,3-6 0 16,5-6 0-16,6-7-52 16,1-5-115-16,-3-20-497 15</inkml:trace>
  <inkml:trace contextRef="#ctx0" brushRef="#br0" timeOffset="20120.4505">10594 8774 607 0,'0'0'78'0,"0"0"-21"15,0 0-28-15,0 0 30 16,0 0 11-16,-108 15 8 16,77-10-18-16,1 2-17 15,3-3-7-15,3 2-8 16,3 1-16-16,-1 1-12 0,6 1 6 15,-1 0-5 1,4 4 1-16,2-4 4 0,7 0-6 16,1 0-2-16,3 2 2 15,0 0-6-15,3 1 6 16,12 1 0-16,6 0-1 16,4-1 5-16,11 1-8 15,6-1 2-15,7 1-23 16,7 1-14-16,5 3-44 15,1 3-45-15,-4-2-117 16,-9 1-260-16</inkml:trace>
  <inkml:trace contextRef="#ctx0" brushRef="#br0" timeOffset="20753.2636">11602 8964 616 0,'0'0'79'16,"0"0"10"-16,0 0-68 0,0 0 22 16,0 0 31-16,0 0-5 15,-7-17-54-15,21 17-9 16,5 0-2-16,4 0-1 15,1 10 7-15,1 6-5 16,-3 4 7-16,-2 4-1 16,-4 2-1-16,-8 3-2 15,-4 0-3-15,-4-1 0 16,0 0 3-16,-12-1-5 16,-11-3 1-16,-6 0 13 15,-7-4-17-15,-4-1 2 16,-8-5-2-16,-2-5-25 15,-1-9-48-15,0 0-12 16,4-13-68-16,3-17-441 0</inkml:trace>
  <inkml:trace contextRef="#ctx0" brushRef="#br0" timeOffset="21603.5097">10216 8213 703 0,'0'0'121'15,"0"0"-53"-15,0 0 19 16,0 0 4-16,0 0-10 16,0 0-26-16,-16-14-37 15,16 29-13-15,-2 7-4 16,2 5 3-16,0 4 1 0,0 0 0 15,2 2 3-15,5-2 6 16,-1-3-7 0,-1-4-3-16,1-4-1 0,0-4-3 15,5-6 1-15,0-2 0 16,5-8 1-16,2 0-1 16,8-3-1-16,6-12 0 15,8-5-23-15,2-1-50 16,0 0-122-16,-5 1-130 15</inkml:trace>
  <inkml:trace contextRef="#ctx0" brushRef="#br0" timeOffset="22222.8621">10431 8090 470 0,'0'0'50'0,"0"0"9"0,0 0 37 15,0 0 13 1,0 0-48-16,0 0 13 0,-24 0-35 16,24 0-18-16,0 0-16 15,0 0 6-15,0 0 9 16,0 0 7-16,0-3 11 15,12-6 10-15,3-2-16 16,1 0-14-16,-5 1-12 16,1 1-6-16,-4 3 1 15,-6-2-1-15,3 0-4 16,-5 5-26-16,0-1-26 0,0 2 29 16,0 2 16-16,0 0 6 15,-2-3 4-15,-1 3-2 16,3 0 3-16,0 0 4 15,0 0-4-15,0 0-14 16,5 5 14-16,10 7 5 16,5 0 0-16,6 5 20 15,0 1-13-15,3 2 4 16,-1 3 0-16,-3-2-4 16,-2 2-8-16,-4 1-4 15,-2 2 1-15,-4 2-1 16,-4 2-7-16,-6-1-177 0,-3 0-345 15</inkml:trace>
  <inkml:trace contextRef="#ctx0" brushRef="#br0" timeOffset="49092.0802">9455 11855 470 0,'0'0'89'16,"0"0"-7"-16,0 0-63 15,0 0 57-15,0 0 14 16,0 0-56-16,0 0 5 16,0 0-6-16,-14-45-1 15,14 43 22-15,0 1-20 16,0 1 1-16,0 0-20 16,0 0-14-16,0 0-1 15,7 0-1-15,11 0 1 0,6 7 2 16,1 5-2-16,3 0 7 15,4-1-7-15,1 0 4 16,5 1 0-16,5-1 0 16,4 0 3-16,5-1-3 15,5-1 2 1,1 1-3-16,1 0-1 0,1 1-1 16,0 2 5-16,-3-1-6 15,1-2-1 1,-6 0-3-16,-5-2 7 0,-5-2-3 15,-4-2 3-15,-2-4-1 16,-2 0 5-16,-7 0-7 16,0 0 9-16,-6 0-9 15,-1-7 7-15,-3 1-3 16,-1 1-3-16,-2-1 1 16,0-1-2-16,-4 6-1 15,4 1-2-15,-5 0-139 0,-6-3-108 16</inkml:trace>
  <inkml:trace contextRef="#ctx0" brushRef="#br0" timeOffset="80153.7951">16339 14497 88 0,'0'0'404'16,"0"0"-302"-16,0 0 6 15,0 0-91-15,0 0 78 16,0 0-49-16,0 0 11 15,0 0-37-15,-16-7-6 16,16 7-14-16,0 0 12 16,0 0-9-16,0 0 9 15,0 0-10-15,6 0 4 16,9-1 14-16,5-1-6 16,3 1-2-16,4-2-4 15,0-1-1-15,-1 1-4 16,-2 0-2-16,-1 0 2 15,-2 1-3-15,-1 0 0 0,-2 2 0 16,-3 0-1 0,0 0-33-16,0 0-75 0,-3 0-116 15</inkml:trace>
  <inkml:trace contextRef="#ctx0" brushRef="#br0" timeOffset="83071.5916">8495 14816 256 0,'0'0'244'0,"0"0"-215"16,0 0 60-16,0 0 17 15,0 0-39-15,0 0-7 16,0 0 10-16,0-16-29 15,0 16-6-15,0 0 20 16,0 0-17-16,0 0-16 16,0 0-4-16,0 0-8 15,0 0-1-15,0 0-8 16,0 0 1-16,0 0-1 16,0 0-2-16,0 0 0 15,0 4-4-15,0 6 5 0,9 5 0 16,-3 2 0-16,1 3 0 15,1 2 2-15,1 1-2 16,-2 2 1-16,5-5 0 16,-2 1 5-16,-1-3-2 15,0-2-1 1,-1-2-2-16,1-5 4 0,-3-2-5 16,-3-4 2-16,-2-3-1 15,-1 0 3-15,3 0 4 16,6-3 40-16,5-11-3 15,8-8-19-15,2 0-9 16,0-2-12-16,1 1-3 16,3 0 0-16,-2 4 2 15,0 4-3-15,-1 0-1 0,5 6-4 16,2 8-39-16,1 1-54 16,-2 0-133-16,-7 7-168 15</inkml:trace>
  <inkml:trace contextRef="#ctx0" brushRef="#br0" timeOffset="90809.6297">9330 14955 372 0,'0'0'284'0,"0"0"-213"16,0 0-38-16,0 0 19 16,0 0 36-16,0 0-38 15,0 0-37-15,3 0-4 16,8 0-1-16,2 0 6 0,-1 0 6 15,3 0-12 1,0 0 0-16,-1-2-5 0,0 1-2 16,0 1-1-16,-3 0 0 15,0 0-8-15,-3 0-62 16,-3 3-75-16,-5 8-86 16,0 0-201-16</inkml:trace>
  <inkml:trace contextRef="#ctx0" brushRef="#br0" timeOffset="91039.0158">9369 15104 436 0,'0'0'124'16,"0"0"-92"-16,0 0-27 16,0 0 26-16,0 0 55 15,0 0-6-15,11 8-26 0,5-5 1 16,0-2-17-16,1 0-23 15,0-1 7-15,-2 0-7 16,2 0-10-16,1 0 2 16,-4 0-6-16,0-5-1 15,-4-6-1-15,-6-3-102 16,-4-3-236-16</inkml:trace>
  <inkml:trace contextRef="#ctx0" brushRef="#br0" timeOffset="91391.7385">9367 14737 632 0,'0'0'93'0,"0"0"-45"15,0 0-45-15,0 0-1 16,0 0 1-16,0 0 10 15,39 13-1-15,-18 0 0 16,0 2 4-16,-3 2-3 16,3 5 11-16,-4 8-14 15,-3 3-1-15,-2 3-7 0,-2 3 0 16,-4-1 4-16,-1 0-6 16,-5 2 3-16,0-2-3 15,0-1 7-15,-8-1-7 16,-8-5 1-16,-3 1 8 15,-4-7-2-15,-2-1 9 16,0-6-11-16,-1-3-5 16,4-2-2-16,-5-6-302 15</inkml:trace>
  <inkml:trace contextRef="#ctx0" brushRef="#br0" timeOffset="157110.5232">4014 15372 514 0,'0'0'55'0,"0"0"-29"15,0 0 7-15,0 0 60 0,0 0-5 16,0 0-44-16,0 0 3 16,-18-9-16-16,18 8-21 15,0 1 23-15,0 0-5 16,0 0-10-16,0 0-6 16,0 0-12-16,0 0-1 15,0 0 1-15,0 0 0 16,5 0 0-16,10 0 9 15,5 0-8-15,3 0 8 16,4 0 2-16,3 0-5 16,0 0-1-16,7 0-2 15,4 0 2-15,1 0-2 16,2 0-2-16,0 0 2 16,-3 0-2-16,0 4-1 15,-2 1 0-15,-2 2 2 0,-1 1 1 16,-3-2-3-16,-3 2 0 15,-3-3 0-15,-5 1 0 16,0-2 1-16,-6-2-1 16,-2 0 1-16,-2-1-1 15,-4 1 1-15,-1 0-1 16,-4-1 0-16,0-1 0 16,-3 0 4-16,1 0-1 15,1 0-3-15,-1 0 2 16,4 0-2-16,3 0-1 15,-4 0-120-15,-4-3-341 16</inkml:trace>
  <inkml:trace contextRef="#ctx0" brushRef="#br0" timeOffset="261671.1159">6924 15377 576 0,'0'0'61'0,"0"0"26"16,0 0-42-16,0 0 23 15,0 0 11-15,0 0-15 0,0 0 25 16,-77-15-43-16,77 15-14 16,0 0-9-16,0 0 3 15,0 0-22-15,0 0 2 16,3 0-9-16,16 0 11 15,9 0-10-15,8 0 8 16,6 0-1-16,1 0 1 16,2-3-5-16,-1 1-1 15,0-1 1-15,3 0-9 16,-3-4-110-16,-7-10-303 16</inkml:trace>
  <inkml:trace contextRef="#ctx0" brushRef="#br0" timeOffset="268503.137">1923 15014 250 0,'0'0'20'15,"0"0"-3"-15,0 0 22 16,0 0 18-16,0 0 21 16,0 0-28-16,0 0-32 15,0 0 8-15,-27-21 11 16,27 21 24-16,0 0-18 16,0 0-17-16,0 0 6 15,0 0-15-15,0 0-7 16,0 0-2-16,0 0-6 15,0 0-1-15,0 0 1 16,0 0-4-16,0 1 4 0,0 6-2 16,0 0 1-1,6 2 0-15,-1-1 3 0,3 1 5 16,-3-1-2 0,1 1 4-16,0 1 4 0,0-1-5 15,3 1 0-15,-3 0-2 16,1-2-3-16,1 2 1 15,2-1 3-15,-4-1-2 16,5 1 1-16,0 0 0 16,-2-1-6-16,2 0 13 15,2-1-6-15,-1 2-2 16,-1-2-3-16,-1 1 2 16,-1-2-2-16,3-1 6 15,-2 3 1-15,1-4-3 0,-2 2-5 16,6-1 2-16,-5 3-1 15,3-3 1-15,-2 2-2 16,3-1 1-16,-1 1-4 16,-1-2 4-16,0 1-4 15,-2-2 2-15,-1 0-1 16,1-1 1-16,-3 0-2 16,5 0 0-16,-3 0 0 15,2 0-2-15,-3 0 9 16,2-1-7-16,1 2 1 15,-2-1-1-15,4 2 1 16,-5-1-1-16,4 2 0 0,-4-2 0 16,1 1 0-1,-1 1-1-15,1-2 2 0,1 1 0 16,-2 2-1 0,1-2 0-16,-2 2 0 15,5-2-1-15,0 1 1 0,0 0 1 16,0-1 0-16,1 1-1 15,-1-1 0-15,0-1 0 16,3 2 0-16,-3-3 0 16,4 1 0-16,-4 0 0 15,3 0 0-15,-3 1-1 16,1-2 1-16,4 2 0 16,1-1 1-16,-3 1-1 0,1-2 0 15,1 1 0 1,-1 1 0-16,-1 0 0 15,6-2 0-15,-2-3 0 0,2 3 1 16,0 0-1-16,0-2 0 16,0 1 0-16,0-2 1 15,-1 3-1-15,0-1-1 16,5-2 1-16,-1 0 3 16,-2 0-3-16,0 0 2 15,4 0-2-15,0 0 1 16,-3 0 0-16,3 0-1 15,-2 0 0-15,0 0 0 16,1 0 0-16,-1 0 0 16,-2 0 0-16,-1 0 1 15,1 0-1-15,-1 0 0 0,-1 0 0 16,-4 0 1-16,3 0-1 16,-2 0-1-16,-1 0 1 15,2 0 1-15,0 0-1 16,-3 0 0-16,3 0 0 15,-3-5 0-15,3 5 1 16,-1-2-6-16,0-1 10 16,2 1-4-16,-1 0-1 15,3-4 0-15,0 4 0 16,-3-1 0-16,1 1 0 16,-2 1-1-16,1 1 0 15,-2-2 1-15,-1 2 1 0,3 0 0 16,-3 0-1-1,1-1 0-15,2 1 0 0,1-3-1 16,1 0 1-16,-1-1 3 16,4 2-3-16,-1-1 0 15,-1 0 2-15,0 1 1 16,-2 0-3-16,1-1 0 16,-3 0 0-16,0 0 0 15,-1 2 0-15,0 1 0 16,1-1 0-16,1 1 0 15,-3 0 0-15,6-2-6 16,-5 2 6-16,4-1 0 16,-1-2 6-16,-4 0-6 15,2 1 0-15,0-1 1 16,1-2-1-16,-4 1 0 0,3-1 1 16,-3 0-1-16,1-1 0 15,-2 3 2-15,2-4 3 16,0 2 6-16,0 0 0 15,-2 2-2-15,4-4 0 16,-2 2-6-16,1-2 1 16,4 2 1-16,-1-2-3 15,-3 0 1-15,4-1-3 16,-3 1 4-16,0-1 2 16,1 3-2-16,-3-3 0 15,3 2-2-15,-2-1 0 16,-5 3-2-16,2 0 0 0,-3 0 5 15,-1 1-4-15,-3-1 0 16,-1 1 0-16,2-1-1 16,1 1 1-16,-4-1-1 15,1 1 0-15,-2 0 3 16,0 0-3-16,0 3 0 16,1-1 0-16,-3-2 0 15,1 0 1-15,1 3-2 16,1-1 1-16,1-1-19 15,0 2-43-15,2 0-2 16,-1 0-31-16,-5 0-44 16,-1 0-180-16</inkml:trace>
  <inkml:trace contextRef="#ctx0" brushRef="#br0" timeOffset="277174.0816">4833 15492 466 0,'0'0'36'0,"0"0"-30"15,0 0 0-15,0 0-4 16,0 0 84-16,0 0-44 0,0 0-37 16,9-5-3-1,-9 5 3-15,0-3-3 0,0 3-1 16,0 0 0-16,0 0-1 16,0 0-3-16,0 0 3 15,0 0-1-15,0 0 1 16,0 0-1-16,1 0 1 15,1-3 0-15,4 0 0 16,3 0 0-16,0-2 5 16,1 2-1-16,1-1-4 15,5 2 5-15,0-4 3 16,1 4 5-16,4-1-4 16,1 1-8-16,4 2 17 15,2 0 2-15,5 0 7 0,2 0-16 16,0 0-8-1,-1 5-1-15,3 0 3 0,2-2 2 16,3 0-4-16,4-2 3 16,2 1 0-16,1-2 5 15,5 0-11-15,-2 0 11 16,2 0-8-16,-6 0-3 16,-1 0-4-16,-4 0 4 15,-2 0 2-15,-4 0 1 16,-4 0-3-16,3 0 1 15,-5 0 3-15,-1 1-4 16,0 1 0-16,-2 3 0 16,0-5 3-16,0 0-3 0,-1 2 2 15,2-1-2 1,-1-1 0-16,5 2-4 16,1-2 4-16,4 1 0 0,2-1-1 15,0 0 1-15,2 0 0 16,-5 0-1-16,0 2 0 15,-4-1 1-15,0-1 5 16,-2 0-4-16,1 0 0 16,2 0-1-16,5 0 0 15,2 0 0-15,1-4 0 16,0-1-2-16,1-2 4 16,-5 2-1-16,-4 0-1 0,0 2 0 15,-5 1 0-15,-4 0 1 16,0 1-1-16,-4-1 0 15,-1 1-7-15,-4-1 7 16,-4 2 0-16,3 0 7 16,-6 0-7-1,2 0 0-15,3 0 0 0,0 0 0 16,0 0-42-16,-3-7-227 16</inkml:trace>
  <inkml:trace contextRef="#ctx0" brushRef="#br0" timeOffset="281095.5232">22491 4282 927 0,'0'0'78'0,"0"0"24"16,0 0-55-16,0 0 1 15,0 0 22-15,0 0-28 16,0 0 0-16,-33-53-18 16,33 53-14-16,0 0-10 15,-2 1-3-15,-1 18-3 16,0 7 6-16,-3 7 3 15,-2 5-3-15,0 2 2 16,-2-2-1-16,3-4 1 16,1-5 7-16,-1-5-6 15,2-6-3-15,2-4 1 16,0-4-1-16,2-4 1 16,-1-3-1-16,-1-3-19 0,-8 0-44 15,-4-12-56 1,-6-10-246-16,-4-6-209 0</inkml:trace>
  <inkml:trace contextRef="#ctx0" brushRef="#br0" timeOffset="281350.842">22197 4322 566 0,'0'0'217'15,"0"0"-112"-15,0 0-72 16,0 0-3-16,0 0-19 15,0 0-6-15,15 23 35 16,4-7 9-16,4 2-3 0,3 3-8 16,1-4-10-16,3 0-8 15,0 0-3-15,3-4-1 16,-7 1-9-16,-2-5-5 16,-3 1 1-16,-8-3-3 15,2 0 1-15,-6 2-1 16,-3-3-70-16,0 3-148 15,-6-5-22-15</inkml:trace>
  <inkml:trace contextRef="#ctx0" brushRef="#br0" timeOffset="282192.6904">22516 4766 649 0,'0'0'136'0,"0"0"-65"16,0 0 15-1,0 0 11-15,0 0 12 0,0 0-61 16,-38-29-17-16,32 29-26 16,-1 0-5-16,-3 1 1 15,2 13-2-15,-1 2-3 16,6 5 4-16,-1 0 1 15,1 0-1-15,3 1-1 16,0-5 1-16,4-3 6 0,8-3-6 16,0-4 1-16,1-5 2 15,-1-2-2-15,1 0 1 16,-3-5 7-16,-3-7-4 16,-4-3 3-16,-3 3 4 15,0-3 7-15,0 1-12 16,-4 2 3-16,-8 0-10 15,-2 4 0-15,2 2 0 16,-2 4 0-16,6 2 0 16,2 0 1-16,0 0-1 15,0 0-7-15,2 9 6 16,1 7 1-16,1 4-4 16,2 2-3-16,2-3-82 0,11-14-355 15</inkml:trace>
  <inkml:trace contextRef="#ctx0" brushRef="#br0" timeOffset="291259.2598">21821 4441 448 0,'0'0'88'0,"0"0"-52"16,0 0 7-16,0 0 50 15,0 0-25-15,0 0-17 16,0 0-21-16,0 0-18 16,-2 0 17-16,2 0-2 15,0 0-9-15,0 0 1 16,0 0-19-16,0 0 0 15,0 1 0-15,0 7 0 16,0 3 0-16,6 1 8 0,3-1-5 16,0 3 5-16,2-1-5 15,1 2 7-15,4 0 0 16,-2 0-6-16,2 2 4 16,1 3 0-16,0 3-2 15,2-1 1-15,1-1-1 16,1-1 1-16,1 0-3 15,2-4 3-15,0-1 31 16,1-2-28-16,0 3 2 16,2-1 6-16,0-1-13 15,-2 0 9-15,-3-2-11 16,-2-2 4-16,0 0 9 16,-4 0-15-16,-3-4 19 0,0 2-18 15,-4-2 13 1,-1 0-12-16,-2-2 9 0,-1 0-6 15,2-2-4-15,-6 0 3 16,-1-2 0-16,2 2-5 16,-2 0 5-16,0-1-2 15,1 1-3-15,1 0-3 16,1-1 0-16,2 1 6 16,-2-1-3-16,1 2 0 15,2-1-2-15,0 1 2 16,0 0 2-16,-3-1 3 15,-2 1-5-15,0-1 0 16,1 2-14-16,-2-1-68 16,0 0-128-16,0-3-114 15</inkml:trace>
  <inkml:trace contextRef="#ctx0" brushRef="#br0" timeOffset="291737.5374">22431 4961 629 0,'0'0'90'15,"0"0"-83"-15,0 0 4 16,0 0 31-16,0 0-9 15,0 0-25-15,-5 30 3 16,5-30 31-16,5 0-12 16,0 0-15-16,-3 0-6 0,-2-3-6 15,0 1-1-15,0 0 5 16,0 2-7 0,-2 0-1-16,-9 0-2 0,-1 2-1 15,2 8 4-15,5 0 0 16,4 1-15-16,1-3-87 15,0-5-142-15</inkml:trace>
  <inkml:trace contextRef="#ctx0" brushRef="#br0" timeOffset="292425.4547">22854 4313 520 0,'0'0'252'16,"0"0"-218"-16,0 0-31 15,0 0-3-15,0 0 36 16,0 0 22-16,-10 51-16 16,5-27-17-16,1-1 19 15,-6 5-24-15,1 0 27 16,-2 2-21-16,-2 2-10 16,-1-1 9-16,-1 2-10 15,0 2-7-15,-2 2 5 0,0-2-7 16,-2-1 0-1,-2-2 10-15,3-3-8 0,-1-3 7 16,0-6 0-16,2-3-1 16,3-3-1-16,-2-2 3 15,2 0-10-15,0-4 1 16,0 1 4-16,3-3-3 16,4 0-7-16,0-3 6 15,2-1-7-15,2 0 0 16,-1-2 4-16,0 1-5 15,4 0 2-15,-2 1-1 16,0-1 0-16,2 1-3 16,0-1 1-16,-1-1 1 0,1 2-19 15,0-2-37 1,0 0-61-16,5 0-46 16,6 0-162-16</inkml:trace>
  <inkml:trace contextRef="#ctx0" brushRef="#br0" timeOffset="293074.7222">22520 4964 503 0,'0'0'185'15,"0"0"-90"-15,0 0-10 16,0 0 10-16,0 0-7 16,0 0-17-16,0 0-51 15,-10-10-20-15,8 13-4 16,1 15 4-16,-4 7 6 15,1 7 5-15,-6 4 14 16,2 7-2-16,-4 0 9 16,-3 4-12-16,3-2 5 15,-3 0-11-15,3-1-5 16,-1-1 0-16,-1-2 5 0,1-4-5 16,-3-1-7-1,2-3 8-15,-1-1-2 0,3-5-5 16,1-2 1-1,1-5 0-15,2-3-2 0,4-6-2 16,0-5 1-16,1-1 1 16,2-3-1-16,1-2 1 15,0 0-1-15,-2 0-1 16,-2 0-2-16,-1-4-91 16,-1-5-108-16,0 1-82 15</inkml:trace>
  <inkml:trace contextRef="#ctx0" brushRef="#br0" timeOffset="293401.4767">22247 5666 746 0,'0'0'75'0,"0"0"-53"16,0 0 73-16,0 0 34 0,0 0-53 15,0 0-39-15,-15 64-33 16,15-58 3-16,0-4 0 16,5 1 5-16,5-3-8 15,5 0 4-15,-1 0-1 16,-3-11-7-16,-3 2 3 16,-4-2-3-16,-4 3 3 0,0-1-4 15,-9 1 6-15,-8 2-10 16,-3 2 6-16,1 3-4 15,2 0 0-15,7 1-13 16,4-2-60-16,2-3-81 16,4-7-21-16,0-5-596 15</inkml:trace>
  <inkml:trace contextRef="#ctx0" brushRef="#br0" timeOffset="293970.7662">22461 5037 491 0,'0'0'76'0,"0"0"28"16,0 0-35-16,0 0 16 16,0 0-12-16,0 0-38 15,0 0-25-15,8-3 0 16,-3 9-2-16,2 12 64 16,3 2-5-16,1 6-27 15,3 5-14-15,-1 2-4 16,5 4-5-16,1 3-1 15,4-1 2-15,-1 4-9 16,2-1-2-16,0 1-4 16,1-2 10-16,-4 0-3 15,2-5-9-15,-4-2 1 0,1-3 3 16,-3-5-5-16,1-6-4 16,-4-7 3-1,-2-4-22-15,0-6-98 0,-1-3-149 16,0 0-348-16</inkml:trace>
  <inkml:trace contextRef="#ctx0" brushRef="#br0" timeOffset="294245.0327">22851 5666 760 0,'0'0'161'0,"0"0"-75"0,0 0 16 15,0 0-23 1,0 0-25-16,0 0-26 0,-42 53-19 15,42-40-4-15,0-2-4 16,14-2-1-16,3-3 4 16,1-2-3-1,-1-4-1-15,1 0-5 0,-6 0-6 16,-3-13-1-16,-7-1-20 16,-2-2 4-16,-6-1-4 15,-17 2-3-15,-6 1 5 16,-7 0 0-16,-5 1-20 15,-5-1-11-15,-3 2-67 16,-5-8-209-16</inkml:trace>
  <inkml:trace contextRef="#ctx0" brushRef="#br0" timeOffset="294869.3625">21868 4373 651 0,'0'0'160'15,"0"0"-118"-15,0 0-22 16,0 0 44-16,0 0-5 0,0 0-1 16,-59 83-22-16,59-68-7 15,0-2-21-15,0-2-2 16,0-6-2-16,0-2-2 15,3-3 1-15,3 0-3 16,0 0 19-16,1-11 1 16,-4-3 2-16,-2-1-14 15,-1 2 7-15,0 4-6 16,-1 2-3-16,-11 4 3 16,0 3-8-16,-3 0-1 0,0 3-9 15,0 13 7 1,8 2-2-16,6 2 2 0,1 1-15 15,6-2-48-15,20-5-106 16,7-6-86-16</inkml:trace>
  <inkml:trace contextRef="#ctx0" brushRef="#br0" timeOffset="295574.8472">22963 4210 526 0,'0'0'133'16,"0"0"-54"-16,0 0-33 16,0 0 15-16,0 0 13 15,0 0-31-15,-58 19 4 16,43-5-2-16,2 3 12 0,-1 2-8 15,0-2-7 1,7 3-13-16,3-3-24 0,4-1 3 16,0-1 3-16,0-4-10 15,6-2 9-15,10-4-7 16,5-3-2 0,6-2 1-16,1 0 5 0,1-12-3 15,-7-1-4-15,-4-4 1 16,-9 0-5-16,-8-2-1 15,-1 2 5-15,-8 0-3 16,-15 2 5-16,-2 4-2 16,1 5 0-16,-1 6-3 15,5 0 1-15,2 0-5 16,2 6 7-16,4 4-1 16,4 6-9-16,5 1-85 0,3 0-81 15,0 0-74 1</inkml:trace>
  <inkml:trace contextRef="#ctx0" brushRef="#br0" timeOffset="296338.8076">22523 4942 546 0,'0'0'127'0,"0"0"-115"16,0 0 3-16,0 0 78 15,0 0-39-15,0 0-2 16,15 5 1-16,9-3 33 15,10-2 6-15,8 0-50 16,9 0-16-16,5 0-4 16,1 0-17-16,1 0-5 15,-1 0 0-15,0 0 0 16,-5 0 2-16,-3 0-2 16,-7 0 0-16,-9 1-25 15,-7 3-76-15,-6-2-79 16,-11-2-185-16</inkml:trace>
  <inkml:trace contextRef="#ctx0" brushRef="#br0" timeOffset="296674.9147">23248 4923 596 0,'0'0'273'16,"0"0"-179"-16,0 0-30 16,0 0 29-16,-84 2-37 0,71 12-21 15,7 3-20-15,2 0-10 16,4-2-3-16,0 2-1 16,7-5-1-16,7 0-2 15,3-7 2-15,3-3 9 16,-2-2-8-16,-2 0 2 15,-4-8 2-15,-6-5-1 16,-2 1-8-16,-4 0-1 16,0-1-4-16,-11 1-15 15,-6 5-28-15,-4 2-44 16,-6 5-44-16,-5 0-189 16</inkml:trace>
  <inkml:trace contextRef="#ctx0" brushRef="#br0" timeOffset="297255.439">22483 5048 449 0,'0'0'31'0,"0"0"-30"15,0 0 0-15,0 0 9 16,0 0 18-16,0 0 8 16,39-31 15-16,-39 31 13 0,0 0-17 15,0 0 10-15,-8 5 8 16,-10 9 15-1,-10 8-32-15,-12 1 1 0,-5 7 7 16,-10 2-20-16,-6 0-2 16,-4 3-2-1,3-3-3-15,-1 0-13 0,3-3 1 16,7-1-2-16,5-1-15 16,8-3 0-16,6-4-1 15,7-3 3-15,10-3 3 16,4-5-5-16,8-1-4 15,5-3-82-15,0-1-93 16,0-4-30-16,2 0-315 16</inkml:trace>
  <inkml:trace contextRef="#ctx0" brushRef="#br0" timeOffset="297654.369">21792 5433 825 0,'0'0'43'0,"0"0"9"15,0 0 9-15,0 0 33 16,0 0-29-16,-86 20-23 16,69 1-22-16,0 0-2 15,2 2 6-15,1 1-1 0,6-4-15 16,4 0 7-16,3-2-13 15,1-3-2 1,0-3 1-16,0-5 0 0,3-2-1 16,7-5 0-16,4 0-5 15,1-3 4-15,-2-13-23 16,-3-2-3-16,-4-2-4 16,-4 2 6-16,-2 2 12 15,0 5 11-15,-6 4 1 16,-6 2-2-16,0 5-3 15,3 0 3-15,0 0 3 16,1 0 1-16,1 3-1 0,4 6-2 16,3 2-11-1,0-2-174-15,0-4-170 0</inkml:trace>
  <inkml:trace contextRef="#ctx0" brushRef="#br0" timeOffset="324763.5128">7744 15480 707 0,'0'0'45'0,"0"0"-8"16,0 0-35-16,0 0-1 15,0 0 33-15,0 0 3 16,0 0-14-16,86-33-8 15,-46 23-6-15,6 2-8 16,6-1-1-16,6 4 0 16,2-1-3-16,-6-1-181 15</inkml:trace>
  <inkml:trace contextRef="#ctx0" brushRef="#br0" timeOffset="329119.469">12604 17174 610 0,'0'0'97'0,"0"0"-35"15,0 0 8-15,0 0 9 16,0 0-17-16,0 0 34 15,0 0-25-15,0 0-24 16,-19-5-30-16,19 5-16 16,0 0-1-16,0 0-2 15,0 0 1-15,15 0 1 16,10 0 8-16,10 0-6 16,3 2-1-16,-1 6 0 0,1-3-1 15,2 2-6 1,-3 0 5-16,2 0 0 0,6 0 0 15,0 0-115-15,5-7-123 16,2 0-318-16</inkml:trace>
  <inkml:trace contextRef="#ctx0" brushRef="#br0" timeOffset="416154.9052">8668 14258 258 0,'0'0'172'16,"0"0"-108"-16,0 0-39 16,0 0 56-16,0 0 49 15,0 0-69-15,0 0-8 16,0 0-3-16,-18-17-8 16,18 17-15-16,0 0 17 15,0 0-11-15,0 0-8 16,-1 0 0-16,-1 0-24 15,1 0 2-15,-2 11-1 0,-2 3 13 16,1 3-1 0,3 1-7-16,0 1-4 0,-1 1 2 15,2-1-3-15,0 1 3 16,-3-2 3-16,2-1 5 16,-5 0-12-16,-1-2 7 15,-2-3 4-15,3-2-12 16,-5-2 5-16,2-4 0 15,2 1-1-15,-1-4-4 16,1-1 0-16,3 0-28 16,1 0-40-16,1-3-102 15,2-11-93-15</inkml:trace>
  <inkml:trace contextRef="#ctx0" brushRef="#br0" timeOffset="416521.9335">8823 14287 548 0,'0'0'105'15,"0"0"-13"-15,0 0-58 16,0 0 71-16,0 0 3 15,0 0-68-15,0-5-40 16,0 12 0-16,0 6 22 0,0 6 25 16,0 2-14-1,-3 1-13-15,-3 3 7 0,0-1-8 16,-4 0-4-16,1 0 0 16,-5-2 1-16,2-2-7 15,-1-1-6-15,-3-4-1 16,3-2 3-16,0-4-3 15,-1-3-2-15,0-1-31 16,2-5-37-16,-2 0-93 16,-2 0-71-16,2-8-283 15</inkml:trace>
  <inkml:trace contextRef="#ctx0" brushRef="#br0" timeOffset="416940.3456">8444 14401 86 0,'0'0'483'0,"0"0"-424"16,0 0-57-16,0 0 26 15,0 0 85-15,0 0-22 0,0 36-26 16,0-18-25 0,0 2 24-16,0 0-4 15,0 4-9-15,0-2-20 0,0 2 2 16,0 2-15-16,4-1 3 16,6 1-5-16,-1-3-7 15,2-3-4-15,0-1 1 16,2-5-1-16,-1-6-4 15,0-2 1-15,3-5 1 16,2-1 0-16,3 0-1 16,6-1-1-16,3-13 1 15,4-5 1-15,5 2-1 16,3-3-2-16,1 5-24 16,2 2-84-16,-3 2-124 0,-5 0-188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27:48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666 5559 554 0,'0'0'69'0,"0"0"-19"15,0 0-2-15,0 0 18 0,0 0 10 16,0 0-2-1,0 0-31-15,0 0-25 0,-20-11 5 16,20 11-10-16,0 0-8 16,0 0-5-16,0 0-8 15,0 11 8-15,0 6 0 16,0 9 11-16,11 1 1 16,2 1 4-16,-1-2-6 15,-1-2 0-15,8-1 4 16,-6-3 4-16,2-5-12 15,-2-5 2-15,1-1 3 16,-5-7-8-16,0-2 5 16,6 0 6-16,0-1 22 15,4-17 6-15,6-8-13 16,0 0-18-16,0-2-5 0,0 4 0 16,-3 2-6-16,-1 5 4 15,-1 2-9-15,-1 4 3 16,0 4-33-16,0 5-81 15,1 2-85-15,-5 0-193 16</inkml:trace>
  <inkml:trace contextRef="#ctx0" brushRef="#br0" timeOffset="4731.6653">506 9160 467 0,'0'0'357'16,"0"0"-271"-16,0 0-64 16,0 0-13-16,0 0 24 0,0 0 60 15,0 0-26-15,0 0-19 16,0 0-24-16,0 0-15 16,0 0-9-16,3 0 0 15,0 4-7-15,6 6-2 16,-2 2 9-16,7 1 5 15,-1-5-1-15,4 0-3 16,0-5 1-16,6-3 13 16,-1 0 4-16,5 0 2 15,5-14-13-15,6-4-4 16,-2-3 3-16,1-1-7 16,-2 2-23-16,-1 4-58 0,-3 6-93 15,-5 6-62 1,-9 4-291-16</inkml:trace>
  <inkml:trace contextRef="#ctx0" brushRef="#br0" timeOffset="5398.7806">994 11507 747 0,'0'0'130'0,"0"0"-85"16,0 0-42-16,0 0 1 16,0 0-4-16,0 0 0 15,-3 32 16-15,3-9 13 16,3 1-2-16,7-4 12 0,-4-5-9 16,3-6-18-1,-1-4-4-15,5-5 16 0,1 0-5 16,14-7-7-16,6-13-4 15,9-6 1-15,2-1-9 16,6 2-26-16,-1 6-89 16,0 14-24-16,-7 5-69 15,-16 15-199-15</inkml:trace>
  <inkml:trace contextRef="#ctx0" brushRef="#br0" timeOffset="6238.0871">816 14554 666 0,'0'0'18'0,"0"0"-3"16,0 0-7-16,0 0 43 0,0 0-3 16,0 0 9-16,-12-13-14 15,12 13-27-15,0 0-16 16,0 0-9-16,0 7 1 15,0 12 8-15,3 5 3 16,6 6 10-16,-1 3-3 16,2 1 1-16,4-2 0 15,-3-5 2-15,0-4-5 16,3-6-4-16,-1-7 1 16,3-2 2-16,4-8-1 15,8 0 7-15,11-17-5 16,13-13-6-16,15-10-2 0,6-10-151 15,-4-7-317-15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28:30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1168 10892 496 0,'0'0'134'0,"0"0"-94"15,0 0-16-15,0 0 35 16,0 0 30-16,0 0-20 16,0 0-22-16,-9 2-14 15,9-2 2-15,0 0-5 16,0 0-6-16,0 0-1 16,0 0-14-16,0 3 0 15,0-3-7-15,0 2-4 16,8 0 2-16,9 2 0 0,9-1 4 15,1-2-2 1,4-1-2-16,1 0 2 0,-1 0-1 16,0 0 0-1,-1 0-2-15,-2-1 4 0,-2-5-2 16,-1-3-1-16,-1-1-27 16,-6-1-95-16,-2-3-36 15,-10-2-186 1</inkml:trace>
  <inkml:trace contextRef="#ctx0" brushRef="#br0" timeOffset="360.0459">1346 10655 700 0,'0'0'136'0,"0"0"-136"15,0 0-6-15,0 0 0 16,0 0 6-16,0 0-7 16,53 37 7-16,-23-21 8 15,4 3-8-15,1 1 0 16,-2 2 2-16,-2 2-1 16,-1 5 6-16,-5 2-7 15,-4 1 5-15,-6 2 7 16,-6 2 27-16,-6 1-3 15,-3-1-22-15,0 0 9 16,-15-3-3-16,-9-4 22 16,-1-2-18-16,-5-3-1 0,3-4-2 15,-1-3-11-15,-3-2-10 16,-1-6-29-16,-2-7-171 16</inkml:trace>
  <inkml:trace contextRef="#ctx0" brushRef="#br0" timeOffset="75567.1373">10695 4121 621 0,'0'0'87'16,"0"0"-4"-16,0 0 44 15,0 0-98-15,0 0 52 16,0 0-50-16,0 0-16 16,-15-4-6-16,15 4-1 15,0 0-2-15,0 0-1 16,0 0-5-16,0 0 1 15,0 0-1-15,0 0 0 16,0 0-7-16,0 0-2 16,0 6-4-16,0 11 13 15,0 3 0-15,0 3 2 0,0 1 0 16,-3-1 0 0,0-1-1-16,0-2-2 0,-2-3 4 15,1 0-5-15,-1-2 3 16,-2-6-1-16,4-1 4 15,0-5-3-15,1-2-2 16,1-1-7-16,-3 0-97 16,-2 0-37-16,-4-12-410 15</inkml:trace>
  <inkml:trace contextRef="#ctx0" brushRef="#br0" timeOffset="75958.0813">10817 4124 680 0,'0'0'96'16,"0"0"-62"-16,0 0-13 15,0 0 42-15,0 0-24 16,0 0-27-16,0 5-10 16,0 12 1-16,-1 3 13 15,-8 3 10-15,0 3-10 16,0 1 5-16,0-1-5 0,-3-1 6 16,3 1-5-1,0-3-6-15,-1-1-5 0,2-5-2 16,2-1-4-16,-1-5 0 15,-4-2 6-15,1-2-6 16,-6-4 0 0,-1-1-47-16,-4-2-85 0,-3 0-77 15,0-2-174-15</inkml:trace>
  <inkml:trace contextRef="#ctx0" brushRef="#br0" timeOffset="76380.7043">10461 4260 679 0,'0'0'90'15,"0"0"-90"-15,0 0 4 16,0 0 2-16,0 0 33 15,0 0-14-15,6 86-6 16,2-65 11-16,0 3-2 16,0 2-6-16,2 2 11 15,1 2-12-15,-2-1 11 16,3 1-10-16,-1-2-11 16,-2-3-5-16,2-3 10 0,-3-3-9 15,2-5-7 1,-3-5 0-16,2-3 0 0,-2-4 3 15,2-2 1-15,6 0 1 16,2-2 16-16,5-13 11 16,6-3-13-16,2 0-15 15,0 2-2-15,0 0 0 16,0 4-2-16,-1 3-42 16,1-1-91-16,-7 3-69 15,-2 2-405-15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30:15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1314 14398 235 0,'0'0'208'16,"0"0"-184"-16,0 0 41 16,0 0 12-16,0 0-16 15,0 0 46-15,0 0-54 16,-16 0-35-16,16 0 13 16,-3 0 7-16,3 0-9 15,0 0 12-15,0 0 1 0,0 0-9 16,0 0-8-16,0 0 2 15,0 0-20-15,0 0 4 16,0 0 1-16,0 0-12 16,0 0 4-16,0 0 2 15,0 0 0-15,0 0-5 16,0 0 6-16,0 0-1 16,0 0-5-16,0 0 4 15,0 0 6-15,0 0-11 16,0 0-4-16,13 0 4 15,4 0 4-15,-1 0-3 0,5 0 4 16,0 0-3 0,1 0 1-16,2 0 2 15,-3 0-1-15,0 0-2 0,4 0 14 16,-5 0-15-16,2 0 14 16,-1 0-6-1,-4 0 4-15,3 0-6 0,-5-2 0 16,-6 0-2-1,2-1-4-15,-6 3 7 0,1 0-8 16,-3-2 1-16,-1 2 0 16,-2 0-1-16,3 0 4 15,-3 0 4-15,1 0-6 16,-1 0-2-16,5 0-6 16,1-3 5-16,7 0-3 15,1-4-40-15,2-5-140 16,-4-2-136-16</inkml:trace>
  <inkml:trace contextRef="#ctx0" brushRef="#br0" timeOffset="1107.6779">7877 14461 551 0,'0'0'83'0,"0"0"1"16,0 0-39-16,0 0 11 15,0 0-12-15,0 0 61 16,-13-4-30-16,13 4-7 16,0 0-32-16,0 0-22 15,0 0-5-15,0 0-7 16,6 0 0-16,12 0 8 15,7 0 11-15,5 0-13 16,3 0-4-16,4-3 1 16,2-1 0-16,-2-2-3 15,-1 1-2-15,1 2 2 16,-4 0-2-16,-4 1-53 16,-3 2-49-16,-5 0-84 0,-10 0-143 15</inkml:trace>
  <inkml:trace contextRef="#ctx0" brushRef="#br0" timeOffset="2196.2074">1565 15993 527 0,'0'0'90'0,"0"0"-19"15,0 0-28-15,0 0 15 16,0 0 17-16,0 0-3 0,0 0-21 16,-9-3-16-16,9 3-28 15,0 0-4-15,0 3 11 16,12 4 15-16,3-1-6 16,3 0-6-16,6 1 3 15,4 0 1-15,3-2-5 16,2 0-14-16,0-1 2 15,0-1-1-15,1-2 0 16,3 0-3-16,-1-1 0 16,9 0-77-16,4 0-98 15,-1-5-169-15</inkml:trace>
  <inkml:trace contextRef="#ctx0" brushRef="#br0" timeOffset="3077.3748">7416 16113 581 0,'0'0'74'16,"0"0"-22"-16,0 0-20 15,0 0 16-15,0 0 34 16,0 0-29-16,0-4-37 16,17-1 20-16,4 2 22 15,2 1-11-15,3 1-27 16,4-1-13-16,1 2 9 16,5-1 7-16,1 1-4 15,1-1-11-15,-4-1-6 0,-3 2-1 16,-5 0 1-16,-4 0-2 15,-6 0 4-15,-4 2-3 16,-3 2-1-16,-4-3-1 16,0 2-27-16,-3-1 15 15,1 1-74-15,-3 1-36 16,0-4-104-16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30:29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19647 6358 261 0,'0'0'19'0,"0"0"20"0,0 0-19 15,0 0 49-15,0 0-7 16,0 0-20-16,0 0 20 16,0 0-19-16,-8-28-21 15,8 28 33-15,0 0-18 16,0-2-4-16,0 2 7 16,0 0-15-16,0 0-3 15,0 0 7-15,0 0-2 16,0 0-10-16,0 0-9 15,-2 0-2-15,2 0-6 16,0 0 0-16,-1 0-2 16,1 3-1-16,-2 4 3 15,2 3 12-15,-3 2 7 0,2-2-15 16,-2 5 7-16,1-1 1 16,2 1 9-16,0 3-3 15,0-3 5-15,0 0-3 16,0-1-9-16,0 1 3 15,0-3-7-15,0 0 10 16,0-1-13-16,0-3-3 16,0 0 10-16,0-4-10 15,0-1 2-15,0-3-2 16,0 2 5-16,0-2-4 16,0 0 0-16,0 0 7 15,0 0-5-15,0 0 12 16,0 0-11-16,0 0 1 0,0 0-6 15,2-2-31 1,2-6-117-16,2-4-21 0,1 0-252 16</inkml:trace>
  <inkml:trace contextRef="#ctx0" brushRef="#br0" timeOffset="608.0627">19785 6381 312 0,'0'0'90'16,"0"0"21"-16,0 0-61 15,0 0-16-15,0 0 93 16,0 0-35-16,0-18-19 15,0 15-8-15,0 3-23 0,0 0 10 16,0 0 12-16,0 0-42 16,0 0-10-1,0 0-12-15,0 0-8 0,0 1-8 16,0 10 16-16,-2 3 9 16,1 3 11-16,1 0-15 15,0 0-3-15,0 3 2 16,0-1 10-16,0 1 5 15,0-1-15-15,0-2 1 16,0 2 4-16,0-5-5 16,0 0 5-16,0-3-4 15,0-3-2-15,0-4-3 0,0 1 1 16,0-5-2-16,0 0 1 16,0 2 0-16,0-2-1 15,0 0 1-15,0 0-7 16,0 0-31-16,0 0-19 15,0 0-87-15,-2-2-166 16</inkml:trace>
  <inkml:trace contextRef="#ctx0" brushRef="#br0" timeOffset="1292.7965">19434 6478 432 0,'0'0'80'16,"0"0"-78"-16,0 0 0 15,0 0 42-15,0 0 39 16,0 0-32-16,21 8 7 0,-9 6-12 16,-3-2 16-16,0 5-44 15,3 1 13-15,-3 0 3 16,3 4-9-16,1-2-9 15,-2 1 9-15,-1 0-7 16,0 0-7-16,-1-1-2 16,3-2 0-16,-3-1 6 15,2-2-14-15,-1-1 3 16,-1 1 0-16,2-4-3 16,-1-1 2-16,2-1 6 15,-2-3-9-15,2-1 4 16,-2-1-1-16,0-1-3 15,3-2 1-15,-2-1 4 0,-1 0-5 16,5 0 3 0,0 0 1-16,3-3-3 0,1-7 6 15,-2-2-7-15,-4-2 2 16,3-2-3-16,-2 0 4 16,-2 1-2-16,-2-2 3 15,0 1-2-15,-2 4-2 16,0 2-3-16,-2 0 3 15,2 0 5-15,0 2-5 16,1 0 0-16,-2 2-1 16,2 2-1-16,-1-3 2 15,-1 4-44-15,4 1-48 16,2-2-17-16,-2 0-93 0,-1-3-332 16</inkml:trace>
  <inkml:trace contextRef="#ctx0" brushRef="#br0" timeOffset="5582.9037">20099 2356 756 0,'0'0'89'0,"0"0"-44"16,0 0-36-16,0 0 23 15,0 0 45-15,0 0 32 16,-85-48-96-16,66 48-13 16,1 0 13-16,-3 6-13 15,2 8 1-15,2 7 2 16,1 3 0-16,5 5-3 15,5 0 2-15,6 1-1 16,0-2 1-16,0-3 5 16,17-4-5-16,5-5 9 0,7-8-6 15,2-5-2 1,3-3 3-16,1-7 0 0,1-13 4 16,-4-5-2-16,-3-4-4 15,-7-4 8-15,-6 2-12 16,-10-2 3-16,-6 1-8 15,0 4-1-15,-18 4-6 16,-7 5 5-16,-2 7 4 16,0 6-3-16,0 4 5 15,4 2 1-15,0 0-4 16,5 10 4-16,5 9-5 16,7 4-45-16,6 2-36 0,3 1-16 15,28-3-33 1,20-7-136-16</inkml:trace>
  <inkml:trace contextRef="#ctx0" brushRef="#br0" timeOffset="6131.5495">22695 2194 787 0,'0'0'67'0,"0"0"-2"15,-81-6-30-15,56 6 5 16,1 14 10-16,-1 9 3 16,2 9 10-16,7 7-40 15,7 4 3-15,9 1-7 16,0-4-8-16,9-4 1 15,17-7-11-15,9-9 1 0,8-10-2 16,9-10 3-16,2 0 5 16,-2-15-8-16,-7-13-22 15,-9-5-6-15,-14-3 7 16,-13-1 1-16,-9 0-5 16,-3 5 5-16,-24 6 16 15,-7 8 4-15,-5 11 11 16,-4 7-5-16,0 5-5 15,0 18-1-15,7 13-11 16,12 9-3-16,12 8-89 16,12 9-85-16,0 7-107 15</inkml:trace>
  <inkml:trace contextRef="#ctx0" brushRef="#br0" timeOffset="6538.546">22816 3618 1005 0,'0'0'101'0,"0"0"-49"16,0 0 4-16,-112-4-2 0,81 24-9 15,1 3-17-15,8 11-8 16,8 2-6 0,8 0-6-16,6-1-2 0,0-6-6 15,17-8-2-15,8-9 2 16,5-9 0-16,-1-3 0 16,1-4 15-16,-5-17-15 15,-5-10-8-15,-13-5-16 16,-7-8 1-16,-6-2-8 15,-28 6 1-15,-17 5-6 16,-10 13 15-16,-3 13-22 16,-2 7-24-16,-1 2-74 15,-6 9 8-15,-12 15-106 16,-15 8-307-16</inkml:trace>
  <inkml:trace contextRef="#ctx0" brushRef="#br0" timeOffset="7009.2968">20754 3903 1015 0,'0'0'43'0,"0"0"-35"16,0 0-8-16,-109 81 9 16,72-40 55-16,6 5 11 15,11 4-34-15,12-1-13 16,8-4-16-16,5-8-11 15,19-9-1-15,8-12 0 16,6-9 6-16,3-7-4 16,-1-7 4-16,0-18 9 15,-7-11-8-15,-5-7-7 16,-13-6-1-16,-13-7-24 0,-2-1 2 16,-36 2 0-16,-18 8-26 15,-10 14 5-15,-9 16 30 16,-2 11 5-16,2 6 5 15,3 8 1-15,6 9-23 16,9 6-84-16,11-2-13 16,21-6-62-16,16-9-99 15</inkml:trace>
  <inkml:trace contextRef="#ctx0" brushRef="#br0" timeOffset="8040.105">19646 3199 588 0,'0'0'245'0,"0"0"-184"16,0 0-55-16,0 0 25 16,-114 6 5-16,74 13 48 15,-4 6-38-15,0 6 7 16,6 5-4-16,5 3-17 15,13 0-27-15,7-3 4 0,11-2 6 16,2-6-15 0,12-7-3-16,12-5 2 0,8-8 2 15,3-8 1-15,-1 0 1 16,-2-11 2-16,-4-10-5 16,-8-6-10-16,-9 0-8 15,-11-2-2-15,0 1 10 16,-16 1-19-16,-15 7 15 15,-6 6-6-15,-4 8 11 16,1 6 5-16,4 0-8 16,6 6 4-16,8 9-59 15,13-1-30-15,9-2-39 0,8-11-118 16,25-1-271-16</inkml:trace>
  <inkml:trace contextRef="#ctx0" brushRef="#br0" timeOffset="8483.4543">20007 2434 461 0,'0'0'40'0,"0"0"-15"15,-10 79 18-15,-1-31 62 16,-5 8-17-16,-2 2-38 16,0 2 21-16,-3 5-11 0,0 4-13 15,-6 0 3 1,-3-3-30-16,-1-1 1 0,-5-6-20 16,2-4 6-16,-3-3-12 15,7-5 5-15,9-6-57 16,2-6-24-16,8-9-82 15,-2-10-287-15</inkml:trace>
  <inkml:trace contextRef="#ctx0" brushRef="#br0" timeOffset="8816.5567">19567 3487 700 0,'0'0'91'0,"0"0"-90"15,0 0 5-15,0 0-4 16,0 0 28-16,0 0 41 16,118 52-21-16,-68-29-11 15,10 2 19-15,6 6-16 16,7 6-27-16,7 0 2 15,5 6-16-15,1 1 11 16,-2-2-5-16,-3 0-7 16,-6-5 0-16,-7-4 1 15,-11-8 3-15,-11-7-2 0,-15-6-2 16,-13-7-6 0,-9-5-7-16,-7 0-76 0,-2-14 26 15,0-15-215-15</inkml:trace>
  <inkml:trace contextRef="#ctx0" brushRef="#br0" timeOffset="9556.2854">20310 2495 789 0,'0'0'33'15,"0"0"63"-15,0 0-47 16,0 0-8-16,0 0-19 16,0 0 2-16,30-17-13 15,19 10 5-15,21-6 5 16,20 2 0-16,11-1-7 16,8 0-11-16,6 5 0 0,1-3 1 15,0 4-3 1,2-2-1-16,1 2 0 15,-2-3 0-15,-1-1 4 0,-7-1-4 16,-12-1-3 0,-9-1 2-16,-12 1 1 15,-16 1-1-15,-11 3-6 16,-19 1 7-16,-11 2-1 0,-10 5 1 16,-6 0-1-16,-2 0 1 15,-1 0-1-15,0 0 1 16,0 0 0-16,4 0 2 15,-1 0-2-15,4 0 0 16,3-3 1-16,2 3 2 16,6-2-3-16,-2 0 0 15,2 1-1-15,-4 1 1 0,-2 0-2 16,-3 0-54-16,-5 0-37 16,-2 0-71-16,-2 0-119 15</inkml:trace>
  <inkml:trace contextRef="#ctx0" brushRef="#br0" timeOffset="10099.3501">22532 2328 512 0,'0'0'67'16,"0"0"-59"-16,0 0 11 16,0 0 74-16,0 0 6 15,0 100-35-15,0-61-25 16,5 11-3-16,1 2-4 0,-2 3 2 16,2 1-2-16,0-4-11 15,0 1 14-15,1 1 9 16,3-1-31-16,0-3 2 15,-1-5-6-15,0-9 1 16,-1-7-4-16,-3-8-2 16,0-7-3-16,-4-10 3 15,-1-2-3-15,0-2-2 16,0 0-2-16,0-6-21 16,0-10-144-16,0-3-101 0,0 0-303 15</inkml:trace>
  <inkml:trace contextRef="#ctx0" brushRef="#br0" timeOffset="10637.9086">20990 3892 485 0,'0'0'115'16,"0"0"-52"-16,0 0-2 16,-90 38-7-16,82-34-8 15,7-1 18-15,1-1-32 16,5 1-19-16,21-3-1 15,20 0 56-15,18 0-23 0,22-14-6 16,18-8-13-16,17-6-15 16,10-4 16-16,10-4-23 15,-1 2-4-15,-3 0-2 16,-7 5 2-16,-15 1 2 16,-18 7-2-16,-15 3 0 15,-20 4 0-15,-14 3 5 16,-13 5-5-16,-15 3 0 15,-7 0 0-15,-8 3-6 16,-5 0-2-16,0 0-48 16,0-3-58-16,-11-2-58 15,-3-4-588-15</inkml:trace>
  <inkml:trace contextRef="#ctx0" brushRef="#br0" timeOffset="14620.7697">22592 2653 144 0,'0'0'81'16,"0"0"-27"-16,0 0 49 16,0 0-6-16,0 0 6 15,0 0-12-15,0 0-45 16,-24-33 27-16,22 30-36 16,1 3 16-16,-1 0 6 15,2 0-19-15,-1 0-16 16,1 0-15-16,0 0-8 15,0 0-1-15,-3 0-1 16,3 0-7-16,0 0 8 16,-2 10 0-16,1 0 2 15,1 1 0-15,0 1 0 16,0 5 1-16,-3-2 4 0,3 2 9 16,0 0-3-16,0 1 3 15,0 1-1-15,0 0-2 16,0 2-7-16,0 1 7 15,0 0-8-15,0 1-5 16,0-2 7-16,0-1-4 16,3-2 1-16,0 1 3 15,0-3-4-15,0 0 3 16,0-1-4-16,0 2 1 16,0-4 0-16,0 1 1 15,-2 2-2-15,1-2 2 16,1 1-3-16,-1-1 0 15,0 1 1-15,0-1-1 0,-2 0-1 16,0-1 2-16,3-1 1 16,-3 0-3-16,0 1 1 15,1-2 1-15,-1 3-1 16,0 0 3-16,0-2-1 16,0 1 0-16,0-2-3 15,0 0 2-15,2 0-2 16,-2-3 1-16,0 1-1 15,1-2 3-15,-1-2-3 16,0-1 0-16,0 0 2 16,0 2 2-16,0 1-4 15,2-2 2-15,-2 2 7 16,1-2-3-16,-1 0 0 16,0-1-4-16,2 2 0 0,-2-1 0 15,1 0-1-15,-1-1 1 16,2 1 0-16,-2 1 2 15,0-1-3-15,1 1 0 16,1-2 1-16,-1-1-2 16,1 0 0-16,-2 0-1 15,1-2 1-15,-1 2 6 16,0-1-6-16,0-2 0 16,0 0 0-16,2 0 1 15,-2 0 0-15,0 0-1 16,0 0 1-16,0 0 6 15,0 0-7-15,0 0-5 0,0-8-60 16,0-8-87 0,0-4-119-16</inkml:trace>
  <inkml:trace contextRef="#ctx0" brushRef="#br0" timeOffset="48699.6768">24219 6447 304 0,'0'0'68'0,"0"0"-8"0,0 0 19 16,0 0-24-16,0 0-22 16,0 0-14-16,0 0 2 15,0 0 2-15,0 0-13 16,0 0 12-16,0 0 0 15,0 0-1-15,0 0-2 0,0 0-4 16,0 0-6 0,0 0-9-16,0 0 0 0,0 9 7 15,0 2-2-15,3 1 7 16,-1 2 13-16,-2 1-18 16,0-1-5-16,4 0 7 15,-1-1-4-15,0-1 5 16,0 0-9-1,0 0-1-15,0 1 8 0,2-2-8 16,-2-2-5-16,-2-3 4 16,3-2 1-16,-4-1 1 15,0-3-1-15,0 1 2 16,2-1 2-16,-2 0-4 16,0 0-30-16,1 0-15 15,-1 0-18-15,2 0-74 0,-2-4-165 16</inkml:trace>
  <inkml:trace contextRef="#ctx0" brushRef="#br0" timeOffset="49219.2881">24401 6483 220 0,'0'0'243'0,"0"0"-195"15,0 0 3-15,0 0 21 16,0 0 6-16,0 0-33 0,0 0-24 16,0 0-19-16,0 3-2 15,0 6 4-15,-1 4 3 16,-4-1-1-16,4 2 8 15,-2 1 6-15,0 1 2 16,1 1-9-16,1 2-4 16,-1-3 0-16,2-1-7 15,0 1-2-15,0-6 6 16,0 2-6-16,0-5 0 16,0-2 0-16,0 0 0 15,0-2-2-15,0-2-46 16,0-1-47-16,0 0-72 15,-5 0 16-15</inkml:trace>
  <inkml:trace contextRef="#ctx0" brushRef="#br0" timeOffset="49710.9717">24107 6545 223 0,'0'0'76'0,"0"0"-73"16,0 0 1-16,0 0 24 15,0 0 3-15,0 0 86 0,-2 42-61 16,2-28-21-1,7 2 6-15,-1-1 24 0,3 2-29 16,-1-1 3-16,2 5-12 16,3-3-19-16,0 2 6 15,1-2-3-15,4-1-9 16,-3 1 7-16,2-1-4 16,0-1-4-16,-1-2 2 15,1-4-2-15,-4-2 0 16,-1-4-1-16,-3-1 0 15,-2-3 1-15,2 0 5 16,1 0 3-16,6-11 1 0,-3-2-6 16,1-4-4-1,-1 0 2-15,2 0-4 0,-1 0 2 16,-1 0-19-16,-3 2-12 16,1 3 8-16,1 6 1 15,-3 1-56-15,1 2-56 16,3-1 43-16,0 4-116 15</inkml:trace>
  <inkml:trace contextRef="#ctx0" brushRef="#br0" timeOffset="70779.0304">8759 6582 333 0,'0'0'143'0,"0"0"-88"16,0 0-6-16,0 0 41 15,0 0-15-15,0 0-20 16,0 0-21-16,0 0-4 16,0 0 14-16,0 0-12 15,0 0-8-15,0 0-6 16,0 0-18-16,0 0 9 16,0 0 3-16,0 0-1 15,0 0 0-15,0 0-3 16,0 0-7-16,0 0 0 0,7 0 3 15,7 2 4 1,-1-1-1-16,5 1-5 0,0-2-2 16,4 1 0-16,2 1-21 15,0-2-56-15,-6 0-147 16</inkml:trace>
  <inkml:trace contextRef="#ctx0" brushRef="#br0" timeOffset="72860.7895">9557 6631 501 0,'0'0'68'16,"0"0"-57"-16,0 0 20 15,0 0 37-15,0 0-25 16,0 0 33-16,0 0-47 15,0-10 0-15,0 10 4 16,0 0 10-16,0 0-4 16,0 0 2-16,0 0-3 15,0 0-10-15,0 0-6 16,0 0-10-16,0 0-4 16,0 0 2-16,0 0-4 0,0 0-5 15,0 0 0-15,3 0-1 16,5 0 0-16,2 0 11 15,-1 0 1-15,5 0-2 16,0 3 2-16,1 2-9 16,1 0 6-16,4-1 1 15,-2-1-6-15,3 2 0 16,-1-1 4-16,-3 0-4 16,5 0 0-16,-3 1 4 15,-2-1-2-15,1 0 5 16,1-1-9-16,1 2 0 15,0-2 4-15,2 2-4 0,0-2 2 16,-1 1-3 0,-1-2 7-16,0 1-6 0,2 2 0 15,1-4 7-15,0 2-8 16,2-3 1-16,0 2-1 16,-1-1 6-16,1 1-7 15,0 0-4-15,1 1 4 16,2 0 2-16,1-1-1 15,-3 0 0-15,0 1-2 16,-1-2 1-16,-1 0 0 16,-3-1 0-16,1 0-1 15,0 0 1-15,1 0 0 16,-1 0 6-16,4 0-6 16,0 0 0-16,3 0-5 15,2-1 5-15,1 0 0 0,3 1 1 16,3 0-1-16,-1-1 0 15,0 1 0-15,-4 0 9 16,1 0-14-16,-1 0 10 16,-3 0-6-16,0 0 2 15,0-2-2-15,-2 1 1 16,0 0 0-16,2-1 0 16,-3 1 0-16,0 1 0 15,-2-2 0-15,-5 2 2 16,-1 0-2-16,-1-2 0 15,1 2 0-15,2-3 0 16,0 1-1-16,3-2 1 16,-3 0 2-16,1 0 0 15,-2-1-2-15,-1 1 0 0,-2 0 0 16,-1 0 4-16,0 1-2 16,-3 0 3-16,0 0 2 15,-2 0 2-15,0 0 4 16,-2 1-5-16,1-5 6 15,-1 2-5-15,2 1 2 16,-1-2-7-16,-3 1 5 16,1 2-8-16,-2-1 2 15,0-1 1-15,-2 3 0 16,-1-1-4-16,-1 3 0 16,-2 0-2-16,0-2 1 0,0 2 1 15,0 0-3 1,1 0-7-16,-1 0-17 0,3 0-49 15,2 0-42-15,-2 7-38 16,-2-4-156-16</inkml:trace>
  <inkml:trace contextRef="#ctx0" brushRef="#br0" timeOffset="76421.8716">9857 5702 49 0,'0'0'55'16,"0"0"-54"-16,0 0 0 15,0 0 6-15,0 0 54 16,0 0 6-16,0 0-1 15,0-22 22-15,0 20-9 16,0-2-44-16,0 0-3 0,0 0-6 16,0-2-12-1,0 2-3-15,0-1 6 0,0 3 11 16,1-1 17-16,-1 3 5 16,0 0-2-16,2 0-17 15,-2 0-5-15,0 0 3 16,0 0 11-16,0 0-3 15,0 0 1-15,0 0-11 16,0 0-4-16,0 0-4 16,0 0-2-16,0 0-14 15,0 0-3-15,0 0-11 16,8 5-2-16,1 1-124 16,-4-6-335-16</inkml:trace>
  <inkml:trace contextRef="#ctx0" brushRef="#br0" timeOffset="78678.0694">11281 5559 834 0,'0'0'69'0,"0"0"-36"15,0 0 1-15,0 0 67 16,0 0-18-16,0 0-31 16,0 0-20-16,77-89-5 15,-57 67 2-15,2-2-4 16,-1-1-1-16,2-5-8 15,1 0 5-15,-2 1-17 16,-1 5-3-16,-7 2 3 16,-6 7-4-16,-1 6 0 0,-5-1-19 15,-2 5-61 1,0 4-41-16,-7 1-121 0,-10 0-84 16,-4 0-226-16</inkml:trace>
  <inkml:trace contextRef="#ctx0" brushRef="#br0" timeOffset="78956.3272">11361 5196 587 0,'0'0'102'15,"0"0"-13"-15,0 0-74 16,0 0 46-16,0 0-8 16,0 0-11-16,56-53-18 0,-32 46-10 15,3 6 13 1,-1 1-16-16,1 0-3 0,-2 8 6 15,-1 11 3-15,-6 4 8 16,-3 5 21-16,-7 2-14 16,-8 3 1-16,0-4-9 15,-5 1 5 1,-8-2-20-16,2-8-7 0,2-3-2 16,1-8-4-16,8-6-75 15,0-3-155-15,-4080-12-100 16</inkml:trace>
  <inkml:trace contextRef="#ctx0" brushRef="#br0" timeOffset="79402.1395">11806 4473 777 0,'0'0'74'16,"0"0"-10"-16,0 0-2 15,0 0 57-15,0 0-67 16,0 0-23-16,-80-5 14 0,60 21-22 15,1 0 3-15,5 1-1 16,5-5-18-16,8 1 1 16,1-2-5-16,0 1-1 15,18-3 4-15,9 1-3 16,4-2-1-16,5 1 6 16,-1 3-2-16,-2 2-4 15,-7 2 0-15,-8 6 2 16,-4 1-2-16,-12 2-3 15,-2 3 3-15,-7 0 0 16,-10-2 0-16,-2-7 1 16,4-5 2-16,2-6-3 15,7-8-28-15,6-3-100 16,0-23-241-16</inkml:trace>
  <inkml:trace contextRef="#ctx0" brushRef="#br0" timeOffset="81115.8913">12170 4546 350 0,'0'0'586'16,"0"0"-502"-16,0 0-20 15,-101 0 10-15,72 14-27 0,4 2 11 16,7 1-21-16,6 3-19 15,9-2-17-15,3 0 3 16,0-2 2-16,13-5-5 16,9-5-1-16,3-5 3 15,3-1 4-15,-1-4-5 16,0-13-1-16,-3-7-1 16,-6-1-31-16,-6-2 3 15,-4 3 8-15,-8 0 16 16,0 7 1-16,0 3 5 15,0 5-2-15,0 6 2 16,-1 3 0-16,1 0-4 16,0 3-5-16,0 16-1 15,0 6 7-15,0 6 1 0,3 6 6 16,5 2-5 0,-2 5 4-16,-2 4 1 0,-4-1-5 15,0-5 0-15,0-5 2 16,0-9-3-16,-4-10 0 15,0-8-1-15,3-8 6 16,1-2-4-16,0-6-1 16,0-19-14-16,0-14-11 15,10-6 16-15,7-2-9 16,4 4 17-16,1 3-6 16,1 6 5-16,0 5 2 15,-2 2 1-15,-1 2 1 16,-1-1 2-16,-1 4 1 15,-3-3 17-15,1 4-17 0,-4 1 10 16,-1 3-15-16,-3 0 10 16,-2 0-6-16,-3 5 5 15,-3 1 0-15,0 4-9 16,0 1 2-16,0 5 8 16,0 1-10-16,-4 0-6 15,-2 3 4-15,-3 10 2 16,2 8 0-16,0 3 2 15,3 1-1-15,2 1 1 16,2-3-2-16,0-1 1 16,6-7 2-16,7-2-3 15,6-8 1-15,3-5 0 16,1 0 4-16,5-10 3 0,1-8-7 16,-3-6 3-1,-2 1 2-15,-5-4-5 0,-7 4-1 16,-1 2 7-16,-4 2-5 15,-5 2 1-15,1 5 3 16,-3 5 8-16,0 4-4 16,0 1 11-16,0 2-13 15,0 0-8-15,0 0-8 16,0 3 5-16,0 10 3 16,0 3 0-16,0 3 0 0,0 0 2 15,3 0-2-15,9-1 0 16,1-1 1-16,4-2 3 15,-1-4-3-15,0-4 0 16,4-2-1-16,0-5-2 16,2 0 2-16,1 0 1 15,-1-13 0-15,2-5-1 16,-2-2 7-16,-2-1-7 16,0 1-2-16,-4 3 2 15,-1 3 1-15,-6 3-1 16,-3 6-1-16,-4 2 1 15,-2 3 0-15,0 0-2 16,0 0-18-16,-8 8 10 0,-8 8 7 16,1 5 2-1,-1 1 2-15,7-2-2 0,5 1 3 16,4-1 2-16,0-6-4 16,0-2-5-16,3-4 4 15,7-3 2-15,6-5 1 16,0 0 3-16,3-5-4 15,1-10 3-15,-2-4-3 16,-3-3 0-16,-6 2 1 16,-5 1-2-16,-4-1-1 15,0 3-3-15,0 1-5 16,-4 6-1-16,-7 3 2 16,-2 6-3-16,1 1-1 15,3 0 0-15,-1 0 3 16,2 4 4-16,5 6 1 0,1 1-3 15,2-4 2-15,0 3 4 16,0-3-6-16,6-2 5 16,8-1 0-16,-1-4 0 15,5 0-5-15,-1 0 3 16,2-7-13-16,-2-7-7 16,-1-3 6-16,-3-2-5 15,1 0 9-15,-1-1 5 16,-1 3 3-16,0 0 6 15,-1 3 0-15,0 3-1 16,0 3-1-16,-1 5 2 16,2 1-2-16,-1 2 2 15,-1 0 0-15,2 0 0 16,0 2 0-16,0 10-5 0,-2 1 4 16,1 3 1-16,2-1 2 15,-2-1 2-15,3 2-2 16,-2-8 2-16,5-2-6 15,-2-6 3-15,4 0-1 16,-2-13 1-16,0-7-1 16,-4 0-17-16,-3 4-10 15,-7 4 27-15,1 5 2 16,-2 4 29-16,-2 2 30 16,1 1-17-16,1 0-19 0,1 0 8 15,4 0-22 1,6 0 19-16,5 4-21 0,6 0 5 15,5 2-14-15,2-3-111 16,3-3-428-16</inkml:trace>
  <inkml:trace contextRef="#ctx0" brushRef="#br0" timeOffset="83123.2198">14005 4247 600 0,'0'0'235'0,"0"0"-195"15,0 0-21-15,0 0 70 16,0 0 21-16,0 0-25 16,0 0-25-16,-15 54-19 15,15-54 3-15,0 0 6 16,0-2-9-16,0-17-3 16,3-9-27-16,4-9-4 15,-2-5-5-15,-2-4 0 16,0 1 7-16,-2 2-9 15,2 12 0-15,-1 10-5 0,1 9 7 16,-2 9-4 0,1 3-2-16,-1 0 1 0,5 12-6 15,1 7 5-15,3-2 4 16,-2-3 4-16,6-6-2 16,-2-3 2-16,1-5-3 15,4 0 1-15,2-13 1 16,3-12-2-16,1-5-1 15,1-3-1-15,-2 1-6 16,-4 5 2-16,-6 6 5 0,-5 7 1 16,-1 5-1-1,-3 5 0-15,3 4 0 0,-3 0-2 16,5 7-9-16,-1 16 6 16,2 4 5-16,-3 3 0 15,1 3 1-15,-2 0-1 16,1-2 2-16,1-4-2 15,4-7-38-15,3-8-95 16,8-9-122-16,0-3-159 16</inkml:trace>
  <inkml:trace contextRef="#ctx0" brushRef="#br0" timeOffset="83657.0708">14515 4070 831 0,'0'0'156'0,"0"0"-110"15,0 0 28-15,0 0 28 16,0 0-41-16,0 0-40 0,-37 48-6 16,37-40-7-1,8-2-5-15,3-4-1 0,8-2 1 16,-2 0 0-16,1-8 2 16,-5-5-5-16,-3-1-32 15,-4 0-6-15,-6 0-6 16,0 5 18-16,0-1 6 15,-7 8-33-15,-9 2 33 16,5 0 11-16,-1 4 5 16,5 9 8-16,5-1-8 15,2 0 4-15,0-4 0 16,5-1 0-16,11-3 9 0,2-4-9 16,4 0 6-16,4-3 2 15,-1-12-6-15,-2-7 0 16,-1-3 2-16,-1-6-2 15,-5 4 9-15,1-4 1 16,-7 5 10-16,0 1-1 16,-4 0 0-16,-4 3 6 15,-2 3-5-15,0 4 12 16,0 5-10-16,0 6-2 16,0 2-11-16,0 2 7 15,0 0-18-15,0 17 0 16,0 7 0-16,-2 5 0 15,2-1 3-15,0 0 2 0,0-3-2 16,5-3 0 0,2-3-2-16,1-6-2 0,1-6 1 15,-2-6-56 1,1-1-84-16,-2-7-178 0</inkml:trace>
  <inkml:trace contextRef="#ctx0" brushRef="#br0" timeOffset="83811.1787">14683 3934 775 0,'0'0'60'0,"0"0"-56"0,0 0 3 16,0 0-2-16,0 0-5 16,0 0-62-16,75 0-259 15</inkml:trace>
  <inkml:trace contextRef="#ctx0" brushRef="#br0" timeOffset="84518.2971">14837 4082 637 0,'0'0'256'16,"0"0"-198"-16,0 0 21 16,0 0 56-16,0 0-57 15,0 0-35-15,3 5-26 16,13-13-10-16,1-3 2 15,1 0-9-15,-2-1 0 16,-5 2 0-16,-2 0 0 0,-3-3 0 16,-1 0-4-16,1-2-2 15,-1-2 1-15,2 0 1 16,4 4-5-16,-4 1-3 16,4 5-1-16,-2 3 8 15,2 3-2-15,-3 1 0 16,0 0 2-16,-4 3 1 15,0 12-1-15,-2 4 1 16,-2 3 4-16,0 2 3 16,0-2 2-16,0-1 8 15,0-5-1-15,7-4-2 16,4-9-8-16,9-3 4 16,4-2 2-16,2-15-6 15,1-4 1-15,0-3 1 0,-7 2-4 16,-3 2-7-16,-7 6 7 15,-4 1 2-15,-3 2-2 16,-3 8 6-16,0 0-5 16,0 3 3-16,0 0 6 15,0 0-3-15,0 0-7 16,0 6-1-16,-4 7 1 16,1 1 0-16,3 3 0 15,0-6 1-15,0 1 4 16,3-2-9-16,9-3 9 15,3-4-5-15,1-3 1 0,5 0 2 16,0-10-3 0,6-5 0-16,-4-6-3 0,0-3 3 15,-5 2 2-15,0-2-1 16,-6 0-1-16,-6 1 2 16,-6 3 0-16,0 4 1 15,0 4-2-15,-11 7 7 16,-5 5-5-16,2 0-3 15,0 0-5-15,6 3 5 16,5 7-3-16,3-3-77 16,3 0-84-16,16-4-109 15,4-2-207-15</inkml:trace>
  <inkml:trace contextRef="#ctx0" brushRef="#br0" timeOffset="84723.2655">15560 3817 767 0,'0'0'174'0,"0"0"-73"16,0 0 15-16,0 0-44 16,0 0-23-16,0 0-9 15,-46 39-5-15,37-15-11 16,8-2-9-16,1-1-12 16,0-3 1-16,7-3 0 15,16 0-3-15,4-7-1 16,10-6-11-16,6-2-83 0,0-3-163 15,-1-13-386 1</inkml:trace>
  <inkml:trace contextRef="#ctx0" brushRef="#br0" timeOffset="86654.4448">16320 3938 695 0,'0'0'145'0,"0"0"-27"0,0 0-35 16,0 0 47-16,0 0-77 16,0 0 5-16,0 0-21 15,-85-29-23-15,62 43 14 16,2 2-16-16,5 7-3 15,4 2-6-15,3-3 2 16,9-3-5-16,0-2 1 16,0-3-1-16,12-5 2 15,6-6-2-15,8-3 1 16,0 0 0-16,1-9 0 16,-6-6-1-16,-6 2-20 0,-5 0 3 15,-8 1 6-15,-2 1 1 16,0 1-5-16,-15 3-3 15,1 2 3-15,0 5 6 16,3 0 6-16,3 0 3 16,2 0-1-16,5 8-7 15,1 0 8-15,0-1 0 16,4 0-2-16,13-3-2 16,4-2 4-16,7-2 5 15,4 0-5-15,3-8-2 16,0-7 0-16,-1-1-5 15,-4-1-13-15,-6 2 9 0,-4 2 7 16,-7 2-2-16,-4 0 6 16,-2 5 5-16,-7 2-5 15,0 3 1-15,0 1-1 16,-3 0-5-16,-12 2 5 16,-4 14-1-16,2 5 1 15,-4 6 1-15,2 1 1 16,3 3 7-16,2 0-9 15,4 0 8-15,5-3-5 16,5-1 0-16,0-4-2 16,0-3-1-16,12-7-2 15,3-2 2-15,4-6 0 16,1-5 0-16,-1 0 0 0,2-2-5 16,-6-13-16-1,0-2-28-15,-6-1-16 0,-6-1 25 16,-3 1-3-1,0 1 11-15,-11 5 21 0,-7 3 4 16,-1 6 6-16,1 3-5 16,-1 0-5-16,7 5 9 15,2 6-5-15,8 1-121 16,2-1-120-16</inkml:trace>
  <inkml:trace contextRef="#ctx0" brushRef="#br0" timeOffset="87391.4819">17004 4230 794 0,'0'0'84'16,"0"0"-38"-16,0 0 9 16,0 0 18-16,0 0 12 15,0 0-57-15,13-47-11 16,4 24 5-16,0 0-21 0,-3-1 13 16,-3-1 13-16,-4 1-21 15,-3 5 19-15,-1 4-19 16,-3 5 5-16,0 6-10 15,0 2-1-15,0 2 0 16,0 0-4-16,0 2-109 16,0 12-94-16,-5 1-93 15</inkml:trace>
  <inkml:trace contextRef="#ctx0" brushRef="#br0" timeOffset="87949">17064 4218 499 0,'0'0'175'16,"0"0"-113"-16,0 0 5 15,0 0 19-15,0 0 20 16,0 0-6-16,3-89-29 16,4 67-25-16,1-1-14 15,-3-2-9-15,3-4-15 16,-2-1 14-16,-1 2-20 16,1 4 2-16,-2 6-4 0,1 8 2 15,-1 4-4-15,-1 6 2 16,0 0-4-16,0 0-2 15,3 9 4-15,1 5-2 16,2 4 4-16,-1 2 0 16,-1 3 1-16,1-1-1 15,1 0 0-15,-2-2 4 16,1-1-4-16,-2-4-4 16,1-2 4-16,-1-5 0 15,-1-2 1-15,-2-5-1 16,0-1 0-16,1 0 2 0,5-7 4 15,0-11 10 1,3-6 0-16,1-3-14 16,-1-3 8-16,-1 3 2 0,-1-2-9 15,-1 5-3-15,-1 7 1 16,-1 5-1-16,-1 8-36 16,1 4-58-16,-2 0-163 15,-4 1-192-15</inkml:trace>
  <inkml:trace contextRef="#ctx0" brushRef="#br0" timeOffset="89032.1427">17097 4150 777 0,'0'0'60'0,"0"0"-25"16,0 0 47-16,42-79 14 0,-28 53-21 15,-2-7-32-15,2-1-2 16,-2 2-37-16,-3 3 10 16,-5 7-14-16,-1 7 2 15,-3 8-6-15,0 6 9 16,0 1-10-16,0 0 1 16,0 8 2-16,-7 12-2 15,-5 6 5-15,5 4-2 16,2 1-3-16,3-1 4 15,2-2 1-15,0-6 2 16,0-2-1-16,7-7-2 16,4-1 2-16,1-6-5 15,2-1 3-15,1-5 0 16,2 0 0-16,0 0 1 16,2-3 1-16,-4-7-2 0,2-1 1 15,-4-1 0 1,-1 0-1-16,-5 4 0 0,-2 0 3 15,-2 0-3-15,-3 2 0 16,0 3 3-16,0-1-6 16,0 3 1-16,0 1-4 15,0 0-2-15,0 0-26 16,0 0-6-16,0 0 2 16,0 0 13-16,0 0 5 15,0 0 13-15,0 0 7 0,0-2 0 16,0 1 6-16,0-3-2 15,0-1-2-15,4 0-2 16,-2-2 4 0,4 0-3-16,0 0 2 0,0-1 0 15,3 1 1-15,-1-1 0 16,1 3-3-16,1 1 1 16,0 0-1-16,0 2 5 15,2 0-6-15,3 1 1 16,-3 1 1-16,0 0 0 15,-2 0-2-15,-2 0 3 16,0 1-3-16,-4 11 1 16,-1 5 1-16,-3 4 14 15,0 2 24-15,0 0-16 16,-3-2-9-16,3-2-2 0,0-4-11 16,0-4 0-16,4-3-2 15,8-5 1-15,6-3 2 16,2 0-2-16,2-2 2 15,2-10-3-15,1-3 0 16,-5 0-7-16,-1-2-4 16,-7 3-16-16,0-4 1 15,-6 4-3-15,-6-1 12 16,0 4 16-16,0 4 1 16,0 3 1-16,-3 4 11 15,-2 0-8-15,-3 3-3 16,5 9 12-16,1 3 15 0,2 2-11 15,0-1-5 1,7-2-11-16,7-3-1 0,3-3 2 16,0-4-2-16,5-4-23 15,1 0-174-15,-8-9-325 16</inkml:trace>
  <inkml:trace contextRef="#ctx0" brushRef="#br0" timeOffset="90402.419">17055 3852 390 0,'0'0'106'15,"0"0"-23"-15,0 0 61 16,0 0-28-16,0 0-1 15,0 0-17-15,-23-50-6 16,16 50-28-16,-3 0-38 16,-1 0 9-16,-2 11-9 0,2 7-3 15,0 1-8 1,3 6-7-16,4 2-5 0,1 1 2 16,3 0-4-16,0-2-1 15,3 0 0-15,11-1 0 16,0-1 1-16,0-1 2 15,-1 0-3-15,-8-4 1 16,-3 0-1-16,-2-2-2 16,0 1 2-16,-13-4 1 15,-6-2 1-15,1-3 1 16,1-4-6-16,4-2 0 16,5-3-19-16,5 0 0 15,3-5-4-15,0-6-18 16,13-1-6-16,10 2 36 15,5 4 8-15,2-3 4 0,2 1 2 16,-3 2-1-16,1-2 2 16,2 0 1-16,-4 0 20 15,0-2-2-15,-2-1 2 16,-3-3-8-16,-3 1 1 16,-5-1-4-16,-3-2 1 15,-6 1 4-15,-1-1-10 16,-3 4-3-16,-2 2-1 15,0 6 1-15,0 1 4 16,0 3 1-16,0 0 1 16,-2 0-9-16,-6 3 0 15,0 11-1-15,1 2 1 16,2 4 2-16,2-3-2 16,3 2-1-16,0-2 1 0,3-3 1 15,12-3 0-15,6 0 0 16,1-8 1-16,4-3-2 15,-2 0 0-15,1 0 0 16,-1-10-2-16,-6-4-7 16,-2-3-4-16,-4 0 5 15,0-3-3-15,-3 0 8 16,-1 2 3-16,3 0 0 16,0 3 0-16,1 2 0 15,6 2 0-15,-3 5-1 0,5 3 0 16,0 3-2-1,1 0 3-15,0 0 0 16,-2 0-1-16,-4 8 0 16,-2 5 0-16,-5 3-5 0,-5 1 5 15,-3 2 1-15,0 3 0 16,0-2 0-16,0 1 9 16,0-2 1-16,-2 0 6 15,2-5-5-15,0-3-8 16,2-5-3-16,11-3 1 15,5-3 3-15,6 0-3 16,4-12-1-16,-1-7 4 16,-2-4 1-16,-3 1-5 15,-3-1 0-15,-4 4-7 16,-3 2 7-16,-6 6 6 0,-5 6-6 16,-1 3 1-1,0 2-5-15,0 0 3 0,0 10-1 16,0 8 2-16,0 3 0 15,0-2-2-15,0 1 2 16,9-4 1-16,9-1-1 16,7-6-1-16,10-4-36 15,3-5-103-15,5 0-276 16</inkml:trace>
  <inkml:trace contextRef="#ctx0" brushRef="#br0" timeOffset="91104.0691">18545 3924 709 0,'0'0'109'16,"0"0"-24"-16,0 0 21 15,0 0 40-15,0 0-55 16,0 0-37-16,6-3-32 0,-4 13-10 16,3 9 23-1,3 6-2-15,0 4-14 0,0 6-5 16,0 1 2-16,-1-1-1 16,1-2-1-16,2-1 4 15,-2-7-6-15,2-4-6 16,-1-9 1-16,-5-4-7 15,2-7 3-15,1-1 0 16,3-4 4-16,8-18 20 16,6-7-20-16,1-8-2 15,2-4-4-15,-5 0 0 16,2-2 2-16,-3 6-3 0,-4 4-2 16,-1 8 1-1,-5 8 0-15,-2 7-20 0,-1 6-29 16,-2 4-32-16,1 0-57 15,1 0-172-15,1 14-228 16</inkml:trace>
  <inkml:trace contextRef="#ctx0" brushRef="#br0" timeOffset="103229.4822">12740 6604 426 0,'0'0'49'0,"0"0"8"15,0 0 0-15,0 0 24 16,0 0 9-16,0 0-44 0,0 0-12 15,0 0-18 1,-12-26 43-16,10 23-13 0,1 2-10 16,1 1 4-16,0 0-9 15,0 0-1-15,0 0-12 16,0 0-5-16,0 0-8 16,-2 0-4-16,2 0 3 15,0 0-4-15,0 0-4 16,0 4 4-16,0 2 1 15,3 0 0-15,1 1 1 16,3 0 4-16,-1 1 2 16,2 1 6-16,3-1-5 0,0 1 4 15,2-1-3 1,1-1-2-16,2 0 2 16,2-2 4-16,1 3-6 0,5-4 5 15,-3 1-3-15,4-3-5 16,2 2-4-16,2-1-1 15,0 1 3-15,0 0-2 16,-1-4 0-16,2 3-1 16,-3-2 4-16,2 0-4 15,1-1 0-15,0 0 1 16,0 0-1-16,1 0 3 16,1 0-3-16,-1-5 0 15,0-1 1-15,-1-1 0 16,0 0-1-16,-3 2 1 15,-2-1-1-15,2 3 0 0,-5 0 1 16,2-1-1 0,-3 2 0-16,-4-2 5 0,-2 1-5 15,-4 0 0-15,-3 2 0 16,-2-1 1-16,1 2-1 16,-2-2 0-16,-2 1-3 15,-3-1 3-15,3 2 1 16,-3 0-1-16,1 0-2 15,-1 0-88-15,0 0-115 16,0 0-62-16</inkml:trace>
  <inkml:trace contextRef="#ctx0" brushRef="#br0" timeOffset="107020.1597">14889 6807 141 0,'0'0'56'16,"0"0"46"-16,0 0-58 16,0 0 1-16,0 0 46 15,0 0-45-15,0 0-8 16,-4-10-11-16,4 10-4 16,0 0 0-16,0 0 13 0,0 0-9 15,0 0-9-15,0 0 9 16,0 0 7-16,0 0-4 15,0 0 0-15,0 0-4 16,0 0-8-16,0 0 0 16,0 0-1-16,0 0-9 15,0 0-3-15,0 0 2 16,0 0-6-16,0 0-1 16,0 0 3-16,0 0 7 15,4 5 0-15,4-2 0 0,-1 4 23 16,3-2-13-1,1 0-9-15,1 2 1 0,0-1 14 16,3 1-6-16,3 0-4 16,1-4 6-16,1 3-6 15,2-3-1-15,-1 2-3 16,1-2 4-16,4 0-14 16,0-3-1-16,5 0 14 15,0 0-10-15,-1 0 4 16,4 0-6-16,-4 0 1 15,-4 0-1-15,1 0 3 16,-2-3-1-16,-2-1 4 16,-1 0 3-16,2-4-3 15,1 1-9-15,2-1 5 16,1-2 1-16,2 0-6 16,-1-1-1-16,1 1 1 0,-2-1 0 15,2-1 1-15,-2 2-1 16,-4 0 0-16,1-1 3 15,-2 3-3-15,-4 1 0 16,-4 2 0-16,-3 0 1 16,-2 0-1-16,-2 3 0 15,-5-1 0-15,0 3 0 16,-3-1 0-16,0 1 0 16,0 0 0-16,0 0 0 15,0 0 1-15,0 0-1 16,0 0 4-16,0 0-5 15,0 0 1-15,0 0 0 16,0 0-11-16,0 0-39 0,0 0-64 16,-9 0-78-16,-6 0-87 15,0 1-267-15</inkml:trace>
  <inkml:trace contextRef="#ctx0" brushRef="#br0" timeOffset="107721.2687">15055 6828 184 0,'0'0'23'0,"0"0"69"15,0 0-17-15,0 0-4 16,0 0-7-16,0 0-26 15,51 37-15-15,-41-29 51 16,3 1-41-16,2-1 27 16,3 1-17-16,0-1-12 15,2 1-7-15,2-3-6 0,2 1 6 16,1 0 4-16,2-4-24 16,3-1 14-16,0-2-10 15,0 0 2-15,2-3-4 16,2-8 0-16,1 0 3 15,1-1 0-15,-1 0-4 16,-2-2-5-16,-3 5 1 16,-3-1 0-16,-5 1-1 15,-4 4 3-15,-3 1-2 16,-4-1-1-16,-4 4 0 16,2-2 0-16,-2 3 0 15,1 0 0-15,-2 0-1 16,1 0-2-16,-2 0-54 0,-1 0-62 15,-1 0-145-15</inkml:trace>
  <inkml:trace contextRef="#ctx0" brushRef="#br0" timeOffset="156821.5049">12744 6624 529 0,'0'0'54'16,"0"0"-22"-16,0 0-5 16,0 0 5-16,0 0 36 15,0 0-35-15,0 0-3 16,-22-78 11-16,19 74-21 15,3 1 55-15,-1 3-41 16,-1-2 19-16,2 2-13 16,-1 0-22-16,1 0-14 15,0 0-4-15,0 0 0 16,0 0-8-16,0 10 5 16,0 3 3-16,8 0 6 15,-2-1-5-15,5 1 3 16,0 0 2-16,2 0 9 0,3-2-5 15,4 0 9-15,3 0-6 16,4-1-4-16,3 0-1 16,3-1 0-16,3-4 0 15,3 0-6-15,1-2 2 16,1 1-3 0,-2-4 1-16,1 0 1 0,-1 0 1 15,-4 0-4-15,-1 0 2 16,-3 0-2-16,-4-1 3 15,-3-5 0-15,-3 4-1 16,-6-2-1-16,-3 0 5 16,1 0-3-16,-2-1 7 15,0-1 1-15,0 0-2 16,-2 3-5-16,1-3 1 0,-1 2-3 16,-1 0-1-16,-3 1 6 15,3 1-7-15,-4 2-6 16,-2-2 6-16,0 2-1 15,-2 0 2-15,0 0-2 16,0 0 6-16,0 0-7 16,0 0 2-16,0 0-5 15,1 0 3-15,1 0-36 16,-1 0 3-16,2 0-45 16,0 0-15-16,1 0 9 15,0 0-47-15,0 0-116 0</inkml:trace>
  <inkml:trace contextRef="#ctx0" brushRef="#br0" timeOffset="159089.8748">14985 6977 351 0,'0'0'65'15,"0"0"-47"-15,0 0-17 16,0 0 1-16,0 0 75 16,0 0-53-16,-12-3-24 15,8 1-3-15,3 0-8 16,0-1-1-16,-2 3 3 16,3 0-39-16,0-3-130 15,0 1 73-15,0 1 58 16,-1-1-6-16,1 2-19 15,0 0 72-15,0-1 51 16,0 0 52-16,0 0-1 16,0 1 43-16,0 0-30 0,0 0-16 15,0 0 25-15,0 0-52 16,0 0-23-16,0 0-8 16,16 0 6-16,3 0-20 15,5 0 10-15,3 0-16 16,3 0 3-16,7 0-8 15,0 0-1-15,0 3-7 16,-2 2 1-16,-5 1-3 16,-5-4-6-16,-3 0 0 15,-4-1 1-15,-3-1 4 16,-4 0-4-16,-1 0 1 16,0 0-2-16,-2 0 6 15,1 0-6-15,-2 0-5 16,4 0-148-16,-4-5-35 15,-5 2-382-15</inkml:trace>
  <inkml:trace contextRef="#ctx0" brushRef="#br0" timeOffset="159377.1097">15150 7090 480 0,'0'0'109'16,"0"0"-85"-16,0 0-22 16,0 0 50-16,0 0 61 15,0 0-71-15,48 5-19 16,-21-4-11-16,0 1 1 15,1-1-9-15,2 3-3 16,3-3-1-16,1-1-30 16,-1 0-186-16</inkml:trace>
  <inkml:trace contextRef="#ctx0" brushRef="#br0" timeOffset="163790.2981">512 7407 482 0,'0'0'115'0,"0"0"4"15,0 0-68-15,0 0 4 16,0 0 55-16,0 0-34 15,0 0-24-15,0 0-23 16,-3 0-13-16,3 0 1 16,0 0-1-16,0 0-12 15,0 0-4-15,0 0 1 16,16 6-1-16,1-2 9 16,4 1-6-16,1 1 4 15,-1-1-2-15,1 1-2 0,-1-1-3 16,3-3 5-16,-6 1-4 15,3-2 0-15,-2-1 2 16,-7 0-2-16,2 0-1 16,-4 0 1-16,-4 0 3 15,0 0-4-15,0 0-102 16,-3-5-62-16,-3-7-147 16</inkml:trace>
  <inkml:trace contextRef="#ctx0" brushRef="#br0" timeOffset="164161.3069">653 7289 724 0,'0'0'105'15,"0"0"-105"-15,0 0 0 16,0 0-5-16,0 0 5 15,0 0 1-15,48 33 5 16,-27-19-1-16,0 0 1 16,0 3-2-16,-3 2 2 15,-2-2 3-15,-2 5-5 16,-7 0 8-16,-2 1 9 0,-1-1 3 16,-4 2 16-1,0-4-1-15,0 3-1 0,-6-3 8 16,-7 0-5-16,-2-1-1 15,-3-2-9-15,0-3-7 16,3-2-6-16,3-4-11 16,3 0-6-16,0-3 2 15,2 1-3-15,1 1-72 16,-1-3-195-16,5-3-153 16</inkml:trace>
  <inkml:trace contextRef="#ctx0" brushRef="#br0" timeOffset="165228.4476">2949 7820 535 0,'0'0'209'15,"0"0"-137"-15,0 0 12 0,0 0-6 16,0 0-14 0,0 0-39-16,0 0-21 0,3 0-4 15,-3 0-2-15,0 0-11 16,3 0-17-16,0 0-97 15,6 0-41-15,4 0-72 16</inkml:trace>
  <inkml:trace contextRef="#ctx0" brushRef="#br0" timeOffset="166193.8652">2803 7911 526 0,'0'0'242'16,"0"0"-196"-16,0 0 3 15,0 0 41-15,0 0 25 16,0 0-33-16,0-5-49 0,0 5-19 15,0 0-8 1,1 0-1-16,2 0-5 0,1 0-5 16,10 0 1-1,1 0 3-15,3 0 1 0,5 0 1 16,5 0-1-16,9 0-31 16,3 0-64-16,1 0-69 15,0 0-82-15</inkml:trace>
  <inkml:trace contextRef="#ctx0" brushRef="#br0" timeOffset="166955.9272">2739 7919 446 0,'0'0'283'0,"0"0"-241"16,0 0-41-16,0 0 0 16,0 0 13-16,0 0 13 15,70 0-6-15,-38 0-1 16,3 0 0-16,0 0-6 15,9 0-3-15,-2 0 20 16,7 0 6-16,-1 0 9 16,1 0-17-16,-3 0-10 15,-2 0-9-15,-1 0-3 16,-5 0 2-16,-5 0 4 16,-6 0-7-16,-3 1 0 0,-3 2-1 15,-3-1 6-15,-2-2-4 16,1 0 11-16,-3 0-12 15,1 3 4-15,-4-3 2 16,4 0-10-16,-6 0 12 16,-2 0-9-16,-1 0 17 15,-4 0-11-15,1 0-5 16,-3 0 3-16,0 0-5 16,0 0 2-16,0 0-3 15,0 0 8-15,0 0-4 16,0 0-5-16,0 0-2 0,0 0 0 15,0 0 0 1,0 0 1-16,0 0-1 16,0 0 0-16,0 0 0 15,0 0 0-15,0 0-1 0,0 0-1 16,0 0 1-16,0 0-39 16,0 4-10-16,0 3-67 15,-3-1-36-15,-2 2-78 16,1-7-273-16</inkml:trace>
  <inkml:trace contextRef="#ctx0" brushRef="#br0" timeOffset="170554.0156">4418 7827 69 0,'0'0'42'0,"0"0"-37"16,0 0-5-16,0 0 0 16,0 0-2-16,0 0-19 15</inkml:trace>
  <inkml:trace contextRef="#ctx0" brushRef="#br0" timeOffset="171512.6202">4287 7816 117 0,'0'0'187'0,"0"0"-91"0,0 0-63 15,0 0 13-15,0 0 9 16,0 0-8-16,6-6-22 16,0 3-11-16,0 0 41 15,4 1 6 1,-1-1-21-16,2-1-6 0,1 1-13 15,1 1-4-15,2-2-2 16,2 1-1-16,2 2 7 16,-1 0-12-16,4-2 0 15,2 2-4-15,4-1 2 16,1 1-2-16,3-2 2 16,1 1-2-16,5-1 1 0,-2 1 3 15,-2-1 0-15,4 0-9 16,-2-1 2-16,-1-1 7 15,-4 0-5-15,2 1 4 16,-3 1 1-16,-2 1-4 16,5-1 1-16,-2 3 3 15,2-3-9-15,3 3 8 16,4 0-7-16,0-1 13 16,-1 1-5-16,1-3-4 15,-4 2 3-15,-2 1 1 16,-1-2-1-16,0 2-5 15,-2-1-2-15,-2 1-1 16,-4-1-2-16,0 1 2 16,-8-2 4-16,1 2-4 15,-6-3-1-15,-4 1 1 0,-2 0 6 16,-1 1 7-16,-5 1 2 16,2 0-1-16,-2 0 5 15,4-2-18-15,-4 2 8 16,0 0-9-16,2 0 0 15,-1 0 0-15,2 0 0 16,4 0 0-16,-1 0 0 16,-1 5-87-16,-5 2-128 15,0-3-235-15</inkml:trace>
  <inkml:trace contextRef="#ctx0" brushRef="#br0" timeOffset="175391.9242">8161 7915 548 0,'0'0'97'15,"0"0"-53"-15,0 0 28 16,0 0 12-16,0 0 19 15,0 0-13-15,0 0-21 16,0-8-36-16,0 8-8 16,0 0-21-16,3 0-1 15,1-1 1-15,7 0-4 16,5-2 0-16,11 1 0 16,6 1 0-16,7 1 0 15,3 0 0-15,5 0 8 0,1 0-14 16,6 1 6-16,-1 6 0 15,6 0 2-15,2-2 0 16,4-2-2-16,7-2 0 16,7-1 5-1,6 0-5-15,-1 0 0 0,4-1-6 16,0-6 6-16,1-2 0 16,-5 2 5-16,-3 2-5 15,-5 0 0-15,-3 3 0 16,-4 2-1-16,1 0-3 15,-3 0 3-15,-3 0 2 16,-3 0 1-16,-4 0-2 0,1 0 4 16,-4 0-4-1,0 0 1-15,-5 0-2 0,-1 0-5 16,-4 0 6-16,1 0 3 16,-1-1-2-16,3-4 0 15,-5-1-2-15,1 1-4 16,-3-2 5-16,-5 1 0 15,-6 2 7-15,-4 1-6 16,-5 2 9-16,-4 1-5 16,-1-2 3-16,-4 1-5 15,1 1 2-15,-2-2 10 16,-4 2-14-16,4 0 5 16,-2-1 0-16,-2-1 9 0,4 2-7 15,-3-1-4 1,0 1 1-16,-2 0-1 0,1 0-4 15,-1 0 0 1,-1 0-2-16,1 0 2 0,-2 0-2 16,-4 0-44-16,0 0-116 15,-4 1-122-15</inkml:trace>
  <inkml:trace contextRef="#ctx0" brushRef="#br0" timeOffset="179217.6338">12586 7882 574 0,'0'0'246'0,"0"0"-145"15,0 0-86 1,0 0-13-16,0 0 39 0,0 0 41 15,0 0-14-15,5 0-39 16,11 0-1-16,5 0 14 16,4 0-11-16,-2 0-9 15,0-3-2-15,-3 2-11 16,-1 0 0-16,1-1-8 16,-5 2 0-16,1 0-1 15,-2 0-2-15,0 0-1 16,1 0-104-16,2 0-130 15,-4 2-182-15</inkml:trace>
  <inkml:trace contextRef="#ctx0" brushRef="#br0" timeOffset="179710.1679">13507 7970 476 0,'0'0'360'16,"0"0"-265"-16,0 0 15 16,0 0 4-16,0 0-36 15,0 0-12-15,-6 0-25 16,6 0-16-16,0 0-8 15,16 0-6-15,9-3 0 16,2-2-3-16,6 1 7 16,-6 2-11-16,-3-1-2 15,1 2 0-15,-3-2-1 0,-3 3 1 16,-2-2-2-16,-2 2 0 16,-3 0 0-16,-3 0-2 15,-1 0-49-15,-1 0-53 16,-3 7-68-16,-1-3-127 15</inkml:trace>
  <inkml:trace contextRef="#ctx0" brushRef="#br0" timeOffset="199771.8545">12655 7870 645 0,'0'0'69'0,"0"0"-54"16,0 0 11-16,0 0 40 15,0 0 21-15,0 0-5 16,0 0-11-16,-36 0-26 16,36 0-5-16,0 0 0 15,0 0 3-15,0 0-1 16,0 0-14-16,0 0 0 15,21 0-1-15,9 0 3 16,13 0-9-16,11-3-6 16,9 1-6-16,12-2-1 15,6 3-6-15,4-1-1 16,4 2-1-16,-2 0 5 0,-1 0-3 16,-5 0-2-16,-2 5 0 15,-6-1 4-15,-6-1-4 16,-7-1 0-16,-9-2 0 15,-4 0 0-15,-5 0 4 16,-7 0-3-16,-9 0 0 16,-3-2-1-16,-11 0 0 15,-1-1 3-15,-6 1-1 16,-2 0 2-16,0 1 8 16,-3-1-6-16,0 2 0 15,0 0-2-15,0 0-3 16,0 0-1-16,0 0 0 15,0 0-4-15,0 0 2 0,0 0-20 16,0 0-36 0,0 0-72-16,0-5-162 0,0-9-525 15</inkml:trace>
  <inkml:trace contextRef="#ctx0" brushRef="#br0" timeOffset="205047.4501">502 8508 351 0,'0'0'228'0,"0"0"-176"16,0 0 57-16,0 0 4 16,0 0-39-16,0 0 36 15,0 0-19-15,0 0-29 16,-24-5-9-16,24 5-26 16,0 0-14-16,0 0-5 15,0 0-8-15,14 0 2 0,13 0 1 16,3 0 3-16,6 0-1 15,0 0 5-15,-4 0-9 16,0 0-1-16,-2 0-5 16,-5 0 5-16,-7 0 0 15,-3 0-20-15,-9 0-45 16,-6-6-75-16,0-1-12 16,-3-1-176-16</inkml:trace>
  <inkml:trace contextRef="#ctx0" brushRef="#br0" timeOffset="205310.2998">631 8390 569 0,'0'0'111'0,"0"0"-62"16,0 0-22-16,0 0 25 16,0 0-30-16,0 0-7 15,60 3 3-15,-38 12-6 16,-1 5 5-16,0 3-3 15,-5 3-4-15,-5 1-1 16,-5 3 3-16,-2 1 12 16,-4-2-2-16,0 1 1 15,-10-5 4-15,-4 2-15 16,-3-4-4-16,0-3-8 16,-1 1 0-16,5-8-126 15,1-8-279-15</inkml:trace>
  <inkml:trace contextRef="#ctx0" brushRef="#br0" timeOffset="207268.429">2975 9065 503 0,'0'0'70'0,"0"0"-20"15,0 0 7-15,0 0 31 0,0 0-21 16,0 0 17 0,-20-29-26-16,20 27-15 0,0 2-20 15,0 0 0-15,0 0-15 16,0 0 6-16,0 0-14 15,0 5 0-15,11 2 41 16,3 3-6-16,0-4-2 16,4 1-9-16,0 0 13 15,1-3-11-15,5-2 0 16,1-2-4-16,1 0-8 16,-2 0 3-16,-2 0-4 15,-3 0-5-15,-2 0 3 16,0-4-11-16,-7-1 0 15,3 2 0-15,-3 1 0 0,-3-1-1 16,1 0-17-16,-3 0-40 16,5 2-53-16,-4-1-104 15,0-1-157-15</inkml:trace>
  <inkml:trace contextRef="#ctx0" brushRef="#br0" timeOffset="207745.6775">3547 9065 724 0,'0'0'133'0,"0"0"-93"0,0 0 12 16,0 0 51-16,0 0-9 16,0 0-51-16,0 0-28 15,2 3 1-15,4-1 4 16,3 4 12-16,1-2 8 16,1 1-21-16,-2-5 5 15,6 2-3-15,-2-2-2 16,-1 0-5-16,4 0 2 15,1 0-16-15,-1 0 14 16,-1 0-9-16,0-2-5 16,-6-3 0-16,-2 3 2 0,-2 0-4 15,-1 1 4-15,-4 1-4 16,0 0 8-16,0 0-6 16,0-2 0-16,0 2 0 15,0 0-6-15,0 0 1 16,0 0-15-16,0 0-19 15,0 0-32-15,0 0-21 16,0 0-80-16,-4-3-216 16</inkml:trace>
  <inkml:trace contextRef="#ctx0" brushRef="#br0" timeOffset="210159.8498">6024 9017 239 0,'0'0'62'0,"0"0"-8"15,0 0 43-15,0 0-17 16,0 0 12-16,0 0 10 15,0 0-48-15,0-24-14 0,0 24 20 16,0-1 1-16,0 1 17 16,0 0-9-16,0 0-9 15,0 0-23-15,0 0-17 16,0 0-9-16,2 0-11 16,6 1 3-16,5 8 5 15,2-1-4-15,-3 1-2 16,1-3 2-16,0 1-3 15,0 0 1-15,-4-3-1 16,0 1-1-16,-2 0-1 16,-1-2 1-16,2-3-45 15,1 0-95-15,2 0-60 16,3 0-299-16</inkml:trace>
  <inkml:trace contextRef="#ctx0" brushRef="#br0" timeOffset="210566.7605">6701 9079 718 0,'0'0'179'15,"0"0"-125"-15,0 0 45 16,0 0 16-16,0 0-50 16,0 0-15-16,-8 0-23 15,14 0-14-15,12 0 7 16,3 1 19-16,6-1 0 15,1 0-27-15,-1 0 2 16,0 0-3-16,-2-4 3 16,0-3-8-16,-5-2 0 15,2-2-5-15,-3 1-2 16,-2-4 1-16,-1 3-22 16,-2 0-37-16,-4 0-76 15,-7-3-205-15</inkml:trace>
  <inkml:trace contextRef="#ctx0" brushRef="#br0" timeOffset="247165.482">3658 2762 480 0,'0'0'301'16,"0"0"-238"-16,0 0 26 15,0 0-31-15,0 0 63 16,0 0-41-16,0 0-19 0,-46-35-9 16,38 35-4-1,2 0-18-15,-2 0-13 0,0 0-5 16,-1 0 0-16,-5 0-12 16,2 0 11-16,-3 8-5 15,-3 3-1-15,-2 5-2 16,-3 4-1-16,-2 8-2 15,-2 4 8-15,5 4-1 16,-1 3-2-16,4 2-5 16,3-1 3-16,2 0-1 15,5-2 2-15,4-1 1 16,3 1-4-16,2-1 7 0,0-4-8 16,7 0 1-16,5-5-1 15,7-1 0-15,-3-6 0 16,7-3 8-16,1-5-8 15,0-3 0-15,3-4-1 16,1-5-4-16,1-1-24 16,-3 0-43-16,-3 0-47 15,-6 0-152-15,-8-7-230 16</inkml:trace>
  <inkml:trace contextRef="#ctx0" brushRef="#br0" timeOffset="247777.8989">2385 2716 886 0,'0'0'166'0,"0"0"-93"0,0 0-29 16,0 0 0-16,0 0-6 16,0 0 14-16,3 61 3 15,0-28-13-15,-3 4-21 16,0 0-17-16,0 1 5 15,0-4-6-15,-6-5-3 16,-4-5-5-16,-6-3-29 16,0-8-51-16,-4-4-47 15,-4-8-152-15,-3-1-125 16</inkml:trace>
  <inkml:trace contextRef="#ctx0" brushRef="#br0" timeOffset="247929.4972">2218 2964 754 0,'0'0'193'0,"0"0"-131"15,0 0-33-15,0 0 61 16,0 0 13-16,0 0-45 16,91-19-24-16,-64 16-22 15,2-2-4-15,-1-3-8 16,5 1-12-16,-2-4-69 16,-4-5-138-16,-5-4-246 15</inkml:trace>
  <inkml:trace contextRef="#ctx0" brushRef="#br0" timeOffset="248299.0184">2564 2752 852 0,'0'0'46'0,"0"0"-43"16,-80 73 59-16,46-41-5 15,5-1-15-15,-1-5-9 16,2-2-25-16,0-4-8 15,-2-8-7-15,7-5-41 16,0-7 3-16,6 0-19 16,4-18-64-16,5-10 6 15,-2-3 89-15,7-1 33 16,1 2 30-16,2 5-6 16,0 6 29-16,0 10 30 0,0 5 3 15,0 4-34-15,12 0-43 16,3 7 25-16,6 11 28 15,4 8-30-15,-2 1-8 16,4 3 1-16,-2 0-14 16,5-4-6-16,-4-6 1 15,3-5-6-15,2-8-18 16,1-7-97-16,-4-2-78 16,-3-18-438-16</inkml:trace>
  <inkml:trace contextRef="#ctx0" brushRef="#br0" timeOffset="248645.2849">3002 2675 813 0,'0'0'216'0,"0"0"-98"0,0 0-70 16,0 0-18-16,0 0 3 15,0 0 10-15,-77 97 4 16,55-64-37-16,0-3-3 15,2-3-7-15,0-6-1 16,0-6-36-16,2-8-47 16,0-7-87-16,3-3-97 15,2-15-284-15</inkml:trace>
  <inkml:trace contextRef="#ctx0" brushRef="#br0" timeOffset="248783.9156">2751 2803 617 0,'0'0'189'16,"0"0"-152"-16,0 0 104 15,0 0-26-15,0 0-52 16,89 20-3-16,-62-13-32 16,4-4-21-16,3-3-7 0,3 0-4 15,-4-8-83-15,-4-12-94 16,-5-3-86-16</inkml:trace>
  <inkml:trace contextRef="#ctx0" brushRef="#br0" timeOffset="249117.0266">3112 2597 859 0,'0'0'111'16,"0"0"-68"-16,0 0-34 15,0 0 10-15,0 0 44 16,-78 100-9-16,59-64-25 16,-4-2-24-16,3-5 2 0,-3-6-7 15,5-6 0-15,3-7-18 16,-3-10-74-16,1 0-76 15,0-11-84-15,2-14-185 16,3-4 310-16,3 0 127 16,2 4 136-16,4 7 13 15,3 8 34-15,0 5 68 16,0 5-105-16,0 0-66 16,0 5-30-16,5 15-25 15,12 4 65-15,4 2-52 16,9 1-20-16,3-1-18 15,4-6 3-15,4-3-3 16,3-6-114-16,-8-10-198 0</inkml:trace>
  <inkml:trace contextRef="#ctx0" brushRef="#br0" timeOffset="252500.3107">3907 2977 309 0,'0'0'230'15,"0"0"-110"-15,0 0 5 16,0 0-23-16,0 0 22 15,0 0 9-15,0 0-4 0,3-48-52 16,-3 48-33-16,0 0-21 16,0 0-15-16,0 17-7 15,-5 9-1-15,2 7 7 16,0 7-1-16,3 2 2 16,0 1-7-16,2 0 0 15,11-3 0-15,4-7 2 16,2-4-3-16,-1-8 1 15,6-8-1-15,-2-6 0 16,6-7 0-16,-2-2 10 16,8-18-10-16,-1-11 5 15,-2-2 0-15,-1-5-4 16,-5-2 0-16,-7 5 0 16,-7 2 2-16,-1 8-1 15,-5 6 1-15,-4 9-2 0,0 3 0 16,-1 4 0-16,2 3 1 15,-2 0 0 1,0 0-4-16,0 0-5 0,0 5 6 16,0 10 1-16,0 5 0 15,3 1 0-15,-1 2 1 16,4 0-1-16,1-2 2 16,5-1-2-16,4-3 0 15,-2-3-1-15,4-3-2 16,-2-5-3-16,-1-3 1 15,3-3-7-15,1 0-1 16,-5-2 11-16,5-8-9 16,-7-4 6-16,-2-1 3 15,-5-4 2-15,-2-1 2 0,-3-1-2 16,0-1 4-16,0-1-4 16,0 0 2-16,0 1 5 15,0 6-6-15,6 1-2 16,-1 5-1-16,3 4 2 15,1 5 0-15,0 1-4 16,3 0 3-16,5 0-2 16,-3 12-9-16,0 5 5 15,-2 5 6-15,-2 3-1 16,-6-1-7-16,-4 0 9 16,0-3 8-16,0-2-1 0,-1-4-5 15,-3-6 3-15,-1-6 2 16,4-3-7-16,-2 0 4 15,3 0-2-15,0-16-2 16,0-2-26-16,3-2 22 16,10 6-15-16,5 2-2 15,2 8 16-15,-1 4-6 16,2 0 4-16,-2 0 6 16,3 4 0-16,2 5 0 15,-2 0-1-15,-3-2 2 16,-3-3-1-16,1-1 1 15,-4-3-1-15,-4 0-22 16,0 0-74-16,0-10-146 16,-6-7-504-16</inkml:trace>
  <inkml:trace contextRef="#ctx0" brushRef="#br0" timeOffset="255195.9168">5066 2997 32 0,'0'0'836'0,"0"0"-791"16,0 0 22-16,0 0 10 15,0 0 2-15,0 0-8 16,-97 20 0-16,76-2-26 15,3 2-14-15,8 2-13 16,4 2-8-16,3-2-8 16,3-1 0-16,0-2 3 15,7-4-9-15,8-5 4 16,2-5-5-16,2-5 5 16,2 0 11-16,4-17-8 15,-2-10 14-15,-1-9-12 0,0-7-1 16,-4-4-3-16,-6 1 0 15,-5 3-1-15,-6 3 2 16,-1 8 1-16,0 9 2 16,0 9 5-16,0 8 5 15,0 5-8-15,0 1-7 16,0 0-5-16,0 2-6 16,0 17 3-16,0 6 8 15,7 6 3-15,-4 2-2 16,4 2-1-16,-1 0-1 15,1 1 1-15,3-3 5 16,3-6-5-16,2-1-3 0,1-7 1 16,-2-4 2-1,2-7-3-15,0-4 3 0,1-4 0 16,4 0 2-16,-3-6-2 16,3-9 2-16,-2-3 2 15,-4 0 0-15,-5-1-2 16,-2 2 0-16,-5 3-2 15,-2 3 2-15,-1 3-1 16,0 5-1-16,0 3 0 16,0 0 0-16,0 0 0 15,0 0-6-15,0 10 4 16,-1 7 1-16,-2 6 1 0,3 0 2 16,0-1-2-1,0 1 0-15,0-5 2 0,9 0-2 16,3-7-1-1,3-3 0-15,-3-5-1 0,2-3 2 16,-1 0 0-16,1-8 3 16,-2-9-3-1,-1-5 0-15,2-3-5 0,-5 0 4 16,-4 2 1-16,1 3 0 16,-2 3 0-16,1 3 0 15,-1 3 0-15,0 3 1 16,0 0-1-16,6 2-4 15,3 1 0-15,1 2-2 16,5 0-4-16,2 3-2 16,-1 0 2-16,3 0 0 0,-4 0-3 15,0 7 10 1,-3 5-6-16,-5 4 0 0,-4 1 7 16,-6 3-6-1,0 4 8-15,0 2 1 0,0-4 10 16,0-4-1-16,0-3-7 15,0-5 2-15,0-3-4 16,5-4 3-16,9-3-4 16,5 0 8-16,3-10 2 15,4-7-8-15,3-5 1 16,-2-1-3-16,-4 0-1 16,-6 3 1-16,-6 2 0 0,-2 4 0 15,-5 5-1-15,-4 4-2 16,0 4-5-1,0 1-1-15,0 0 0 0,0 1 5 16,-5 10 2-16,-3 3-5 16,1 0 4-16,3 0 5 15,3-1-4 1,-1 0 2-16,2-1 0 0,0-2 0 16,0-1 0-16,0-2 0 15,6-3-4-15,5 0 4 16,4-4 1-16,3 0 2 15,4 0-3-15,3-5 4 16,2-5-8-16,0-2-4 16,0 0-4-16,-3-1 0 15,0 0-5-15,-2 0 6 0,-1 1 0 16,-8 3 4-16,-2 2 6 16,-5 2 1-16,-2 4 0 15,-4 1 0-15,0 0-2 16,0 0-8-16,-13 3 10 15,-4 11 0-15,-2 6 2 16,1 0 7-16,5 1-2 16,2 3-4-16,4-4 2 15,4-1 3-15,3-2-1 16,0-3-3-16,2-3-4 16,12-7 0-16,3-4 0 0,4 0 1 15,4-3 6-15,3-14-7 16,2-5 0-1,0-2-2-15,0-5 1 0,-2 0-2 16,2-2 3-16,-3-1 8 16,-6-1-8-16,-2 2 0 15,-5 1-5-15,-4 3 6 16,-6 6-1-16,-4 7 0 16,0 7 4-16,0 6 3 15,0 1-7-15,0 0-1 16,0 6-3-16,-4 14 3 15,-8 5 1-15,5 4 0 16,2 0 5-16,2 2 1 0,3-4-4 16,0-4 0-16,0-5-1 15,12-6 0-15,5-5 0 16,8-7 1-16,3 0 2 16,2-6-4-16,1-11-3 15,-1-1-8-15,-7-1 4 16,-3 0-2-16,-2 2 8 15,-9 6 2-15,-3 5-3 16,-4 3 4-16,-2 3-4 16,0 0-3-16,0 7 3 15,-9 9 2-15,-4 5 16 16,8 0-12-16,0 4-1 16,5-2 2-16,0-2-4 15,0-3 0-15,3-2 1 0,12-5-1 16,-1-2 1-1,3-6 1-15,4-3-2 0,2 0 3 16,1-7-2-16,-2-9 2 16,-2-2 1-16,-1-2-5 15,-3-3 5-15,-1 1-5 16,-4-2 1-16,-1-1 0 16,-1 0 1-16,-3 3-2 15,2 4 1-15,-4 8 0 16,-3 3-1-16,-1 7 0 15,0 0-2-15,0 0-2 16,0 8-2-16,0 11 6 0,-8 3 7 16,3 1-4-1,1-3-1-15,4-1-1 0,0-7 3 16,0-3-4-16,4-5-6 16,4-1-18-16,3-3-47 15,-5-3-95-15,-6-12-169 16</inkml:trace>
  <inkml:trace contextRef="#ctx0" brushRef="#br0" timeOffset="255375.4276">6354 2938 757 0,'0'0'108'0,"0"0"-87"0,0 0-21 15,0 0 0-15,100-10-8 16,-55 1-121 0,0 1-520-16</inkml:trace>
  <inkml:trace contextRef="#ctx0" brushRef="#br0" timeOffset="256366.4363">6777 2985 709 0,'0'0'97'0,"0"0"-23"16,0 0 7-16,0 0 45 15,0 0-43-15,0 0 2 0,-45-44-50 16,21 44 3-16,1 3-24 16,1 13 3-16,4 5 6 15,6 4-9-15,5 4-14 16,4-2 5-16,3 0-6 15,0-3 3-15,9-3-4 16,10-4 4-16,4-6-2 16,5-5 0-16,3-6 1 15,1 0 4-15,-1-9-5 16,-1-12-6-16,-3-4-5 0,-5-1 11 16,-4-1-5-16,-6 2 4 15,-5 4-4-15,-2 7 5 16,-5 6 0-16,0 8 1 15,0 0-1-15,0 0-4 16,0 0-6-16,0 14-2 16,0 10 12-16,0 2 3 15,0 5 1-15,0 0-4 16,0 2 3-16,0-2-1 16,0-1-1-16,0-4-1 15,-6-1 0-15,-2-3 0 16,1-2-1-16,-5-4-2 15,1-3-14-15,1-2-9 0,-2-1-4 16,3-4 1 0,0 0-9-16,5-3-5 0,2-2 13 15,1-1 13 1,1 0 17-16,0 0 0 0,0 0 0 16,0-7 1-16,0-5-1 15,3 1 1-15,9-2 6 16,0 1-7-16,2 0-1 15,0-3-46-15,4 1-124 16,-6-1-253-16</inkml:trace>
  <inkml:trace contextRef="#ctx0" brushRef="#br0" timeOffset="257105.2727">6787 3003 577 0,'0'0'206'16,"0"0"-178"-16,0 0-4 15,0 0 68-15,-40 71-18 16,35-47-9-16,1 2-5 16,4-2-23-16,0-1-24 0,0-6-7 15,9 0-1 1,6-8-5-16,0-4-3 0,3-5 3 16,1 0 7-16,0-5-4 15,2-14 3-15,1-8-3 16,2-4-2-16,-3-6 0 15,2-3-2-15,-4 0 7 16,-2-5-3-16,-3 1 1 16,-3 2 23-16,-5 2 2 15,-2 4-5-15,-3 3-2 16,-1 3-4-16,0 3 6 16,0 5-18-16,0 5 0 15,0 7 5-15,0 4-8 16,0 6 4-16,0 0-7 15,0 2-11-15,0 19-7 0,0 11 18 16,0 11-1-16,0 9 2 16,0 4 0-16,0 1 6 15,-1-1-7-15,1-5 9 16,0-10-8-16,0-7 7 16,6-8-6-16,8-6-2 15,5-10-2-15,2-8-5 16,7-2-10-16,8 0-51 15,3-11-162-15,-2-7-272 16</inkml:trace>
  <inkml:trace contextRef="#ctx0" brushRef="#br0" timeOffset="259022.2573">8094 3005 826 0,'0'0'114'0,"0"0"-40"15,0 0 48-15,0 0-56 16,0 0-1-16,-93-4 0 16,59 18-11-16,2 2-18 15,6 3-8-15,3-2-16 16,11 3-7-16,6-4-2 0,6-1-3 16,0-1-1-16,2-2-2 15,16-5-1-15,7-4-7 16,5-3 11-16,4-2-3 15,-1-13-8-15,-4-6-2 16,-6-1-3-16,-7 1 13 16,-6 0-1-16,-6 2 4 15,-4 3 0-15,0 4 3 16,0 7 1-16,0 2 8 16,0 3-12-16,0 1-5 15,0 21 4-15,0 10 0 16,0 9 1-16,0 4 5 15,0 0-3-15,-4 1 1 0,-6-6-3 16,-1-3 1-16,-4-5 0 16,3-12 0-16,0-4-1 15,3-9-6-15,0-7-12 16,3 0-6-16,5-7 15 16,1-19-96-16,0-6 21 15,13-4 72-15,12 2-40 16,11 4-12-16,-1 6 45 15,2 3 19-15,-1 4-3 16,-4 1 7-16,0 2 1 16,-2 3 12-16,-2-1 11 15,-3 0-7-15,-4 0-5 16,-3-2-5-16,-3-1-3 16,-8-5-4-16,-4-2 4 0,-3-3 0 15,0 0-6-15,0-2-2 16,-10 3 0-16,-3 2-14 15,-4 7-27-15,-2 6 4 16,-2 7 14-16,1 2-4 16,-3 0 17-16,6 9 9 15,4 3-4-15,3 4 4 16,8 1 2-16,2 1 5 16,0 1-1-16,10-3 7 15,11 0 6-15,3-2-8 16,6-4 6-16,4-2-7 15,3-5-2-15,2-1-4 16,0-2 3-16,3 0-5 0,-5 0 0 16,-1-3 1-1,-6-2 0-15,-6 0-2 0,-2 2-2 16,-12 2 2-16,-2 1 0 16,-5 0-1-16,-3 0 1 15,0 0-24-15,0 5 24 16,-6 10 3-16,-6-1 9 15,2 2 7-15,1 1-2 16,3 0 9-16,4-1-11 16,2-3-14-16,0-1 0 15,0-3-1-15,6-2-1 16,10-3 0-16,2-1-3 0,3-3 2 16,1 0-10-1,-5 0-9-15,-4 0 5 16,-7 0 10-16,-3 0 5 0,-3 0 1 15,0 0-5-15,0 7 5 16,0 4 5-16,0 3 21 16,0-1 1-16,3-1-3 15,4-3-17-15,4-1 7 16,4-1 2-16,3-7-4 16,-1 0-8-16,2 0 1 15,-1-10 5-15,1-7-9 16,-3 0-1-16,-5 1-18 15,-8-1-25-15,-3 4-47 16,0 4 31-16,-14 2-5 16,-6 5 5-16,-2 2 0 0,8 0 52 15,1 6 7 1,5 5 2-16,8 0-2 0,0-1 2 16,0-6 2-16,19-2 0 15,4-2 1-15,7 0-1 16,1-11-3-16,1-8-1 15,3-6-2-15,-7-4 2 16,-4 0 0-16,-3-2 1 16,-5-1 0-16,-4 1 0 15,-4 1 45-15,-2 2 3 16,-4 2 6-16,-2 8 35 16,0 6-33-16,0 7 11 15,0 4-23-15,0 1-29 16,0 6-16-16,0 18-7 0,-3 8 7 15,0 2 4-15,1 2 7 16,2 0-8-16,0 0-1 16,0-4 3-16,0-5 6 15,0-4-8-15,-3-8 2 16,3-6-3-16,0-6-1 16,0-3 2-16,0 0 6 15,0-16 5-15,0-9-14 16,0-6-1-16,0-5-1 15,-2-3-2-15,2-3-16 16,0-1 5-16,0 1-5 16,0 4 7-16,2 9 3 15,13 8-5-15,-2 9-4 0,3 4-4 16,0 6 3-16,1 2 11 16,0 0 8-16,2 14 0 15,-5 5-3-15,-1 4 3 16,-8 3 1-16,-5-1 7 15,0 1 14-15,-17-1 14 16,-2 0-15-16,-5-3-17 16,3-6-3-16,0-1-76 15,2-9-186-15,1-6-339 16</inkml:trace>
  <inkml:trace contextRef="#ctx0" brushRef="#br0" timeOffset="259816.6198">9333 3171 149 0,'0'0'670'0,"0"0"-606"16,0 0-23-16,0 0 81 0,0 0-21 15,0 0-39-15,88-19-20 16,-57-1-19-16,-5-2-7 16,-1-4-12-16,-8-2 0 15,-8 3-1-15,-8-1-2 16,-1 4 7-16,0 1-7 16,-6 3-1-16,-6 3 2 15,3 7-3-15,3 4 1 16,3 4-6-16,3 0 0 15,-1 4-3-15,-1 14 6 16,2 7 3-16,0 3 2 16,0 3 0-16,0-2 0 15,0-2-2-15,0-3 6 0,0-4-4 16,0-5 1-16,0-7-3 16,-1-5 0-16,1-3-3 15,0 0-10-15,0-10-2 16,3-11-73-16,14-4-15 15,5 2 64-15,1 6 14 16,-2 7 19-16,-2 7 6 16,-3 3 18-16,0 0 36 15,2 3-3-15,1 7-15 16,-1 4-17-16,5-4-12 0,-1 0-7 16,2-4-4-1,-2-6-99-15,-1 0-150 0</inkml:trace>
  <inkml:trace contextRef="#ctx0" brushRef="#br0" timeOffset="260072.01">10030 2832 824 0,'0'0'16'15,"0"0"40"-15,86 56-13 0,-56-27 33 16,-5 9 45 0,-4 5-46-16,-8 9-3 0,-11 1-17 15,-2 3-19 1,-10 4-11-16,-20-2-13 0,-13 3-7 16,-16 0-5-16,-16 3-40 15,-24-5-158-15,-26 1-837 16</inkml:trace>
  <inkml:trace contextRef="#ctx0" brushRef="#br0" timeOffset="265688.8715">18232 1398 701 0,'0'0'304'16,"0"0"-191"-16,0 0-74 0,0 0-16 15,0 0 8 1,0 0-2-16,0 0 4 16,-36 53-4-16,23-39-15 0,1 1-8 15,4-6-3-15,-2-3-3 16,1-4-9-16,0-2-55 16,1 0-86-16,2-5-92 15,6-12-163-15</inkml:trace>
  <inkml:trace contextRef="#ctx0" brushRef="#br0" timeOffset="265831.9438">18232 1398 186 0,'-93'28'438'16,"95"-28"-306"-16,2 0-16 15,1 8-37-15,2 2-20 16,4-3-17-16,-1 2 1 0,4-1-35 16,1-3-8-16,-1-1-65 15,1-4-87-15,-1 0-50 16,-1 0-322-1</inkml:trace>
  <inkml:trace contextRef="#ctx0" brushRef="#br0" timeOffset="265953.6225">18290 1448 793 0,'0'0'191'0,"0"0"-123"16,0 0 16-16,0 0-38 16,0 0-38-16,0 0-8 15,-24 73-122-15,17-39-420 16</inkml:trace>
  <inkml:trace contextRef="#ctx0" brushRef="#br0" timeOffset="275092.8684">4675 17336 1013 0,'0'0'72'0,"0"0"-17"15,0 0 9-15,0 0-29 16,0 0 0-16,0 0 3 16,0 0-35-16,-33-20-3 15,33 20-44-15,0 0-87 16,13 0-80-16,4 0 34 15,2 0-248-15</inkml:trace>
  <inkml:trace contextRef="#ctx0" brushRef="#br0" timeOffset="275239.475">4836 17333 727 0,'0'0'89'15,"0"0"-69"-15,0 0 35 16,0 0 28-1,0 0-28-15,0 0-55 0,0 0-45 16,21 0-120-16,-6 0-75 16</inkml:trace>
  <inkml:trace contextRef="#ctx0" brushRef="#br0" timeOffset="278406.1702">2858 3626 794 0,'0'0'62'16,"0"0"46"-16,0 0-51 15,0 0-32-15,0 0-24 16,0 0-1-16,0 0-9 16,0 0 9-16,85-28 7 15,2 25 28-15,23-4-6 16,26 0-16-16,25 1 8 16,16-3-3-16,14 2-8 15,15-1-8-15,10 2-2 16,2-2 0-16,-3 1-1 15,3 3 1-15,-2-2 4 0,8 3 1 16,0 0-5 0,5 2 0-16,-2 0-1 0,-2-1 1 15,9-2 2-15,11-2 20 16,8 2 24-16,-5 1-32 16,-2 3-7-1,-20 0-5-15,-13 0-2 0,-15 5 1 16,-24 3-5-16,-18 3 4 15,-25-2 0-15,-16 2 1 16,-15 0 0-16,-12 1-1 16,-5-1-12-16,-8 2-39 15,-11-1-89-15,-10 1-38 16,-10-8-232-16</inkml:trace>
  <inkml:trace contextRef="#ctx0" brushRef="#br0" timeOffset="283759.2356">300 9803 816 0,'0'0'132'0,"0"0"-106"15,0 0-6-15,0 0 28 16,0 0 9-16,0 0-26 15,0 0 11-15,81 0-2 16,-44 0-10-16,3-3-15 16,-3-3-13-16,-7 3 1 15,-6-2-1-15,-4 1-1 16,-6-2-1-16,-8-1-17 0,-4-2-50 16,-2-6-34-1,0 1-72-15,-9-2 44 0,-9 3-56 16,-4 4 150-16,3 1 35 15,2 0 65-15,8 2 57 16,1 3-38-16,4 0 25 16,4 1-13-16,0 2-19 15,0 0-51-15,0 0-26 16,12 0-16-16,13 11 16 16,5 6 5-16,1 4 7 15,1 5-1-15,-7 1 3 16,-5 2 3-16,-7 5-8 0,-9 2-8 15,-4 5 9 1,0-1-10-16,-10 5-30 0,-8-4-160 16,1-4-320-16</inkml:trace>
  <inkml:trace contextRef="#ctx0" brushRef="#br0" timeOffset="288762.9158">3000 10277 593 0,'0'0'104'0,"0"0"-15"16,0 0 3-16,0 0-9 15,0 0 20-15,0 0-9 0,0 0-45 16,-23-23 22-1,23 23-27-15,-2 0 5 0,2 0-24 16,0 0-19-16,0 0-4 16,0 0-2-16,0 0-5 15,14 0 3-15,6 0 4 16,1 0 1-16,3 0-2 16,-2 0 2-16,-4 0-5 15,0 0 2-15,-3 0 0 16,-5 0 1-16,-1 0-1 15,-3 0 0-15,-3 0 0 16,1 0-37-16,-1 0-40 16,3 0-56-16,2 0-30 15,-2 0-172-15</inkml:trace>
  <inkml:trace contextRef="#ctx0" brushRef="#br0" timeOffset="289520.4134">3738 10271 560 0,'0'0'169'0,"0"0"-146"15,0 0 46-15,0 0 20 16,0 0-9-16,0 0-13 16,-37 0 5-16,34 0-43 15,0 0 10-15,0 0 26 16,0 0-24-16,3 0-8 16,-2 0-3-16,2 0-12 0,0 0-1 15,0 0-11-15,0 1-6 16,0 1 0-1,5-1-1-15,11 2 2 0,4 0 3 16,4-3 2-16,2 1-6 16,0-1 19-16,-1 0-8 15,-4 0-4-15,-5 0-5 16,-2 0 4-16,-4 0-5 16,-4 0-2-16,-3 0 1 15,-3 0 0-15,0 0 1 16,0 0-1-16,0 0-1 15,0 0 1-15,0 0 1 0,0 0 1 16,0 0-1-16,0 0 5 16,0 0 4-16,0 0-10 15,0 0 8-15,0 0 1 16,0 0-5-16,0 0 3 16,0 0-7-16,0 0 0 15,0 0 0-15,0 0 0 16,0 0-1-16,0 0-6 15,0 0-19-15,0 0-9 16,0 0-12-16,0 0-22 16,3 0-56-16,-1 0-83 15,-2 0 17-15,0 0-279 16</inkml:trace>
  <inkml:trace contextRef="#ctx0" brushRef="#br0" timeOffset="291367.1231">6247 10348 309 0,'0'0'160'0,"0"0"-142"16,0 0 44-16,0 0 34 16,0 0-44-16,0 0 0 15,-7-6-28-15,5 4-22 16,-1 1 40-16,3 0 19 0,0 1-27 16,-3 0 14-1,3 0 16-15,0 0 1 0,-2 0-12 16,2 0-9-16,-1 0-4 15,1 0-9-15,0 0-6 16,0 0-2-16,0 0-14 16,0 0-2-16,0 0 3 15,0 0-8-15,0-2 1 16,6-1 3-16,11 0-5 16,3 1 19-16,3-1-10 15,-4 2 7-15,-1-2-9 16,-3 3-8-16,-5 0 5 0,-2 0-2 15,1 0-2-15,0 0 10 16,-5 0-7-16,-4 0 4 16,0 0-6-16,0 0 7 15,0 0-3-15,0 0 0 16,0 0-1-16,0 0-5 16,0 0 2-16,0 0-2 15,0 0-6-15,0 0-38 16,6 0-34-16,5 0-121 15,5 3-7-15,8-2-245 16</inkml:trace>
  <inkml:trace contextRef="#ctx0" brushRef="#br0" timeOffset="292119.1918">7136 10336 710 0,'0'0'79'0,"0"0"-65"15,0 0 72-15,0 0 33 16,0 0-44-16,0 0-15 15,-18 0-19-15,18 0-13 16,0 0-1-16,0 0-1 16,0 0-4-16,0 0-6 0,0 0 1 15,5 0-11 1,9 0 8-16,6 0 14 0,1 0-2 16,2-1-15-16,-1-3 1 15,0 1-11-15,-3 1 5 16,-1 2 2-1,-3-1-5-15,-4 1 1 16,-7 0-4-16,-1 0-1 0,-3 0 1 16,0 0 3-16,0 0-2 15,0 0-1-15,0 0 0 16,0 0 2-16,0 0 0 16,0 0-2-16,0 0 2 15,0 0 3-15,0 0-5 16,0 0 2-16,0 0 5 15,0 0-3-15,0 0-3 0,0 0 2 16,0 0 3-16,-1 0-6 16,-2-1 0-16,0 1-1 15,0-2-3-15,0 1-13 16,0-1 8-16,1 2-6 16,-1 0-11-16,3 0-2 15,0 0-8-15,0 0-23 16,0 0-34-16,-2 0-51 15,-1 6 39-15,-1 5-47 16,0 0-143-16,1-1-194 16</inkml:trace>
  <inkml:trace contextRef="#ctx0" brushRef="#br0" timeOffset="295372.0221">9706 10347 616 0,'0'0'235'16,"0"0"-153"-16,0 0-61 15,0 0 29-15,0 0 13 16,0 0 19-16,-46-4-21 15,37 4-16-15,1 0-19 16,5 0 11-16,1 0-5 16,2 0-19-16,0 0-11 15,0 7-2-15,13 3-3 0,17 2 3 16,13 0 11-16,15-2 3 16,12-6 3-16,15-2-10 15,11-2-3 1,7 0 4-16,2 0-5 0,-3 0-3 15,-8 0-2-15,-8 0-1 16,-4 10 2-16,-10 2 2 16,-7 1-2-16,-3 1 1 15,-4-6 0-15,-7-1 0 16,-1-4 2-16,-10-3-2 16,-8 0 3-16,-10 0-3 15,-10 0 0-15,-6 0-1 16,-6 0-8-16,2 0-13 15,-2 0-9-15,3-3-33 0,1-5-85 16,1-1-82 0,-4-5-322-16</inkml:trace>
  <inkml:trace contextRef="#ctx0" brushRef="#br0" timeOffset="302833.5586">5015 13505 549 0,'0'0'161'0,"0"0"-70"16,0 0-15-16,0 0 30 15,0 0 41-15,0 0-82 16,0 0-8-16,-46-36-31 16,24 36 3-16,-3 7 0 15,-3 10-7-15,0 8-8 16,-1 3-4-16,6 6 3 0,9 3-4 15,8 0-1 1,6-1-4-16,0-2-2 0,18-8 3 16,6-5-1-1,6-10-1-15,6-10 0 0,4-1-3 16,6-9 5-16,-1-15-5 16,1-10 7-16,-10-3-4 15,-8-2-3-15,-11 2-19 16,-13 2 12-16,-4 8-8 15,-14 3 6-15,-17 7 6 16,-9 5-8-16,-3 3 8 16,0 9-2-16,2 0 5 15,6 0-2-15,8 11 2 16,9 4-1-16,9 5-5 16,6 3-31-16,3 4-41 0,18 2-58 15,19-4-88 1,18-4-432-16</inkml:trace>
  <inkml:trace contextRef="#ctx0" brushRef="#br0" timeOffset="303572.6138">10533 13350 778 0,'0'0'134'16,"0"0"-51"-16,0 0 42 15,0 0 13-15,0 0-93 16,0 0-21-16,-102-12-2 16,68 38 8-16,-2 6 3 15,12 2-19-15,7 0-2 16,15 0-2-16,2-3-6 0,7-4-2 16,21-5 1-16,10-8-2 15,17-13 3-15,10-1-3 16,6-9 3-16,-4-13 0 15,-11-3-4-15,-17 0 0 16,-16 2-1-16,-19-2 0 16,-4 0-4-16,-25 0-5 15,-22 3-3-15,-15 9-3 16,-14 4-8-16,-4 8-22 16,-1 1-24-16,1 11-84 15,3 10-141-15,0-1-343 0</inkml:trace>
  <inkml:trace contextRef="#ctx0" brushRef="#br0" timeOffset="304436.3526">4266 14229 863 0,'0'0'127'0,"0"0"-61"15,0 0 29-15,0 0-14 16,0 0-19 0,0 0-18-16,-73 53-17 0,66-27-8 15,7 1-1-15,0 2 12 16,0-5-16-16,16-7-9 15,6-2-1-15,1-2 5 16,4-9-2-16,4-4-1 16,5 0 3-16,4-17-3 15,2-7 1-15,-1-6-4 16,-8 2-1-16,-10 3-2 16,-5 3 2-16,-9 8 3 15,-6 3-4-15,-3 3 1 0,0 5-1 16,0 3 2-1,0 0-3-15,0 11-7 0,-5 13 6 16,-2 4 0-16,7 6 1 16,0-3 0-16,3-1 0 15,17-4 0-15,13-4 0 16,9-5 0-16,15-8 0 16,12-7-36-16,8-2-89 15,9-9-217-15</inkml:trace>
  <inkml:trace contextRef="#ctx0" brushRef="#br0" timeOffset="305204.3134">10916 13900 526 0,'0'0'384'0,"0"0"-230"16,0 0-70-16,0 0-16 15,0 0 21-15,0 0-19 16,-18-31-47-16,18 45-21 16,0 14 13-16,0 7 23 0,4 3-13 15,2 6-7-15,2-1-5 16,-1-2-2-16,2-3-3 15,2-5 1-15,4-4-4 16,2-10-5-16,4-5 5 16,6-8-1-16,7-6-4 15,5-5 4-15,9-19-3 16,0-5-1-16,-5-2-6 16,-3-1-48-16,-7 6-17 15,-9 6-57-15,-8 5-134 16,-11 5-299-16</inkml:trace>
  <inkml:trace contextRef="#ctx0" brushRef="#br0" timeOffset="306724.3256">5195 13462 669 0,'0'0'199'0,"0"0"-140"16,0 0-13-16,0 0 39 16,0 0 5-16,0 0-53 15,0 0-17-15,0 0-20 16,2 0-2-16,13 0-3 16,12-10 0-16,5-4 0 15,3-1-44-15,5 3-56 16,2 0-1-16,-2 2-22 15,2 2-121-15,-3 2-209 16</inkml:trace>
  <inkml:trace contextRef="#ctx0" brushRef="#br0" timeOffset="307051.5321">5722 13386 119 0,'0'0'551'0,"0"0"-463"15,0 0-65-15,0 0 56 16,0 0 34-16,0 0-51 15,60-23-27-15,-35 12-8 16,5 2-23-16,1 2-2 16,2 4 0-16,0 0-1 15,1 3-1-15,-1 0 1 16,-2 0-1-16,-1 0 0 16,-5 0-1-16,-1 0 1 15,-3 3 0-15,3 0 0 0,0 2 0 16,0 0-3-16,-3 1 2 15,-2 0 0-15,-4 0 1 16,-6 0-3-16,-3-1-19 16,-5-1-27-16,-1-2-46 15,-3 3-20-15,-19-2 9 16,-9 0-208-16,-2-1-83 16</inkml:trace>
  <inkml:trace contextRef="#ctx0" brushRef="#br0" timeOffset="308422.8659">5341 13537 684 0,'0'0'78'0,"0"0"-46"16,0 0 60-16,0 0 28 15,0 0-59-15,0 0 23 16,-47-6-69-16,47-7-3 16,15-4-10-16,10-3-2 0,10-2 0 15,6 1-2 1,6-1 2-16,3 2 3 0,1 1-3 15,0 4 0 1,-2 2 1-16,-1 3-1 0,-2 3 0 16,-5 4-1-16,-1 3 1 15,-2 0-1-15,-4 0 2 16,-4 5-1-16,-1 5 1 16,-4 1 0-16,-1-2-2 15,0 2 1-15,-2-3 0 16,0 0 5-16,4 0 2 15,2-5 6-15,11 0 12 16,7-2-2-16,11-1-7 16,10 0-5-16,6 0-6 15,-1 0-3-15,5 0-2 0,-2 0 3 16,1 0-9-16,2-5 10 16,-9 3-6-16,-6-1 4 15,-10-1-3-15,-5 4 1 16,-5 0-1-16,-7 0-5 15,-7 0 5-15,-8 0-1 16,-2 0 2-16,-7 0 0 16,-1 7-6-16,4 0 6 15,2 3 0-15,3 0 0 16,10 0 0-16,1 1 0 16,6-2 1-16,2-1-1 15,2-3 5-15,9-2-7 16,4-3 2-16,2 0 0 15,3 0 0-15,-4-6-3 0,-3-4 3 16,-7-1 0-16,-1 1-1 16,-3-2 0-16,-5 3 1 15,2 0-3-15,-5 4 3 16,-5 1 1-16,-2 0-1 16,-2 4 0-16,3 0 0 15,4 0-1-15,2 0 1 16,5 5 0-16,0 2 0 15,-2 3 1-15,7-1-1 16,0 3 0-16,1 0 0 16,3-4 0-16,-2-4 1 15,1 1 0-15,-6-2-1 0,-2 0-1 16,0-1 1-16,-1-2 0 16,3 0 1-16,6 0 1 15,-1 0-2-15,-1 0-2 16,-2 1-3-16,1 3 3 15,-1-2 1-15,-6 2 1 16,-5-3-1-16,0-1 1 16,-4 0-1-16,0 0 0 15,1 0 1-15,2 0-1 16,0-1 0-16,4-5-6 16,-1 1-8-16,0 0 2 0,-3 2 8 15,-2 1 3 1,-5-1 1-16,1 3 1 0,-5 0-3 15,-1 0 6-15,-5 0-4 16,0 0 1-16,-5 0-1 16,6 0 0-16,-2 0 1 15,4 0 0-15,3 0 0 16,5 0 0-16,2 3 0 16,6 2 0-16,-1 1 1 15,2 0 0-15,-3 1-1 16,0-3 1-16,-2-3 0 15,-4-1-1-15,-1 0 0 0,-1 0 0 16,-2 0 4-16,0 0-3 16,3-2-1-16,3-3 2 15,-1 0-5-15,1 3 6 16,3 0-5-16,-5 2 2 16,5 0 0-16,-2 0 2 15,0 0-2-15,0 2-2 16,-6 4-1-16,3 0 4 15,-4-4-1-15,1 1 0 16,-3-3-1-16,3 0-2 16,0 0 0-16,-2 0-22 15,4 0-43-15,-1 0-44 16,-1 0-36-16,-3 0-94 16,-6 0-267-16</inkml:trace>
  <inkml:trace contextRef="#ctx0" brushRef="#br0" timeOffset="314804.7209">7813 13430 587 0,'0'0'174'15,"0"0"-118"-15,0 0-23 0,0 0 70 16,0 0-10-16,0 0 3 15,0 0-52-15,-39-33-31 16,34 33 30-16,0 0-20 16,-1 0-17-16,3 3 3 15,1 8-5-15,2 1 6 16,0 3-3-16,0-3 4 16,5 0-6-16,11-2 6 15,-1-5-6-15,5-1-3 16,-1-4 0-16,-1 0 4 15,-4 0-5-15,-3-5 5 16,-6-5-4-16,-5 0-1 0,0-3 1 16,0 3 0-16,-12-1 1 15,-6 3-2-15,-3 2-1 16,0 3 1-16,3 3-1 16,5 0 0-16,1 0-1 15,6 0 1-15,2 11 0 16,4-2-5-16,0 2 1 15,0 0 4-15,12 1-2 16,4-4-2-16,0-2 4 16,2-2-2-16,-4-2 0 15,-1-2-35-15,-4 0-7 0,-3 2-54 16,0 7-82 0,-3 6-42-16,-3 2-271 0</inkml:trace>
  <inkml:trace contextRef="#ctx0" brushRef="#br0" timeOffset="315443.1785">7780 13883 583 0,'0'0'167'0,"0"0"-62"0,0 0-74 16,0 0 95-16,-14-75-25 15,14 66-32-15,0 1-19 16,0 2-9-16,0 1-10 15,0 4 5-15,0 1-8 16,0 0-12-16,0 0-11 16,0 14-3-16,0 10 9 15,0 8 11-15,4 2-1 16,2 0-10-16,1-3-1 16,4-4-10-16,2-5 5 15,1-5-7-15,2-10 4 0,-4-2-2 16,3-5 3-1,-2 0-1-15,1-14-2 0,-1-6-13 16,-2-2 0-16,-5 2-3 16,-2 3 6-16,-3 6 10 15,-1 5 0-15,0 4 0 16,0 2 0-16,0 0-1 16,0 11 1-16,0 5 0 15,5 3 6-15,4-4-4 16,2-3 7-16,5-5-4 15,0-6-1-15,4-1 3 16,5 0-3-16,-1-17 5 16,4-6-6-16,-4-6-2 15,-6-1 2-15,0 0-3 0,-9 3-4 16,-6 5-18-16,3 10-36 16,-6 7-53-16,0 5-164 15,1 3-404-15</inkml:trace>
  <inkml:trace contextRef="#ctx0" brushRef="#br0" timeOffset="315656.6069">8270 13924 812 0,'0'0'197'0,"0"0"-57"0,0 0-87 15,0 0 19 1,0 0-36-16,0 0-24 0,0 34 20 15,-5-10-11-15,3 2-12 16,1-2-7-16,1 0 1 16,0-1-3-16,0-6-59 15,0-5-140-15,0-8-430 16</inkml:trace>
  <inkml:trace contextRef="#ctx0" brushRef="#br0" timeOffset="336317.9398">5118 13472 488 0,'0'0'53'16,"0"0"-11"-16,0 0-32 16,0 0 5-16,0 0 100 15,0 0-62-15,0 0-29 16,37-85-11-16,-22 70-1 16,-1-2-8-16,5 1 15 15,2-4-15-15,0 1 1 16,5-1-3-16,3-2 0 15,2 3-1-15,5-3 2 0,0-2-3 16,7 2 0-16,2-1 0 16,1 0 1-16,-1-1-1 15,-1 2 0-15,1 2 0 16,-3 0 0-16,3 0 3 16,-1-2-3-16,1 0 0 15,1 1 1-15,-2 0-1 16,-1 1-1-16,-3 1 1 15,-2 3-1-15,-6 0 1 16,-3 1 0-16,-7 5 4 16,2-2-4-16,-3 5 0 15,-3-2 0-15,-2 5 0 16,-1 3 0-16,-3 0 0 0,1 1 5 16,-1 0-2-1,0 0 0-15,2 0 3 0,-1 0-5 16,1 0 2-16,11 0 3 15,-4 0-3-15,7 0-3 16,4-4 0-16,-1-5 0 16,9-1 1-16,-6 1 1 15,1-3-4-15,-4 2 2 16,-3 0-1-16,-1 0 0 16,-2 0 1-16,-2 0 0 15,-1 2 0-15,-2-1-1 16,-2 0 1-16,-2 2 1 15,1-1-1-15,-1 0 0 16,-1 2-1-16,1 1-11 0,-1-1 6 16,-2 2 2-16,0 2 1 15,1-3 3-15,1 2-1 16,5-3 1-16,0 1 0 16,0 0-55-16,1-1-61 15,-6-1-219-15</inkml:trace>
  <inkml:trace contextRef="#ctx0" brushRef="#br0" timeOffset="336890.4067">7306 12335 648 0,'0'0'138'15,"0"0"-67"-15,0 0-10 16,0 0 40-16,0 0-7 15,0 0-57-15,0-8-33 0,5 25 23 16,5 7 40-16,0 1-22 16,-2 3-12-1,4-3-7-15,0-4-10 0,-2-3 0 16,3-2-9-16,0-5 2 16,0-5-6-16,-1-6 0 15,0 0 1-15,3-2 0 16,-3-13 2-16,1-4-6 15,-4 2-1-15,-5 3-2 16,-2 6-1-16,0 6-3 16,-2 2 6-16,0 0-3 15,0 0-6-15,0 5 6 16,0 7 3-16,3 0 1 0,1-2 0 16,5-3 2-16,1-3 2 15,8-4-1-15,2 0 3 16,2 0 1-16,3-14-5 15,-1-5 4-15,-4 2-6 16,-1-2-3-16,-1 2-47 16,-5 3-58-16,-2 6-183 15,-7 8-249-15</inkml:trace>
  <inkml:trace contextRef="#ctx0" brushRef="#br0" timeOffset="337201.6635">7873 12556 518 0,'0'0'293'16,"0"0"-195"-16,0 0-41 15,0 0 67-15,0 0-49 16,0 0-41-16,45-55-12 16,-42 55-17-16,2 0 3 15,-5 5-7-15,0 12 9 16,0 7-3-16,-7 2-7 15,-3-6 10-15,2-3-9 16,2-6 0-16,6-6 1 16,0-2-2-16,0 0 3 15,20-3-1-15,5 0-1 16,6 0 0-16,4 0 1 16,-2 0-2-16,-2 0-36 0,-1 0-41 15,-5 0-111-15,-3 0-240 16</inkml:trace>
  <inkml:trace contextRef="#ctx0" brushRef="#br0" timeOffset="338358.7973">8228 12411 387 0,'0'0'74'0,"0"0"-1"16,0 0-40 0,0 0 84-16,0 0-25 0,0 0-39 15,45-26 0-15,-17 26-2 16,3 0 0-16,7 4-8 16,3 8-12-16,3 1-7 15,3 1-8-15,-5 1-3 16,3 0-4-16,-5-1-1 0,-6 3-8 15,-1-1 2-15,0 0 1 16,1 1-2-16,4 4 0 16,5-1 0-1,0 1-2-15,5 0 1 0,-3 0-2 16,-2 0-5-16,0-4-6 16,-2 0 0-16,0-2 9 15,1-1-26-15,-2-1 9 16,-4-1 11-16,-2-1 2 15,-4-1 7-15,-3 2 0 16,0-2 0-16,-2 0 1 16,-1 0 0-16,0 0-2 15,1 0 4-15,-1 0-2 16,0 3 0-16,1-1 0 16,4 2 0-16,1 1 0 0,1 0 1 15,5-1-1-15,2 0 2 16,0-1-2-16,2-1 3 15,-3 2 0-15,2-5 3 16,-5 2-6-16,-2-2 0 16,0 2 1-16,-2-2 5 15,-1 2-4-15,-1-3 5 16,0 1-3-16,2-1-2 16,1-1 7-16,4 0-8 15,-1 1 1-15,-1-3-1 16,-3 2 3-16,-3 0-1 15,-2 0-2-15,-6 1 2 0,-1-1 8 16,-2-2-8 0,-5 0 9-16,-3 3-10 0,-2-3 4 15,-1-1 5-15,-2 0-9 16,1-1 13-16,0 2-12 16,-1 0 4-16,0 2-6 15,1-1 1-15,2 2-2 16,0-2 0-16,0 3 0 15,0 1 3-15,2-1-3 16,-2 3-1-16,1 0 1 16,-4-2 1-16,2 3 4 15,-2-2-5-15,-3 1 0 16,4-2 2-16,-2-3 2 0,-1 0-1 16,-1-3-2-16,0 0 1 15,2-1-2 1,-2-2-4-16,0 0 1 0,0-1-16 15,0 0-79-15,0 0-45 16,-3 0-224-16</inkml:trace>
  <inkml:trace contextRef="#ctx0" brushRef="#br0" timeOffset="338496.4307">10533 13325 749 0,'0'0'68'0,"0"0"-68"15,0 0-23-15,0 0-42 16,0 0-286-16</inkml:trace>
  <inkml:trace contextRef="#ctx0" brushRef="#br0" timeOffset="350285.2543">9455 10593 421 0,'0'0'100'0,"0"0"-1"15,0 0-81-15,0 0-14 16,0 0 62-16,105-42-1 15,-65 36-18-15,2-3-16 16,4 2-10-16,0 0-9 0,2 2-4 16,-3 3 5-1,-1 2-3-15,3 0 3 0,0 0 7 16,4 0-16-16,5 4-3 16,2-1-1-16,2-3 4 15,0 0-5-15,0 0 2 16,-6 0-2-16,-1 0-4 15,-2 0 2-15,-3-3-15 16,-5-1-13-16,-4 1-33 16,-8 2-17-16,-7 1-131 15,-9 0-189-15</inkml:trace>
  <inkml:trace contextRef="#ctx0" brushRef="#br0" timeOffset="353486.701">475 10519 372 0,'0'0'399'0,"0"0"-310"15,0 0-51-15,0 0-3 16,0 0-1-16,0 0 0 16,0 0-7-16,95-30-7 15,-44 11 4-15,7 1-17 16,3-2-5-16,2 3-2 15,-8 5-61-15,-10 3-81 0,-15 6-128 16,-17 3-219 0</inkml:trace>
  <inkml:trace contextRef="#ctx0" brushRef="#br0" timeOffset="353663.1574">640 10657 911 0,'0'0'96'0,"0"0"-96"16,0 0-59-16,0 0 59 16,0 0 9-16,117-6-7 15,-65-2 1-15,12 0-3 16,7-3-148-16,-2-6-232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36:54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9684 4757 134 0,'0'0'308'0,"0"0"-241"0,0 0 7 15,0 0 31 1,0 0-60-16,0 0-40 0,0 0 35 16,0-8 20-1,0 5-32-15,0 3 0 0,2 0 29 16,-2-3 5-16,0 3-1 15,0 0-22-15,0 0-6 16,0 0-16-16,0 0-16 16,2 0 5-16,2 6-4 15,1 4 6-15,3 3 16 16,-1-3-15-16,2 0-6 16,-2 2 0-16,2-3 7 15,0 2-7-15,0-4 4 16,-1 0-1-16,-1-2-1 0,0-1 0 15,-1-1-4-15,0-3 7 16,-1 0-3-16,3 0 9 16,3 0 9-16,3-16 6 15,4-2-17-15,0-5-3 16,1-1-8-16,0 4-1 16,-4 1 0-16,2 4-1 15,-5 5-2-15,-2 7-40 16,0 3-67-16,-2 0-136 15,-3 5-186-15</inkml:trace>
  <inkml:trace contextRef="#ctx0" brushRef="#br0" timeOffset="1686.0163">7524 6171 139 0,'0'0'62'0,"0"0"-44"16,0 0-17-16,0 0-1 15,0 0-40-15,0 0-90 16</inkml:trace>
  <inkml:trace contextRef="#ctx0" brushRef="#br0" timeOffset="4900.4638">20276 2941 581 0,'0'0'90'0,"0"0"-39"15,0 0 0-15,0 0 13 0,0 0 8 16,0 0-35-1,0 0-30-15,0-4-4 0,0 8 5 16,1 10 12-16,5 4 20 16,-3 3 4-16,1 6-13 15,1 0-1-15,1 1-1 16,-2 0-7-16,5-2-8 16,-1-2 0-16,-2-5-3 15,0-4-2-15,-2-5-9 16,-2-6 0-16,2-1 0 15,0-3-3-15,5 0-70 16,3-20-97-16,3-5-135 0</inkml:trace>
  <inkml:trace contextRef="#ctx0" brushRef="#br0" timeOffset="5163.2981">20519 2960 604 0,'0'0'159'16,"0"0"-94"-16,0 0 18 16,0 0 2-16,0 0 12 15,0 0-64-15,0-7-15 16,0 18-18-16,0 6 3 16,0 5 12-16,0 0-7 0,1 3 4 15,2-1-6 1,-3-2-5-16,0 2 3 15,0-5-2-15,0-2-2 0,0-2-21 16,-10-6-118-16,-3-4-70 16,-3-5-429-16</inkml:trace>
  <inkml:trace contextRef="#ctx0" brushRef="#br0" timeOffset="5522.2388">20237 3116 677 0,'0'0'110'0,"0"0"-106"16,0 0-3-16,0 0 42 15,0 0 40-15,0 0-42 16,58 67 3-16,-38-48 3 15,0 5-25-15,2-4 6 16,-2 3-11-16,-2-3-3 16,0-2-8-16,-2-2-3 15,0-6-1-15,-1-5 5 16,5-5-6-16,2 0-1 16,5-5 3-16,4-12 1 15,3-5 0-15,1-3-4 0,1-2-1 16,-3-1-30-16,-2 2-33 15,0-2-31-15,-4 2-75 16,-5 2-294-16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58:01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9421 5078 531 0,'0'0'128'0,"0"0"-41"16,0 0-25-16,0 0 11 15,0 0 16-15,0 0-18 16,0 0-18-16,-8-44-5 15,8 39-20-15,0 4 1 16,0 1-8-16,0 0-6 16,0 0-11-16,0 0-8 0,0 1 10 15,2 12-6-15,10 3 0 16,0 1 0-16,3 3 6 16,-3-1 0-16,4 3 3 15,-2 0 0-15,-2 4 1 16,4-3 2-16,-2-1-2 15,-1-2-3-15,2 0 3 16,-3-3 1-16,0-3-7 16,1-6-4-16,-1-2 1 15,0-6 4-15,1 0 2 16,5 0-3-16,2-6 6 16,7-11-3-16,1-8 6 15,3-4-10-15,3-7-2 16,1 0 2-16,3-3-2 15,0 3 0-15,5-1-1 0,3 1-5 16,-1 5-9-16,0 1-37 16,-5 2-68-16,-4-2-168 15,-8-3-446-15</inkml:trace>
  <inkml:trace contextRef="#ctx0" brushRef="#br0" timeOffset="1536.7858">6265 6196 727 0,'0'0'73'0,"0"0"10"15,0 0-46-15,0 0 29 16,0 0 48-16,0 0-21 16,0 0-35-16,0-25-32 15,0 25-8-15,0 0-11 16,0 0-6-16,3 5 5 15,1 10-2-15,4 10 11 16,7 3 1-16,-3 2 6 16,1-2-8-16,-1-3-5 15,3-2-3-15,-3-1 1 16,0-5 1-16,0-4-5 0,-3-6 2 16,0-3-3-1,2-4 2-15,2 0 3 0,7-7 2 16,6-18 2-16,5-10-2 15,5-7-7-15,2-1-2 16,-1 3 1-16,1 7 1 16,-5 7-2-16,-5 7-2 15,-4 8-10-15,0 6-38 16,-2 5-41-16,3 0-65 16,-2 1-112-16,-6 9-295 15</inkml:trace>
  <inkml:trace contextRef="#ctx0" brushRef="#br0" timeOffset="2699.1963">7203 7439 513 0,'0'0'91'0,"0"0"5"15,0 0-59-15,0 0 34 16,0 0 29-16,0 0 0 16,15-59-2-16,-15 56-44 15,0 3-22-15,0 0 7 16,0 0-17-16,0 0-7 15,0 0-6-15,3 0-9 16,3 6-5-16,3 11 5 16,3 3 15-16,-1 2-3 15,2 3-2-15,-1 0 2 16,1 3 3-16,-1-2 5 16,1-2-13-16,-2-2 6 0,-2-3-7 15,3-5-6-15,-5-3 2 16,1-2 5-16,2-3-5 15,-3-3 6-15,1-3-5 16,4 0 3-16,3 0 1 16,6-9 14-16,7-12-5 15,2-4-11-15,6-2 5 16,-2-2-10-16,5 2-1 16,-3 0 0-16,4 2-6 15,-1 2-24-15,0 6-80 16,-2 4-111-16,3 2-153 15</inkml:trace>
  <inkml:trace contextRef="#ctx0" brushRef="#br0" timeOffset="4050.4333">9800 8561 445 0,'0'0'97'16,"0"0"-14"-16,0 0 3 15,0 0 14-15,0 0-14 16,0 0-2-16,2-30-10 16,-2 27-24-16,1 3-24 15,-1 0 10-15,0 0-5 16,0 0-4-16,0 0-13 16,0 0-3-16,0 0-10 15,0 0-1-15,6 8-5 16,3 7 5-16,1 5 0 15,1 2 8-15,1 3 3 16,0-1-7-16,1-1 10 16,-1 0-5-16,1-4 2 0,-1 0 0 15,-1-4-3 1,1-2 1-16,-3-2-1 0,0-5-7 16,-1-2 0-16,1-2 8 15,2-2-5-15,7 0 28 16,9-16-7-16,10-7-3 15,5-12-11-15,4-2-6 16,0-2-2-16,-1 0-3 16,-3 2 0-16,1 6 0 15,-1 3 0-15,0 8 0 0,2 5-8 16,0 3-45 0,3 6-58-16,0-2-93 0,-1-1-104 15</inkml:trace>
  <inkml:trace contextRef="#ctx0" brushRef="#br0" timeOffset="5969.5553">10850 9836 576 0,'0'0'130'0,"0"0"-73"0,0 0-28 16,0 0 42-16,0 0 20 16,0 0 13-16,0-33-23 15,0 30-46-15,0 3 26 16,0 0-15-16,0 0-15 16,0 0-15-16,0 0-12 15,0 0-4-15,0 4-2 16,1 11-2-16,7 7 4 15,0 1 7-15,2 3-1 16,-1-1 8-16,0 1-4 16,3 1 3-16,-2-1-3 0,1 1-2 15,2-1-7-15,-1-2 5 16,3-5-3-16,-2-2-1 16,-1-6-1-16,-2-3 3 15,-3-4-3-15,-4-2 0 16,1-2 2-16,2 0 1 15,0-2 18-15,5-15 17 16,5-7-21-16,5-5-11 16,4-3-3-16,5-2-4 15,4 0 6-15,6-4-6 16,2 6-1-16,4 3 1 16,-1 3 6-16,1 6-6 0,-4 1-5 15,-1 5 3-15,-1 4-11 16,-5 3-37-16,1 2-17 15,2 0-64-15,-5-3-152 16,-4-3-323-16</inkml:trace>
  <inkml:trace contextRef="#ctx0" brushRef="#br0" timeOffset="9802.2408">1298 10861 795 0,'0'0'48'16,"0"0"15"-16,0 0-43 15,0 0 33 1,0 0 23-16,-88-5-6 0,73 9-28 15,-1 9-24-15,-4 7-16 0,-1 10 1 16,-1 9-2 0,-5 11-1-16,-1 9 3 0,4 12 13 15,-8 13-15 1,-6 15 0-16,-1 19 3 0,2 3 20 16,8-4-14-16,15-4 7 15,12-4-3-15,2 0-14 16,0 5 1-16,12 3 1 15,-3-7-1-15,10-10-1 16,1-8 2-16,2-10-2 16,4-8 0-16,0-12 0 15,-1-16 0-15,-2-18-3 16,1-20-15-16,-1-8-12 16,3-21-23-16,-2-31-72 15,-3-18-65-15,-12-17-430 0</inkml:trace>
  <inkml:trace contextRef="#ctx0" brushRef="#br0" timeOffset="10166.3992">1022 11064 757 0,'0'0'81'15,"0"0"-54"-15,-61 96-26 0,33-27 13 16,-4 20 30-16,-5 26 9 16,1 20-10-16,2 13 6 15,4 12-17-15,0-5-14 16,5-7-6-16,1-8-9 15,5-13 3-15,5-9-3 16,11-11-2-16,3-7 1 16,0-12-2-16,24-11-2 15,3-13 2-15,4-13-2 16,9-13-47-16,4-12-66 16,5-18-33-16,3-10-101 15</inkml:trace>
  <inkml:trace contextRef="#ctx0" brushRef="#br0" timeOffset="10368.4057">1331 12201 816 0,'-21'78'0'16,"9"18"-4"-16,12 18 3 15,0 10 1-15,6 6-1 16,13 3-31-16,11-2-4 16,12-9 16-16,13-15-224 0</inkml:trace>
  <inkml:trace contextRef="#ctx0" brushRef="#br0" timeOffset="14084.5218">1204 4285 556 0,'0'0'166'16,"0"0"-80"-16,0 0-46 15,0 0 55-15,0 0 24 16,0 0-27-16,0 0-35 16,0-10 20-16,0 10-17 15,0 0-29-15,-3 0-7 16,3 0-9-16,-3 0-12 0,-3 0-3 15,-4 0 8-15,-1 0-8 16,-5 9 1-16,1 0-1 16,0 4-1-16,0 2-5 15,3 2 4-15,-3 4 4 16,0 4-4-16,-3 5 4 16,-2 2-2-16,0 6 3 15,-7 4-3-15,-3 5 0 16,-1 4 3-16,1 1-3 15,2 2-2-15,6 3 2 16,-1 0 0-16,2 3 0 16,-1-2 0-16,3 3 0 15,-1 1 2-15,-1 2-2 16,2 3 1-16,1-2-1 16,3 3 0-16,3-6 0 0,3 1-1 15,2-3 1-15,5-1 0 16,2 1-3-16,0-3 2 15,0 1 0-15,0 2-1 16,0 3 3-16,9 4-2 16,-3-4 2-16,3 2-3 15,-1-5 2-15,2 1 0 16,-1-2 0-16,-1 1 0 16,5 3 0-16,-9 5 0 15,-2 1 0-15,-2 2 0 0,0-1 0 16,0 1 5-1,0-1-5-15,-3 0-5 0,-3 2 5 16,3 3 4 0,0 3-4-16,3 0 0 0,0-3 0 15,0-3-1-15,4-2 1 16,8 1 0-16,3-4-3 16,3-1-1-16,0-4 5 15,3-5-1-15,3 1 2 16,-2-1-2-16,3-3-1 15,-5 1 1-15,2-1 0 16,-4 1 0-16,2-2 1 16,-2 5-1-16,2 3 0 0,-2-7 0 15,0-1 0 1,-4-1-1-16,3-5 2 16,0 2-1-16,-2-2 0 0,-2 4-1 15,0 2 1-15,-2 1-2 16,-2 0 4-16,0 0-1 15,0-2 0 1,0 0-1-16,-3 0 1 0,4 1-1 16,-2-5 0-16,-3 0 0 15,2 0 0-15,0-1 0 16,-4 3 1-16,3 2-1 16,-3-1 0-16,3 1-1 15,-3-7 1-15,3-3-3 16,0-2 3-16,-3-2 5 15,0-2-5-15,-2-2-5 16,2-3 5-16,0 1 0 0,-1-3 2 16,-2 0-2-16,3-4 0 15,-3-4 0-15,0-3 0 16,0-2 0-16,0-4 0 16,0 2 0-16,0 0 0 15,0-1 0-15,0-3-1 16,0 0 1-16,0 1 0 15,0 0 3-15,0-2-5 16,0 5 2-16,-3 1 0 16,-3 2-2-16,-2 1 2 15,1 0 0-15,1 1 3 16,0 5-2-16,3-1-1 16,0 5-1-16,3-1-2 0,0-1 3 15,0 4-2-15,3-4 2 16,9 1 0-16,0-3 0 15,3 0 0-15,4 1-5 16,2-3 5-16,3 1 0 16,3-6 0-16,3-2-1 15,7-5 1-15,0-6-2 16,4-4 2-16,6 0 2 16,-2-5-1-16,7-11 0 15,3-2 2-15,2-8 2 0,1-2-5 16,6-4 0-1,0-7-91-15,-10-7-255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1:58:21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2418 5525 129 0,'0'0'452'15,"0"0"-424"-15,0 0-19 16,0 0 39-16,0 0 59 16,0 0-25-16,0 0-19 15,-9 0-20-15,9 0-6 0,0 0-9 16,0 0 7-16,0 0 5 15,0 0-4-15,0 0-18 16,0 0 0-16,0 0-5 16,0 0-2-16,3 0-2 15,12 0 17-15,6 0-6 16,6 0-12-16,3 0 12 16,1 0-13-16,5 3 2 15,0-3 1-15,-1 3-7 16,-2-2 0-16,-3 1 0 15,1-1 1-15,-4-1 4 16,4 2-6-16,1 1 7 16,-1-3-1-16,5 2-3 15,1 1-2-15,2-1-3 16,3 2 8-16,0-1-3 16,-2 0-4-16,6 1 0 15,-4-1-1-15,4 1 1 0,-3-1 0 16,0 2-1-1,-2 0 1-15,-3-2 1 0,1 1 1 16,-3-1 0-16,0-3-2 16,0 2 1-16,-2 0 6 15,1-2-6-15,-1 0 3 16,4 0-3-16,-2 0-2 16,2 0 2-16,-1 0-2 15,-4 0 1-15,2 0 5 16,-5 0-6-16,-6 0-5 15,0 0 4-15,-6 0 1 16,6 0 0-16,-6 0 4 0,0 0-3 16,0 0 2-16,-1 0-1 15,-3 0 1-15,1-2-3 16,-5 2 2-16,0-2-4 16,-5 2 5-16,-2 0-4 15,0 0 2-15,0-2-2 16,-1 1 2-16,2 1-3 15,2 0-17-15,3 0-47 16,4-2-80-16,1-3-177 16</inkml:trace>
  <inkml:trace contextRef="#ctx0" brushRef="#br0" timeOffset="5710.4792">953 7429 427 0,'0'0'412'0,"0"0"-403"16,0 0-7-16,0 0 11 15,0 0 81-15,0 0 20 16,0 0-40-16,-13 10-36 16,13-10-17-16,0 0-10 15,0 0 0-15,0 0-10 16,0 0-1-16,13 2 0 16,4 2 10-16,2 0 11 15,2-1-13-15,0 1-7 0,0-2 2 16,4 1 6-1,2-3 1-15,3 0-3 0,3 0-3 16,-2 0-3-16,2 0 1 16,-3 0-2-16,-2 0 0 15,-3 0-3-15,-1 0 3 16,-7-3-37-16,-3-1-42 16,-7 3-85-16,-3 0-6 15,-4-2-87-15,0 1-163 16</inkml:trace>
  <inkml:trace contextRef="#ctx0" brushRef="#br0" timeOffset="6150.2945">998 7849 513 0,'0'0'275'0,"0"0"-246"16,0 0 5-16,0 0 69 16,0 0 22-16,0 0-36 15,-7 0-47-15,7 0-33 16,10 0 5-16,11 0 12 0,3 0 6 15,3 0-10-15,1-5-3 16,5 0 9-16,1-1-16 16,-1 0-11-16,6-1 4 15,2 3 8-15,-3-1-13 16,-2 4 0-16,-8-2 1 16,-1-1-1-16,-12 3 0 15,-2-1-1-15,-5 2 1 16,-8 0-6-16,3 0 4 15,-3 0-24-15,0 0-18 16,0 0-1-16,0-1-9 16,0-1-33-16,0-2-79 15,-3-4-207-15</inkml:trace>
  <inkml:trace contextRef="#ctx0" brushRef="#br0" timeOffset="6903.2807">1104 7238 374 0,'0'0'124'16,"0"0"36"-16,0 0-60 16,0 0-16-16,0 0-9 15,0 0-10-15,-9-3-12 16,9 3 3-16,0 0-30 15,0 0-11-15,0 0-14 16,0 0 2-16,3 3 5 16,9 4 26-16,6 1-8 15,0 1-1-15,4 1-4 16,2 3-8-16,7-2-4 0,4 1 2 16,2 2 4-16,2 0-10 15,3 4-5-15,-2 3 7 16,-3 1-7-16,0 1-1 15,-4 1 1-15,0 2 0 16,-3 1 3-16,-2 1-3 16,0 0 0-16,-5-2-1 15,-1 3 3-15,-4-3-2 16,-6-3 0-16,-3 1 0 16,-6-3 0-16,0 1 0 15,-3 0 0-15,0 0 0 16,-10 0 1-16,-7 1 4 0,-2 0-5 15,-8 4 4-15,2-3-2 16,-5 3 5-16,-3-1-5 16,2-1-1-16,-3 1 0 15,-1 1 0-15,4-3 2 16,1-3 1-16,3-3-4 16,5-2 0-16,2-2 0 15,4-3 0-15,4-2 0 16,2-2 3-16,2-2-8 15,2 0 5-15,1-2 0 16,-1 0 1-16,1-3-1 16,0 0-5-16,4 2-72 15,1-2-68-15,-2 0-182 0</inkml:trace>
  <inkml:trace contextRef="#ctx0" brushRef="#br0" timeOffset="26618.1125">21328 6766 538 0,'0'0'203'0,"0"0"-157"15,0 0-15-15,0 0 23 16,0 0-14-16,0 0 51 0,0 0-53 16,-1-12-5-16,1 12-10 15,0 0 7-15,0 0-4 16,0 0-9-16,0 0-3 16,0 0-4-16,0 0 8 15,0 0-10-15,0 0 4 16,3 0-2-16,5 0 1 15,3 0-5-15,3 0 1 16,4 0-4-16,1 0 3 16,5 0-2-16,3 0-2 15,0 0 0-15,-2 3-2 16,-1-3 1-16,-3 0 3 16,-2 2-5-16,-1-2 1 15,-2 0 0-15,-2 1 1 16,-1-1-1-16,-6 0 0 0,-2 0 1 15,-3 0-2-15,-2 0 2 16,0 0-2-16,0 0 2 16,0 0 3-16,0 0-2 15,0 0-1-15,0 0-2 16,0 0 2-16,0 0-2 16,0 2 0-16,0-2 1 15,0 0-1-15,0 0-19 16,0 0-27-16,0 1-35 15,0 0-57-15,0-1-74 0,0 0-553 16</inkml:trace>
  <inkml:trace contextRef="#ctx0" brushRef="#br0" timeOffset="37814.7086">8993 6653 226 0,'0'0'132'0,"0"0"-43"16,0 0-35-16,0 0 14 15,0 0-26-15,0 0 40 16,0 0-14-16,-9-21-29 16,9 18-9-16,0 0 10 0,0 1 5 15,0 2-12-15,0 0 1 16,0 0 0-16,0 0-9 16,0 0-13-16,0 0 0 15,0 0-11-15,0 0 8 16,1 2 18-16,8 4-4 15,-1 0-8-15,3 1 11 16,-1 0-4-16,0-1 3 16,1 1-2-16,4 1-9 15,0 1 2-15,2 0-5 0,6 2-6 16,-1-3 7 0,4 0-2-16,2 1-5 15,0-1-4-15,0 2 1 0,4-1 5 16,-1 1-7-1,1 0 0-15,-3 0 2 0,1-1 3 16,-1-2-4-16,-1 0-1 16,-1-1 0-16,-1-2 0 15,1 1 0-15,0 0 0 16,3 0 0-16,-1-2 0 16,-1 1 0-16,7-2 0 15,-3 1 0-15,-2-2-1 16,1 0 2-16,-3 2-1 15,-1-3 0-15,-1 3 4 16,-1 0-4-16,-1 1-2 0,6 2-6 16,0-1 5-16,5 0 3 15,6-2 0-15,3 1 9 16,1-1-5-16,1 0-3 16,-2-1 7-16,-1 0-8 15,-1 1 0-15,-1-3 0 16,0 0 2-16,-1 2-2 15,-1-2 4-15,-4 0-4 16,-2 0 1-16,-5 0 1 16,-3 0-1-16,0 0 1 15,-3 0-2-15,0 0 0 16,-2 0 0-16,1-2 0 16,-2 2 0-16,-2-3 0 15,2 0 0-15,-4 2 2 0,3-2 1 16,-2 0-3-16,2 1 0 15,0 0 1-15,-1-1-1 16,2 3 1-16,0-3-1 16,2 1 1-16,0 0-1 15,1 0 0-15,-1-1 0 16,0 1-3-16,1-1 6 16,0-2-6-16,-3 1 6 15,0 0-1-15,-1 0-2 16,0 1 1-16,0-1-1 15,1 2 0-15,0-2 0 0,-1 1 0 16,2 0-2 0,1 1 4-16,1-1-2 15,2 0 0-15,3 1 0 16,0-3-1-16,3 1 3 16,-1 1-3-16,-2-3 2 0,0 2-1 15,-3-2 0-15,-1 1 0 16,-1 3 0-16,-4-4 0 15,4 2-1-15,-3 0 1 16,0 0 3-16,1-1 0 16,1-2-3-16,0 3 1 15,3-1 1-15,1-3-2 16,2 3 0-16,0-2 0 16,0 0 0-16,-1 0 0 0,0-1 0 15,-1 3 0 1,-2 0 0-16,-1-2 0 0,-5 2 0 15,0 1 3-15,-3-1-3 16,1 0 0-16,-2 1 0 16,-1 0 0-16,-2 1 1 15,-2 0-1-15,-3 2 0 16,0 1-3-16,-3 0 7 16,-1 0-8-16,-1 0 3 15,0 0-1-15,0 0 2 16,0 0-1-16,0 0-2 15,0 0 0-15,0 0 0 16,0 4 0-16,-3 4 3 16,-7 0 5-16,-2 1-5 15,-4 1-2-15,-1 1 2 0,-4 1 7 16,-2-1-6-16,-2-1-1 16,-3-1 1-16,-3-3 0 15,-5 1 1-15,0 0 0 16,-1-2-1-16,-2-1 2 15,-1 1-2-15,4 1 0 16,2-1-1-16,3-1 0 16,2 1 3-16,2 0-3 15,2 1-1-15,1-3 1 16,-1 5 0-16,-3-3 1 16,2 1-1-16,-1 2-5 15,-1-4 4-15,3 5 1 0,-2-2 0 16,0 2 1-1,0-2-2-15,0 0 2 0,0-2-2 16,0 0 1-16,1-2 0 16,0-1-1-16,1 0-6 15,5 1-11-15,3-3-12 16,2 4-13-16,3-1-44 16,-1-1-127-16,0-2-133 15</inkml:trace>
  <inkml:trace contextRef="#ctx0" brushRef="#br0" timeOffset="65547.8184">1035 10944 134 0,'0'0'96'0,"0"0"-89"16,0 0-6-16,0 0 2 15,0 0 77-15,0 0-5 16,0 0-24-16,0 0 8 16,0 0 22-16,0 0 28 15,0 0-16-15,0 0-51 16,0-1 2-16,-1-2-9 16,-2 2 19-16,2 1-28 15,-1-1 28-15,2 1 20 16,-1-2-20-16,-2 1-16 15,3 1-5-15,0 0 8 0,0 0-10 16,0 0-2-16,0 0-21 16,0 0-5-16,0 0-3 15,0 0-2-15,0 0-4 16,4 0 5-16,12 0-1 16,5 0 1-16,0 1 1 15,3 3 1-15,4-1 1 16,-2 0 4-16,0-2-4 15,3 0-2-15,-3 1 0 16,7-2-1-16,-3 0 1 16,-4 0 0-16,-1 0 1 15,-8 0 0-15,1 0-1 16,-4 0 0-16,-3 0 1 0,-1-3-1 16,-4 0 0-1,-3 2 0-15,2 0 2 0,-4-1-1 16,1 1 1-16,1 0 2 15,0-1-4-15,-3 1 0 16,1-1-3-16,1 0 3 16,-1 1-11-16,5-1-44 15,-3 0-49-15,0 2-54 16,-3 0-84-16,0 0-326 16</inkml:trace>
  <inkml:trace contextRef="#ctx0" brushRef="#br0" timeOffset="66045.1062">1258 11235 433 0,'0'0'300'16,"0"0"-257"-16,0 0-42 15,0 0 13-15,0 0 40 16,0 0-9-16,-3 3-14 16,13-3-4-16,8 0 45 0,-1 0-25 15,2 0-11-15,0 0 0 16,5 0 3-16,0 0-20 15,3 0 0-15,-5-3 8 16,3-2-18-16,-5 4-2 16,4-2 1-16,-5-1-3 15,2 0-4-15,-3 3 1 16,-4-1 0-16,-1 1 0 16,-3 1 0-16,-3-2-1 15,1 2-1-15,-2 0 4 16,-3-1-4-16,-1 0 3 15,-1 1 1-15,1-1 1 16,-1 1-3-16,1-2-2 0,-1-4 1 16,-1-1-1-16,0-2-85 15,0-3-69-15,0-1-73 16,-12-3-187-16</inkml:trace>
  <inkml:trace contextRef="#ctx0" brushRef="#br0" timeOffset="66780.4318">1222 10704 456 0,'0'0'98'0,"0"0"-62"16,0 0-29-16,0 0 24 16,0 0 56-16,0 0-46 15,-3-1-18-15,3 1 37 16,0 0-16-16,6 1-2 15,1 1 0-15,4-2 56 16,5 1-46-16,0-1-20 16,4 1 1-16,4 2-11 0,-2 1-9 15,2 2 2 1,0 5-2-16,3 4-1 0,0 2-8 16,-2 4 0-16,3 1 0 15,-4 4-4-15,6 1 6 16,-4 1-6-16,4 1 3 15,2-2 0-15,-2 1-2 16,-2-2 5-16,-1 1-5 16,-5-1 4-16,-2 3-2 15,-8-2-2-15,-3-2 5 16,-2-1-1-16,-7-1 1 16,0-4 1-16,0 0 2 0,0-1-5 15,-10-1 13-15,-4 0-6 16,-5-1 0-16,1 0-1 15,-7 1-2-15,4 0-6 16,-3-1 5-16,-3 2-5 16,3 1-1-16,-1 1-1 15,-1 2 1-15,4-2-1 16,0-1 0-16,7-2 0 16,-1-3 0-16,2 0 0 15,2-5 0-15,-1 2 0 16,7-5 0-16,-2 1-3 15,1-6 0-15,4-1-17 16,0 0-5-16,-2 0-32 16,-4 0-34-16,-1 0-71 0,-2-2-54 15,0-8-419-15</inkml:trace>
  <inkml:trace contextRef="#ctx0" brushRef="#br0" timeOffset="74396.2348">10494 11310 495 0,'0'0'88'0,"0"0"71"15,0 0-81-15,0 0 1 16,0 0 18-16,0 0-10 15,0 0-9-15,14-77-39 16,-8 70-5-16,-1 2-7 0,-1 2 1 16,1 2-10-16,2-1-7 15,-1 2-9-15,4 0 1 16,3 0-1-16,2 0 2 16,4 8-3-16,-1 4 11 15,3-1-12-15,-1 3 4 16,-1 2-2-16,0 2-1 15,-2-1-1-15,0 4 0 16,-2 2 0-16,-2 2-1 16,-3 5 1-16,-5 3-5 15,1-1 5-15,-3 2 1 16,-3-3-1-16,0 1 0 16,0-3 4-16,-3-4-3 15,-4-1 0-15,0-2 1 0,-4-1 1 16,2-2 2-16,-1 1 5 15,-1-1 0-15,-1 1 1 16,-1 0-4-16,-3 0 4 16,0-1-3-16,0 1-4 15,0-3 1-15,-1 0 1 16,2-1-6-16,1 0 1 16,3-4 1-16,0-1-2 15,4-3 0-15,1 1 2 16,0-1-6-16,0-3 2 0,0 2-18 15,-3-3-12 1,-1 2-9-16,-3-1-50 16,-2 0-51-16,-3-3-107 0,-2-2-349 15</inkml:trace>
  <inkml:trace contextRef="#ctx0" brushRef="#br0" timeOffset="75673.833">6915 9945 524 0,'0'0'119'0,"0"0"-61"16,0 0-45-16,0 0 28 0,0 0 30 15,0 0-1 1,-31 30-20-16,24-18-14 0,0 2-5 15,0 4-3-15,0 0-5 16,1 2-3-16,0 4 12 16,-2 1-6-16,2 1 2 15,-1 3-2-15,-1-2-8 16,0-2 1-16,3 1-8 16,-2 0 4-16,-1-1-1 15,3 1-3-15,-1 0 2 16,2 1-7-16,-2 1 14 15,2-2-10-15,-1 1 1 16,4-1-2-16,-1-2 2 0,2 1-7 16,0 1-1-16,0-2-1 15,2 1 5-15,8-1-5 16,1-1 3-16,2 2-3 16,2 2-1-16,0 0 2 15,1-1-2-15,1 0 0 16,-1-4 2-16,1-3-3 15,-1-2 0-15,-1 0-1 16,1-5 1-16,-2-2-10 16,5-2-13-16,0 1-21 15,1-2-17-15,2 2-69 16,-1-3-100-16,-6-1-193 16</inkml:trace>
  <inkml:trace contextRef="#ctx0" brushRef="#br0" timeOffset="81524.7112">14777 11030 518 0,'0'0'76'0,"0"0"15"15,0 0-38-15,0 0 6 16,0 0 21-16,0 0-9 15,0 0-13-15,0 0-31 16,8-1-17-16,7 1-7 16,7 0 10-16,3 0 14 15,4 0-18-15,-1 0 10 16,6 0-10-16,2 4 4 0,2 2-3 16,5-2 4-1,8 0-4-15,2-1 1 0,7 1-4 16,1-2-1-16,6 1-6 15,5-2 4-15,5-1-7 16,7 0 4-16,2 0-1 16,1 0 2-16,1 0-2 15,-3 0 0-15,-5 0 1 16,-8 1-1-16,-3 3 3 16,-2-1-3-16,3-1 4 15,0-1-3-15,4-1 0 16,0 0 0-16,-4 0-2 15,0 0 2-15,-6-6-2 0,2 0 1 16,-4-3-1 0,-4 2 0-16,-4 1 1 0,-8 1-7 15,-4 1 7 1,-9 3-2-16,-5-1 4 0,-8 2-5 16,-4 0-1-16,-5 0 3 15,-2 0 0-15,-2 0-1 16,-3 0-9-16,-1 0-6 15,-1 0 2-15,1 0-11 16,-3 0-38-16,0 0-14 16,0 4-17-16,-3 2-42 15,-17-5-179-15</inkml:trace>
  <inkml:trace contextRef="#ctx0" brushRef="#br0" timeOffset="104513.5894">14434 10019 524 0,'0'0'228'16,"0"0"-161"-16,0 0-3 15,0 0 4-15,0 0-4 16,0 0 21-16,0 0-28 16,6-25-34-16,-4 23-11 15,-2 0 2-15,0 2 4 16,0 0-11-16,0 0 1 16,0 0-4-16,0 0 1 15,0 0-3-15,0 0-2 0,0 0 2 16,0 0 3-1,-5 2 5-15,-2 0 5 0,-1 1 1 16,-3 0-5-16,1 1-8 16,0 1-2-16,0 0 0 15,1 1-1-15,-2 0-1 16,1 5 1-16,-1-1 2 16,2 0-2-16,-1 0 4 15,-1 2-2-15,2-1-2 16,-1 5 1-16,0-4-1 15,2 5 0-15,-2-3 0 16,1 1 1-16,0-1-1 16,-3 1 0-16,-2-1 0 15,0 3 0-15,2-1 2 16,0 1-2-16,0 3 0 16,1 0 0-16,2 2 1 0,1 2-1 15,0 2-1-15,0 2 1 16,1 3 2-16,-2 1-1 15,0 1-1-15,0-1 1 16,0-2-1-16,2-3 1 16,1 0 1-16,1-4-2 15,1 2 3-15,-1 0-1 16,3-1-1-16,-1 2 1 16,0 2 2-16,0 0-1 15,1 0-1-15,1-1 9 16,1-2-8-16,0 0 8 0,0 1-1 15,0-3-4-15,0 0-4 16,3 1 9-16,4-2-11 16,3 2 8-16,-1-2-7 15,2-1 3-15,-1-1 1 16,1-1-4-16,-2-4 1 16,1-3-1-16,-1-2-1 15,0-2 5-15,1-2-5 16,-1-3 0-16,2-2-3 15,4-1 3-15,0 0-43 16,2 0-52-16,0-4-112 16,-4-7-261-16</inkml:trace>
  <inkml:trace contextRef="#ctx0" brushRef="#br0" timeOffset="121990.8467">14326 11240 538 0,'0'0'37'16,"0"0"57"-16,0 0-84 15,0 0 14-15,0 0 34 16,0 0-21-16,0 0-1 16,-20-67 0-16,20 62 13 15,0 0 28-15,0 4-32 16,0-1 33-16,0 2-42 0,0 0-13 16,0 0-5-16,0 0-6 15,0 0-10-15,7 0 0 16,14 0 6-16,9 0 11 15,6 0-6-15,3 0 1 16,4 0-8-16,-1 0 0 16,1 0 3-1,2 0-3-15,-3 0-6 0,-2-3 10 16,-6 0-10-16,-7 0 0 16,-8 0 0-16,-5 1 0 15,-4 0-2-15,-5 1-27 16,-5-2-45-16,0-1-40 15,-6 3-82-15,-20 1-122 0,-7 0-132 16</inkml:trace>
  <inkml:trace contextRef="#ctx0" brushRef="#br0" timeOffset="122212.2624">14457 11252 94 0,'0'0'417'16,"0"0"-303"-16,0 0-72 15,0 0-17-15,0 0 39 16,0 0-19-16,-23 42 34 15,38-35 26-15,6-3-36 16,4-2 6-16,5-2-18 16,2 0-6-16,5 0-21 0,4-7-7 15,-2-6-22 1,0 1 4-16,-1 0-3 16,-1 1-2-16,2 2-68 15,-5-4-104-15,-7 1-192 0</inkml:trace>
  <inkml:trace contextRef="#ctx0" brushRef="#br0" timeOffset="127345.5025">3592 12187 602 0,'0'0'130'0,"0"0"-100"16,0 0-8-16,0 0-9 15,0 0 17-15,0 0 13 16,0 0 20-16,-15 0-40 15,15 0-18-15,-1 0-2 16,1 0 1-16,0 0-3 16,0 0-1-16,0 0-1 15,0 0 0-15,0 0 1 16,4 0 0-16,6 0 4 0,1 0-4 16,5 2 9-1,-1-2-2-15,0 1-4 0,2 0-3 16,3 2 1-16,-1 1 2 15,1 4-1-15,4-1 3 16,1 1 3-16,4-1-4 16,-1 0 10-16,5-2-9 15,0-1-4-15,-2-1 3 16,6 0 5-16,1-3 6 16,3 0-9-16,3 0 11 15,7 0 8-15,3-4-11 16,2-4 2-16,2 0-8 0,0 2-3 15,-1 0-5 1,-2 2 2-16,-3 0 0 16,2 1-1-16,0 2 2 0,-2-4 0 15,-2 2-3 1,-2 2 3-16,0-3-1 16,-5 1 0-16,3 2-2 0,-2-1 4 15,3 2-7-15,0 0 6 16,-1 0 3-16,2-2-6 15,-1 1 1-15,-2-3-2 16,0 1 5-16,-5 1-4 16,5-2 1-16,-2-2-1 15,1 1 3-15,3-3 6 0,-2 3-8 16,0-1 0 0,-3 2-1-16,2 1 7 0,-5 0-6 15,0 3-1-15,-2 0 8 16,0 0-7-16,1 0 0 15,-1 0-1 1,0 0 0-16,0 0 0 0,-1 0 0 16,-1 0 0-16,-1 1 0 15,2 4 0-15,1-1 2 16,-1-2-1-16,4 3-1 16,2-3 0-16,6-1 5 15,1-1-3-15,-1 0-1 16,-1 0-2-16,-8 0 1 15,-3 0-5-15,-5 0 5 16,-2 3-1-16,-3 0-1 16,1 0 2-16,0-1 7 0,0-2-7 15,1 1 0-15,-4 1 0 16,0 0 0-16,-2-2 0 16,-1 0-1-16,0 0 1 15,-3 0 1-15,0 0 0 16,-4 0-1-16,3 0 0 15,0 0 0-15,0 0 3 16,2 0 1-16,0 0 4 16,1 0 10-16,0 0-7 15,-1 0-8-15,1 0 1 16,-4 0 2-16,1 0-5 16,1 0 2-16,-2 0 1 15,-4 0 1-15,3 0-5 0,-3 0 0 16,-3 0 1-16,0 0-1 15,-2 0 0-15,1 0-1 16,-1 0 1-16,0 0 0 16,-1 0 0-16,-1 1-3 15,-2 2 1-15,1-1 2 16,-2 1 0-16,1 1 0 16,0 1-3-16,0 1-16 15,-3 4-88-15,0-1-43 16,0-1-66-16,0-5-381 15</inkml:trace>
  <inkml:trace contextRef="#ctx0" brushRef="#br0" timeOffset="130418.3693">17103 11047 593 0,'0'0'37'0,"0"0"55"15,0 0-92-15,0 0 25 16,0 0 54-16,0 0 12 16,0 0-58-16,0-19-22 15,6 19-2-15,6-1-1 16,9 1-1-16,4 0 0 16,9 0-6-16,4 0 4 15,3 0 0-15,3 0-3 16,3 0 2-16,0 6-4 15,2 1 0-15,-3 0 0 16,5 2 1-16,1-1-1 16,1 1 0-16,3-2 2 15,2 1-2-15,-1-3 0 0,1 2 1 16,1-3-1-16,3-1-1 16,-1-3 1-16,4 3 0 15,0-3-2-15,-1 0 0 16,1 0 2-16,-1 2 1 15,-1 1-1-15,0 0 0 16,-2 0 0-16,-2-1 4 16,-4 2-3-16,-6 1-2 15,4-1 1-15,-1 0-1 16,1 0 1-16,2 0 4 16,-2 1-4-16,-1-1 0 0,-3 1 0 15,-4-2-2-15,-1 3 2 16,2-4 0-16,0-1-1 15,4 2-3-15,-5-1 4 16,4-1 0-16,-3 1 0 16,-5 3 1-16,1-2-1 15,-2 0-1-15,-2 1 1 16,-3 1 1-16,0 2 15 16,-2-4 29-16,1 3-19 15,11-5 10-15,9-1 7 16,11 0 26-16,7 3-27 15,-2 1-35-15,-3 3-3 0,-6-1-1 16,-10-2-3-16,-10-1 0 16,-8-1-4-16,-7-1 4 15,-7-1-1-15,-2 1 3 16,-1 1-4-16,-2-2 6 16,2 1-11-16,5 1 13 15,4 0-9-15,6 1 3 16,5 0-5-16,0 2 4 15,3-1-14-15,-4 3 6 16,0-1 7-16,-2-2 2 16,-4 1 0-16,3-1 0 15,1-1 1-15,1-1-1 16,3-2-1-16,5 0 1 0,-2 0 2 16,6 0 3-1,8-3 31-15,2-5-5 0,-1-1-6 16,-3 1-2-16,-9 2 4 15,-4 0 2-15,-4 3-13 16,-5 0-8-16,-10 3-4 16,-7 0-2-16,-7 0-2 15,-3 0-1-15,-3 0 0 16,0 0 0-16,0 0 0 16,0 0 1-16,0 0-3 15,0 0 2-15,3 0 1 16,-1 6 0-16,1 0 0 0,-3 2-1 15,0 1-9 1,0-1-13-16,0-1-11 16,0 2-10-16,0 0-29 0,-15-1-26 15,-8-3-106-15,-6-5-98 16</inkml:trace>
  <inkml:trace contextRef="#ctx0" brushRef="#br0" timeOffset="132831.9474">10328 9980 345 0,'0'0'174'16,"0"0"-103"-16,0 0 10 15,0 0-58-15,0 0 29 16,0 0 24-16,0 0 20 16,0-30-48-16,0 28 10 15,0 2 6-15,0 0-19 16,-2 0-14-16,1 0-13 16,1 0-18-16,0 0-4 15,0 0 0-15,0 13 1 16,10 7 3-16,5 2 0 0,3 1 0 15,0 4 1 1,-1-3 7-16,0 0-6 0,0-3 14 16,2-3-15-1,-5-2 13-15,-1-7-13 0,-5-3 1 16,-1-3 2-16,-2-3 1 16,-1 0-5-16,1 0 13 15,8 0 18-15,6-14 22 16,6-6-25-16,0-2-9 15,1 0-19-15,-2 2 3 16,0 4 3-16,-5 3-5 16,-2 3 0-16,-1 4 0 15,-2-1-1-15,2 3 0 16,2 0-1-16,3 2-1 16,0-1-9-16,0 3-88 0,-5-2-151 15,-10-4-262-15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2:00:51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10113 7982 244 0,'0'0'26'16,"0"0"11"-16,0 0 43 0,0 0-1 16,0 0-23-1,0 0 44-15,0 0-51 0,-3-13 14 16,3 9-18-16,0 3-6 15,0-1-9-15,0 1 19 16,0 1-13-16,0 0-1 16,0 0-10-16,0 0 6 15,0 0-2-15,0 0-2 16,0 0-20-16,0 0 2 16,0 0-9-16,3 0 0 0,14 0 7 15,3 0 16-15,4 0-3 16,2 0-10-16,8 0-3 15,3 0 3 1,4-4-3-16,5 3-4 0,3 1 0 16,3-2-1-16,0 2-1 15,-5 0 2-15,-4 0-2 16,-7-1-1-16,-7 1 1 16,-6-1 0-16,-7 1 0 15,-5-2 0-15,-2 1-1 16,-6-1 0-16,-2 0 0 15,1 2 0-15,-1-2 0 16,2 2 0-16,0 0-5 16,1 0-73-16,4 0-114 15,-5 0-86-15</inkml:trace>
  <inkml:trace contextRef="#ctx0" brushRef="#br0" timeOffset="7412.826">12075 10535 180 0,'0'0'0'16,"55"91"-12"-16,-18-53-156 0</inkml:trace>
  <inkml:trace contextRef="#ctx0" brushRef="#br0" timeOffset="12504.1561">8599 11418 233 0,'0'0'187'0,"0"0"-151"15,0 0 8-15,0 0 12 16,0 0 27-16,0 0 15 15,0 0-40-15,-10-8-13 16,10 8 6-16,0 0-10 16,0 0-6-16,0 0-15 15,0-2-13-15,0 2 4 16,0 0-7-16,4 0-7 0,16 0 6 16,11 0 9-1,9 0 9-15,8 0 6 16,9 0-3-16,7-1-4 0,2-5-2 15,0-1-9-15,0 1 0 16,-3-2 3-16,1 4-6 16,-3 3-4-16,-1 1 4 15,-5 0-10-15,-7 0 6 16,-5 0-4-16,-4 4 4 16,-6 2 1-16,-5-2-3 15,-3 1 0-15,-5-2-1 16,-4 1 2-16,-4 0-1 15,-2-1 0-15,-5 3 0 16,0 2-24-16,-1 0-111 16,-3-2 38-16,-1-3-154 15,0-3-415-15</inkml:trace>
  <inkml:trace contextRef="#ctx0" brushRef="#br0" timeOffset="24961.6883">9822 10007 511 0,'0'0'25'0,"0"0"15"16,0 0 65-16,0 0 14 15,0 0-35-15,0 0 5 16,0 0-9-16,-31 0 4 16,31 0-40-16,0 0-8 15,0 0-1-15,0 0-14 16,12-4-11-16,16-5-4 16,18-5 25-16,16-5-3 15,14-1-13-15,10-2-13 16,1 3 0-16,2-3-2 15,2 2 2-15,2-3-2 16,-1 3 5-16,-3-1 6 16,-9 6-7-16,-15 3-3 0,-11 5 0 15,-15 0 0-15,-11 3 0 16,-13 1 0 0,-6 2 5-16,-6 1-6 0,-3 0-17 15,0 0 16-15,-16 0-26 16,-17 0-70-1,-14 0-142-15,-11 0-66 0</inkml:trace>
  <inkml:trace contextRef="#ctx0" brushRef="#br0" timeOffset="25533.1511">9898 9099 631 0,'0'0'169'16,"0"0"-54"-16,0 0-29 16,0 0 28-16,0 0-27 15,0 0-51-15,0-3-21 0,0 20 2 16,0 7 34-16,0 3-16 15,1-1-15-15,4-1-1 16,-2 0-12 0,2-4-3-16,-2-1-1 0,1-4-3 15,1-3-9-15,4-7-82 16,4-5-104-16,6-1-162 16</inkml:trace>
  <inkml:trace contextRef="#ctx0" brushRef="#br0" timeOffset="25896.6029">10237 9182 178 0,'0'0'611'0,"0"0"-493"16,0 0-24-16,0 0 17 0,0 0-37 16,0 0-21-16,-88 16-20 15,75 1-9-15,7 3-6 16,3 0-3-1,3-1-11-15,0-3 3 0,12-3-7 16,5-6 2-16,1-4-1 16,2-3 6-16,-1 0-5 15,-2-16-2-15,-1-3 0 16,-5-1-19-16,-4 2 0 16,-6 2 4-16,-1 3 4 15,0 3-2-15,-13 2-6 16,-4 4 3-16,-2 4 13 0,1 0-1 15,6 0 2 1,3 7 0-16,6 1 0 0,3 3-8 16,0 1-38-16,11-1-86 15,14-5-64-15,8-6-174 16</inkml:trace>
  <inkml:trace contextRef="#ctx0" brushRef="#br0" timeOffset="26283.5666">10621 9168 813 0,'0'0'112'16,"0"0"-81"-16,0 0 50 16,-79 3 25-16,63 8-37 0,6 3-20 15,5 3-31-15,4-2-3 16,1 4 1-16,0-3-5 15,2-4-3-15,11-1-7 16,2-4 6-16,0-3-3 16,4-4-3-16,1 0 8 15,2-11-3-15,-1-7-1 16,-6-3-5-16,-5 1-3 16,-4-1-4-16,-6 1-2 15,0 3 4-15,-6 3-3 0,-14 3 8 16,-1 4 0-16,-1 5-1 15,-2 2 1-15,2 0 0 16,6 5 0-16,2 7-1 16,8 4-5-1,6 1-6-15,0 2-51 0,14-2-81 16,10-3-73-16,4-9-234 16</inkml:trace>
  <inkml:trace contextRef="#ctx0" brushRef="#br0" timeOffset="26738.3501">11157 9129 800 0,'0'0'124'0,"0"0"-58"15,0 0 90-15,0 0-29 16,0 0-60-16,0 0-33 16,-1-15-30-16,-7 29-1 15,-3 7 13-15,-5 4 10 16,-2 5-4-16,2-2 0 16,-2 0-10-16,5-5-6 15,0-3-5-15,3-6 1 16,6-5-2-16,-1-5-5 15,2-4-34-15,-2 0-36 16,-3-6-14-16,-2-15-219 0,-2-7-176 16</inkml:trace>
  <inkml:trace contextRef="#ctx0" brushRef="#br0" timeOffset="26876.98">10925 9101 787 0,'0'0'131'0,"0"0"-44"0,0 0 33 15,0 0-31-15,0 0-55 16,0 0-34-16,-5-4-18 16,24 17-18-16,7 1-124 15,2-1-184-15</inkml:trace>
  <inkml:trace contextRef="#ctx0" brushRef="#br0" timeOffset="27041.5405">11314 9388 1064 0,'0'0'105'0,"0"0"-23"15,0 0-27-15,0 0-47 16,0 0-8-16,0 0-47 16,-37-18-211-16,37 18-445 15</inkml:trace>
  <inkml:trace contextRef="#ctx0" brushRef="#br0" timeOffset="27544.7878">10110 9912 670 0,'0'0'124'0,"0"0"-118"16,0 0 14-16,0 0 99 15,0 0 9-15,118-1-12 16,-31-17-51-16,21-4-43 15,13-5-15-15,6 2-4 16,-3 2 0-16,-8 3-2 16,-14 1-1-16,-8 5-1 15,-14 0 0-15,-11 6-42 0,-11 2-45 16,-12 3-104 0,-15 1-93-16,-22 2-366 0</inkml:trace>
  <inkml:trace contextRef="#ctx0" brushRef="#br0" timeOffset="27718.9407">10632 10031 1125 0,'0'0'2'0,"116"-14"-2"0,-23-11-12 16,11-5 12-16,5 0 0 15,0 3-82-15,-1-2-133 16</inkml:trace>
  <inkml:trace contextRef="#ctx0" brushRef="#br0" timeOffset="42214.5601">20530 8883 311 0,'0'0'122'0,"0"0"-57"16,0 0-8-16,0 0 24 16,0 0-24-16,0 0 55 15,0 0-34-15,-62-25 1 0,60 24-19 16,1 1 11-16,1 0-36 15,0 0-26-15,0 0-9 16,1 0-3-16,23 0 3 16,21 4 34-16,21 1 4 15,23-2-3-15,21-3-19 16,14 0-7-16,9 0-2 16,-2-6-5-16,-1-4 1 15,-12 1 5-15,-15 1-8 16,-17 0-4-16,-23 1 0 15,-20 1-4-15,-17 2-9 16,-18 2 5-16,-8 1-29 16,-4 0 9-16,-27 1 31 0,-20 0 1 15,-24 0-52-15,-20 2-6 16,-17 10 33 0,-6-2 17-16,0 3 8 0,11-2 0 15,14-2 13-15,23-4 38 16,23 0-28-16,20-5-6 15,18 0 0-15,9 0 25 16,0 0-18-16,31 0-21 16,21 0-3-16,28 0 25 15,22-8 5-15,21-5-16 16,20-2-1-16,13-4-11 16,7-1-2-16,0 3-5 0,-16 3-32 15,-20 7-44 1,-27 7-46-16,-34 0-13 15,-32 7-90-15,-34 0-369 0</inkml:trace>
  <inkml:trace contextRef="#ctx0" brushRef="#br0" timeOffset="43247.3215">3393 9783 346 0,'0'0'323'16,"0"0"-246"-16,0 0-13 16,0 0-8-16,0 0 3 15,0 0-21-15,0 0 15 16,-32 0-17-16,32 0-21 15,21 0-7-15,16 0 13 16,18 3 20-16,18-3 6 16,20 0-18-16,20 0-14 15,14 0-11-15,13 0-3 0,6-3 0 16,-8-6-2 0,-6 2-1-16,-11 2 2 15,-15 0 2-15,-10 3 2 0,-10 0-4 16,-13 1-8-1,-9 1-22-15,-8 0-5 0,-15 0-12 16,-8 0-56-16,-12 0-4 16,-15 0-55-16,-6 0-114 15</inkml:trace>
  <inkml:trace contextRef="#ctx0" brushRef="#br0" timeOffset="43427.7607">4580 9890 1095 0,'0'0'71'0,"0"0"-71"16,0 0-106-16,0 0 6 16,129 0-30-16,-65 0-100 15,-4-9-190-15</inkml:trace>
  <inkml:trace contextRef="#ctx0" brushRef="#br0" timeOffset="45757.0926">11595 9789 663 0,'0'0'126'0,"0"0"-91"16,0 0-19-16,0 0 17 16,0 0 22-16,0 0 11 15,0 0-2-15,98-26-11 16,-58 18-34-16,3 0-9 15,7 1-6-15,-3 0-3 16,1 0-1-16,0 0-7 16,-2 0-72-16,0 2-35 15,-5-1-55-15,-9-1-300 16</inkml:trace>
  <inkml:trace contextRef="#ctx0" brushRef="#br0" timeOffset="53746.3419">11038 7972 501 0,'0'0'11'0,"0"0"11"16,0 0-8-16,0 0-9 0,0 0 14 16,0 0 23-1,0 0-6-15,0 0 13 0,-28 7-34 16,28 0-4-16,9 1 12 16,8-2 15-16,7 2-3 15,5-3-20 1,6 2-6-16,5-4 1 0,10 3 1 15,3-3-5-15,5 4-6 16,2 0-2-16,-1 1-41 16,-2 1-115-16,-5-8-192 15</inkml:trace>
  <inkml:trace contextRef="#ctx0" brushRef="#br0" timeOffset="160902.0293">10384 7881 390 0,'0'0'78'15,"0"0"-12"-15,0 0-34 16,0 0-6-16,0 0 107 16,0 0-47-16,0 0-20 15,0 0-15-15,3-18-16 16,-3 16 3-16,0 2-17 15,0 0 9-15,2 0-13 16,4-1-1-16,5 1-6 16,2 0 1-16,3 0 0 0,5 0-2 15,1 0-6 1,5 1 6-16,3 5 2 0,3-1-4 16,4 2-7-16,5 0 7 15,3 2-3-15,5-2-2 16,9-2 0-16,7-1 3 15,6 0 2 1,6-2 2-16,3 3 2 0,-3-2-11 16,0 4 1-16,1 1-1 15,-1 1 1-15,-2-2 4 16,-9 1-5-16,-7 0-6 16,-5-3 6-16,-5-3 4 0,-3-2-4 15,-7 0-1 1,-4 0 1-16,-12 0-5 0,-6 0 7 15,-6 0-3-15,-2-1 1 16,-6-2 0-16,-1 2 0 16,1-1-12-16,2 2-49 15,1 0-79-15,3-2-11 16,-4-3-300-16</inkml:trace>
  <inkml:trace contextRef="#ctx0" brushRef="#br0" timeOffset="168828.7487">16734 5768 798 0,'0'0'68'16,"0"0"-23"-16,0 0-8 0,0 0-6 16,0 0 29-1,0 0 21-15,0 0-20 0,0 0-17 16,-56-59-35-16,53 59 16 16,0 0-12-16,-4 0-6 15,0 4-6-15,-2 15 1 16,-5 9 2-16,4 8-4 15,4 1 3-15,5 1-1 16,1-6 0-16,0-3-1 16,12-5 3-16,6-7-4 0,-2-4-1 15,4-7 1 1,-3-6 2-16,2 0 2 0,0-2-2 16,1-17 2-16,-3-5-3 15,-2-6 7 1,-6-4-6-16,-8-4-2 0,-1 2 0 15,0-1 9-15,-12 6-9 16,-5 6-1-16,-1 8 0 16,0 6-5-16,3 5 6 15,0 6 6-15,4 0-6 16,1 0-9-16,1 6 8 16,-2 8 1-16,6 3-19 15,5 2-29-15,0 1-42 16,0 1-45-16,5-9-51 15,14-4-227-15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2:02:24.5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10953 7950 631 0,'0'0'258'0,"0"0"-255"16,0 0-1-16,0 0 9 15,0 0 55-15,83 0 7 16,-57 0-24-16,2 0-9 16,2 0-15-16,-2 0-5 15,-2 0-1-15,1 0-4 16,-4-1-10-16,0-3 5 16,-5 2-10-16,0 1-6 15,-4 1-63-15,-8-3-145 16,-6-1-302-16</inkml:trace>
  <inkml:trace contextRef="#ctx0" brushRef="#br0" timeOffset="1369.6431">6616 9350 336 0,'0'0'443'0,"0"0"-433"16,0 0-7-16,0 0 14 15,0 0 37-15,0 0 2 16,-11 0 3-16,11 0-15 16,0 0-22-16,0 0-15 15,0 0-5-15,0 3-1 16,0 2 12-16,8 4 11 15,8-1 10-15,6-1-1 0,8 1-9 16,9-1-11-16,9-4 18 16,5 0-20-16,7-3-2 15,1 2 4-15,0-2-5 16,2 0-2-16,-3 0 1 16,-4 3 1-16,-4-2-6 15,-5 1 0-15,-6 1 0 16,-6-1 7-16,-6 0-3 15,-5-2 3-15,-7 1-9 16,-8-1 10-16,-2 0-5 16,-7 0-5-16,0 0 0 15,0 0 0-15,0 0 6 0,0 0-6 16,0 0-8 0,0 0-20-16,2 3-54 0,1 1-96 15,3 1-44-15,1 2-153 16</inkml:trace>
  <inkml:trace contextRef="#ctx0" brushRef="#br0" timeOffset="13902.6046">13462 12765 109 0,'0'0'338'0,"0"0"-309"16,0 0-19-16,0 0 20 16,0 0 64-16,0 0 38 0,0 0-77 15,-16-3-2-15,16 3-1 16,0 0-27-16,0 0-5 16,0 0-9-16,0 0 0 15,0 0 0-15,0 0 0 16,7 0-6-16,11 0-5 15,9 0 5-15,7 0 3 16,7 0 5-16,7 0 9 16,3 0 6-16,4 0-6 0,3 0-7 15,-1-2 11 1,6 1-10-16,-4 1-9 0,-3 0-3 16,-4-1-1-1,-9 1-1-15,-4 0 2 0,-7 0-4 16,-5-3 1-16,-5 3-1 15,-5-2 5-15,-5 0 4 16,-1-1 1-16,-5 1 16 16,-5 2-6-16,1 0 11 15,-2 0-9-15,1 0 2 16,-1-3-7-16,0 3-10 16,0 0-1-16,0 0-3 15,0 0-1-15,0 0-4 16,5 0 2-16,5 0-5 15,6 0-73-15,10-4-216 0,-1-9-434 16</inkml:trace>
  <inkml:trace contextRef="#ctx0" brushRef="#br0" timeOffset="16019.8058">22886 9319 600 0,'0'0'121'0,"0"0"-98"0,0 0-22 15,0 0 11-15,0 0 51 16,0 0 15-16,0 0-18 16,92 3-20-16,-46-3-7 15,5 0-22-15,1 2 0 16,2 0-9-16,-5 2 3 16,-5 2-5-16,-7-1 0 15,0 4 0-15,-6-3 0 16,-4 5-8-16,-9 0-84 15,-7-1-82-15,-11 1-225 16</inkml:trace>
  <inkml:trace contextRef="#ctx0" brushRef="#br0" timeOffset="16330.9739">23020 9864 470 0,'0'0'162'16,"0"0"-158"-16,0 0-4 16,0 0 97-16,88 4-8 15,-52-4-34-15,1 0-1 0,0 0-26 16,3 0-9-16,-2 0-11 15,-3 0 0-15,-1 0-8 16,-3 0-3-16,-5 0 3 16,-2 3-2-16,-5 0-7 15,-8 1-108-15,-9-1-109 16,-2 2-268-16</inkml:trace>
  <inkml:trace contextRef="#ctx0" brushRef="#br0" timeOffset="16586.2927">23121 10135 112 0,'0'0'16'16,"0"0"193"-16,0 0-113 15,0 0 52-15,0 0-4 16,0 0-64-16,104 31-25 0,-72-31 1 15,2 0-15-15,2 0-29 16,0 0-2-16,-2 0-8 16,-4 0-1-16,-3 0-1 15,-3 7-1-15,-8 1-21 16,-8 1-137-16,-8 2-112 16</inkml:trace>
  <inkml:trace contextRef="#ctx0" brushRef="#br0" timeOffset="16799.7228">23192 10493 268 0,'0'0'38'0,"0"0"31"16,0 0 85-16,0 0-4 15,0 0-28-15,0 0-53 16,95 21-38-16,-67-21-24 15,3 0-2-15,4 0-5 16,-1 0 0-16,-1 1-40 16,-3 3-342-16</inkml:trace>
  <inkml:trace contextRef="#ctx0" brushRef="#br0" timeOffset="224526.4096">19215 11612 631 0,'0'0'81'16,"0"0"-25"-16,0 0-26 0,0 0 35 16,0 0 10-16,0 0-27 15,0 0-21-15,0 0-3 16,-3 0-9-16,3 0 17 15,13 0 20-15,2 0-7 16,5 0-35-16,5 0 16 16,3-2-8-16,5 2-3 15,7-1 1-15,0-2-7 16,1 2 8-16,-2 1-16 16,-5-1 9-16,-4 1-8 15,-6 0-2-15,-5-3 5 16,-5 0-4-16,-4 3 14 15,-1-3-9-15,-6 1 14 0,-2 2-8 16,-1 0-4-16,0 0-3 16,0 0-3-16,0 0 4 15,0 0-5-15,0 0 0 16,0 0-1-16,0 0 0 16,0 0-4-16,0 0-21 15,0 0-31-15,0 0-25 16,0 0-36-16,2 0-40 15,1 0 16-15,-2 0-29 16,-1 2-241-16</inkml:trace>
  <inkml:trace contextRef="#ctx0" brushRef="#br0" timeOffset="226899.843">1420 12233 590 0,'0'0'0'0,"0"0"-1"0,0 0 1 16,0 0 3-16,0 0 13 15,0 0 41-15,73 2 18 0,-43-2-34 16,0 0-28-16,1-8-9 16,-1-1 11-16,-2 2-12 15,-8 0 5-15,-2-1-7 16,-8 3-1-16,-4 1 0 15,-4-4-54-15,-2-1-171 16</inkml:trace>
  <inkml:trace contextRef="#ctx0" brushRef="#br0" timeOffset="227229.5021">1465 12062 603 0,'0'0'22'0,"0"0"-19"16,0 0 4-1,0 0-4-15,97-1 61 0,-60 1-36 16,0 0-12-16,4 12 0 16,-7 5-7-16,-1 3-3 15,-6 1-5-15,-8 2 10 16,-4-2 4-16,-4 2 27 15,-7 3-2-15,-4 0 14 16,0 3-24-16,-15 2 12 16,-13 1-10-16,-2 1-11 0,-6-3-12 15,8-2-5 1,4-6-4-16,7-2-4 0,9-6-81 16,3-9-135-16,5-5-538 15</inkml:trace>
  <inkml:trace contextRef="#ctx0" brushRef="#br0" timeOffset="237973.6648">18963 15129 509 0,'0'0'37'0,"0"0"-29"15,0 0-3-15,0 0 17 0,0 0 54 16,0 0-15-16,0 0-39 16,0 0 6-16,-2 0-19 15,2 0 6-15,0 0-3 16,0 0 8-16,0 0-5 16,0 0-7-16,0 0 2 15,0 0-5-15,0 3-3 16,0-1-1-16,13 2 2 15,4 1 28-15,5 0 32 16,2 1-22-16,0-2-30 16,3 0 31-16,0-1-12 15,0-2 2-15,4 1-12 16,0-2 2-16,4 0-1 0,-1 0-15 16,-2 0 4-16,0-5-10 15,-5 3 2 1,-3-1-2-16,-6 0 10 0,-3 1-8 15,-2-1 0-15,-5-1-1 16,-4 3-1-16,1 0 0 16,2 1 1-16,5 0-1 15,0 0 0-15,6 0 0 16,1 0-5-16,14 0-34 16,2-3-222-16,5-13-424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1-27T12:37:42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10293 5639 553 0,'0'0'84'0,"0"0"-29"15,0 0 13-15,0 0-8 16,0 0-5-16,0 0 10 16,0 0 11-16,0 0 5 15,-25-18-59-15,22 18-2 16,2 0 15-16,1 0-9 16,0 0-13-16,0 0-11 15,0 0 8-15,0 0-10 16,0 0-3-16,6 0-5 15,17 0 8-15,15 3 0 0,10-1 2 16,14-2 11 0,11 0-10-16,4 0-2 0,3 0 0 15,-5 0 0-15,-5 0 0 16,-8 0 1-16,-5 0-2 16,-6 0-1-16,-8 0 1 15,-6 0 6-15,-7 0-6 16,-9 0 0-16,-8 0 1 15,-5 0 0-15,-5 0 0 16,-3 0-1-16,0 0 0 16,0 0-7-16,0 0-68 15,0 0-103-15,0 0-158 16</inkml:trace>
  <inkml:trace contextRef="#ctx0" brushRef="#br0" timeOffset="12315.5021">8863 12201 192 0,'0'0'378'0,"0"0"-318"16,0 0-44-16,0 0 41 16,0 0 43-16,0 0-24 15,0 0-28-15,0 0-24 16,0 0-4-16,0 0-1 16,0 3 5-16,0-3-9 15,6 0 4-15,2 0 28 16,0 0-14-16,7 0-12 15,0 0 2-15,5 0-10 16,0 0 16-16,3 0-11 16,4 0-9-16,0 0-8 15,4 0 19-15,2 0-12 0,0 0 4 16,-2-6-8-16,-1 1-1 16,-4 1 1-16,2 0 12 15,-5-1-15-15,-1 0 6 16,-3 0 9-16,-2 0-8 15,-3 0-1-15,1 0 1 16,-6 1-7-16,1-1 13 16,-1-1-8-16,-4 1-2 15,-2 0-3-15,-2 1 2 16,-1 1-3-16,3 1 0 16,2-1-3-16,2 2-2 15,6 1-50-15,1 0-63 16,4 0-102-16,-3 0-136 15</inkml:trace>
  <inkml:trace contextRef="#ctx0" brushRef="#br0" timeOffset="13719.1352">15721 12129 421 0,'0'0'100'0,"0"0"-74"0,0 0-25 15,0 0 64 1,0 0 37-16,0 0-16 0,0 0-48 15,0 0-2-15,0 0-17 16,6 0 4-16,2 0 8 16,1 0-8-16,4 0-4 15,2 0 7-15,8 0 0 16,3 0 6-16,6 0-1 16,5 0-7-16,3 0-11 15,6 0-4-15,1 0 2 16,0 0-3-16,-4 0-8 15,-2 0 12-15,-8 0-11 16,-8 0 8-16,-2 0-8 16,-2 0 3-16,-3 0 8 15,2 0 3-15,3 0-2 0,0 0 6 16,-1-3-17 0,-3-1 8-16,-5 3 6 0,-1 0-16 15,-7-1 11-15,1 2-11 16,-1-1-2-16,-2 1 1 15,-2 0-3-15,2 0-65 16,-2 0-164-16,-2 0-206 16</inkml:trace>
  <inkml:trace contextRef="#ctx0" brushRef="#br0" timeOffset="20601.7382">8572 12123 292 0,'0'0'147'0,"0"0"-107"15,0 0-26-15,0 0 27 16,0 0 40-16,0 0-3 16,0 0-15-16,0 0-19 15,0 0 3-15,0 0 6 16,0 0-7-16,0 0-9 16,0 0-13-16,0 0-3 15,0 0-15-15,0 0-2 16,2 0 0-16,1 0-4 0,1 0 1 15,2 0 0-15,5 0 0 16,-5 0 13-16,4-2 7 16,3-1-1-16,0-3 8 15,1 1-13-15,0 0 0 16,-2 1-4-16,6 2-7 16,-2 0 0-16,-4 1-1 15,6 1-2-15,-7 0 0 16,3 0-1-16,0 0 1 15,-2 0 0-15,1 0 2 16,-1 0-3-16,6 0 0 16,-2 0-2-16,2 0 5 15,-1 0 2-15,-1 0-3 16,-1 0 0-16,0 0 1 0,-2 0 0 16,-1 0-3-16,-1 0-1 15,-2 0 1-15,2 0 6 16,0 0-6-16,0 0 1 15,2 0 0-15,0 0 2 16,4 0-1-16,-2 0 3 16,2 0 0-16,0 0-3 15,1-1 3-15,1-3-5 16,-1 3 7-16,1-1-7 16,-2-1 2-16,1 0 1 15,-2 0-2-15,-1 2 2 16,1-2-3-16,-1 2 4 15,3-2 2-15,0 1-2 0,0 0-2 16,2-1-1-16,0 0 4 16,1 0-4-1,-3-1 0-15,3 1 1 0,-3 1-1 16,-2 2-1-16,2 0 0 16,-3 0-1-1,5 0 1-15,-1 0 0 0,2 0 6 16,4 0-5-16,1 0 0 15,3-1 4-15,-2 0-3 16,0-2 1-16,0 1-2 16,-3 2 1-16,1-2-2 15,-1 0 0-15,1 1 1 16,-2-1-1-16,-1-1 0 0,-1 2 0 16,0-2 0-1,-3 3 1-15,0-3-1 0,2 3 0 16,-5 0 1-16,1 0-1 15,-2 0-2-15,-2 0 0 16,0 0 4-16,-1 0-4 16,-2 0 2-16,1 0 0 15,-1 0 2-15,4 0-2 16,2 0 0-16,3 0-1 16,2 0 3-16,2 0-2 15,0 0 0-15,1 0 0 16,2 0-3-16,-3 0 2 15,2 0 1-15,-5 0 0 16,4 0 0-16,-2 0 0 0,0 0 1 16,-5 0 0-16,0-3-1 15,1 3 0-15,0-1 0 16,-1 1-2-16,5-1 4 16,-4-2-3-16,2 1 3 15,-2 0-2-15,-2-3 5 16,1 3 3-16,1 0-6 15,-2-1-1-15,-1 2 2 16,-1-2-2-16,-2 2 0 0,1-1 3 16,-2 1-4-1,-4 0 0-15,-2 1 2 16,1 0 1-16,-2-2-3 16,-2 2 0-16,1 0 1 0,-2 0 5 15,2 0-5-15,-2 0-1 16,0 0 0-16,0 0 0 15,0-1 0-15,0 1-22 16,0 0-44-16,0 0-141 16,0-5-274-16</inkml:trace>
  <inkml:trace contextRef="#ctx0" brushRef="#br0" timeOffset="23517.2474">16384 12122 470 0,'0'0'72'0,"0"0"-4"16,0 0-8-16,0 0 42 16,0 0-40-16,0 0 16 15,0 0-37-15,0 0-13 16,0-5-6-16,0 2-7 15,11 1-5-15,2 0 14 16,3-1 3-16,-1 0-2 16,4-1-2-16,-1 1-3 15,3-1-5-15,0 1 6 16,0-2-1-16,1 3 3 16,1-2-17-16,-4 0 12 0,2 0-10 15,0 1-5 1,-6-1 0-16,1 1 2 0,-4 0-5 15,-5 1-5-15,2 1 5 16,-7 0 6-16,4 1-6 16,-2-3-2-16,-2 3-16 15,1 0-63-15,-3 0-51 16,0 0-46-16,-1 0-257 16</inkml:trace>
  <inkml:trace contextRef="#ctx0" brushRef="#br0" timeOffset="55588.5886">10188 11011 583 0,'0'0'106'15,"0"0"-16"-15,0 0-31 0,0 0 25 16,0 0 13-16,0 0-31 15,0 0-6-15,-11-47-25 16,10 47-9-16,1 0-8 16,-2 0-6-16,2 0 2 15,0 0-4-15,0 0-1 16,0 0-4-16,9 0-2 16,15 0 19-16,10 0 5 15,8 0-13-15,9 0-7 16,2 0-4-16,1 0 4 15,3 0-7-15,-2-2 3 0,-1 1-2 16,-8 0 3 0,-1-1-3-16,-8 1 0 0,-4-1-1 15,-2-1 2-15,-4 1 0 16,-3-1 0-16,-7 3-2 16,-4-1 1-1,-7-1 0-15,-5 2-1 0,1-1-1 16,-2 1 0-1,3-3-36-15,0-1-63 0,-3-9-169 16,0-5-523-16</inkml:trace>
  <inkml:trace contextRef="#ctx0" brushRef="#br0" timeOffset="58021.4224">11035 11400 155 0,'0'0'58'16,"0"0"65"-16,0 0-74 15,0 0-11-15,0 0 21 0,0 0-13 16,0 0 44-16,0-36-49 15,0 33-1-15,0 1-7 16,0-1 14-16,0 2-23 16,0 1 2-16,0-1 5 15,0 1-10-15,0 0-3 16,0 0-12-16,1 0-6 16,4 1-2-16,1 8 2 15,1 5 3-15,1 0 7 16,-1 4 2-16,1 0 5 0,-1 2-5 15,3 0 9 1,1 1 2-16,-2 4-3 16,1-2-6-16,-4 2 3 0,-1 2-3 15,-3-3-4 1,-1 3-4-16,-1 0 1 0,0-1 3 16,0 3-7-16,0-3 2 15,0 1 1-15,-3-1-2 16,-2-2-2-16,-1 0 1 15,0-4 2-15,-4 2-1 16,1-4-3-16,-3-1 1 16,-3 0 2-16,3-3-4 15,-1-2 1-15,1-1-1 0,1-1-2 16,0-4-148 0,-1-5-98-16</inkml:trace>
  <inkml:trace contextRef="#ctx0" brushRef="#br0" timeOffset="60763.9655">8224 11443 187 0,'0'0'49'16,"0"0"9"0,0 0-16-16,0 0 12 0,0 0 1 15,0 0 6-15,0 0-39 16,0-25-3-16,0 25 43 15,0 0 7-15,0 0-20 16,0 0-27-16,-5 0-11 16,0 0-10-16,-2 4 0 15,-5 5 2-15,3 4 4 16,0-1-1-16,0 1-1 16,2 3-5-16,1 0 0 15,0 3 2-15,-1 1 0 16,2 2 4-16,-4 0 3 15,6 2-3-15,0 0-1 16,1-1 4-16,2 3-7 0,0 3 2 16,0 1 4-16,0 3 6 15,2-1 8-15,4-3-13 16,8 1 3-16,-4-3-3 16,6-2 2-16,-2-2 1 15,2 0-2-15,0-2-4 16,1-3 1-16,-2-2-2 15,2-4 5-15,0-2-2 16,2-1 5-16,2-2 6 16,-1-4 7-16,3-2 0 15,1-1-14-15,2 0 5 16,-1 0-3-16,0 0-3 0,1 0-1 16,-1 0-4-16,-3 0-6 15,1 0 3-15,-2 0-2 16,-2 0-1-16,-4 0 1 15,0 0-1-15,-4-1 0 16,-4-1-2-16,-1 2 1 16,-5 0-64-16,-1 0-29 15,0 0-20-15,-11 0-70 16,-15 2-316-16</inkml:trace>
  <inkml:trace contextRef="#ctx0" brushRef="#br0" timeOffset="61059.1659">8212 12120 223 0,'0'0'183'0,"0"0"-174"16,0 0 16-16,0 0 91 15,0 0 39-15,104 14-49 16,-67-14-49-16,5-8-13 16,0 0-30-16,1 0 6 15,0 0-15-15,0 2 4 0,-2-2-9 16,-5 5 0-16,-5-2 0 16,-6 4-2-16,-6 1-61 15,-11 0-46-15,-5 0-158 16,-3 0-154-16</inkml:trace>
  <inkml:trace contextRef="#ctx0" brushRef="#br0" timeOffset="61261.6311">8423 12254 544 0,'0'0'18'0,"0"0"12"16,0 0-21-16,100-8 15 16,-67 0 35-16,-2 5-40 15,2-4-19-15,1 5-2 16,-8-3-187-16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Graphs - Algorithms and Mining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4B1A4-6412-4BCE-9D46-4C4F45D10730}" type="datetime1">
              <a:rPr lang="en-IN" smtClean="0"/>
              <a:t>27-11-2021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25816-F6EC-475B-A61D-CE75656011F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75448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4E4A797-ED5B-4267-9B6F-0498D7026212}" type="datetime1">
              <a:rPr lang="en-IN" smtClean="0"/>
              <a:t>27-11-2021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7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D284392-47C4-4658-87E2-31960EB868E9}" type="datetime1">
              <a:rPr lang="en-IN" smtClean="0"/>
              <a:t>27-11-2021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51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525816-F6EC-475B-A61D-CE75656011F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Agarwal Charu C. and Wang Haixun, “Managing and Mining Graph Data” 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231F3278-6D7D-493C-A5B6-51D5847E4370}" type="datetime1">
              <a:rPr lang="en-IN" smtClean="0"/>
              <a:t>27-11-2021</a:t>
            </a:fld>
            <a:endParaRPr lang="en-IN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n-IN" smtClean="0"/>
              <a:t>Graphs - Algorithms and Mining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70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6" name="Picture 10" descr="BITS_university_logo_whitevert.png"/>
          <p:cNvPicPr>
            <a:picLocks noChangeAspect="1"/>
          </p:cNvPicPr>
          <p:nvPr userDrawn="1"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pic>
        <p:nvPicPr>
          <p:cNvPr id="11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3" name="Picture 8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9" name="TextBox 18"/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panose="020B0604020202020204" pitchFamily="34" charset="0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smtClean="0">
                <a:solidFill>
                  <a:srgbClr val="101141"/>
                </a:solidFill>
                <a:cs typeface="Arial" panose="020B0604020202020204" pitchFamily="34" charset="0"/>
              </a:rPr>
              <a:t>BITS </a:t>
            </a:r>
            <a:r>
              <a:rPr lang="en-US" sz="1100" smtClean="0">
                <a:solidFill>
                  <a:srgbClr val="101141"/>
                </a:solidFill>
                <a:cs typeface="Arial" panose="020B0604020202020204" pitchFamily="34" charset="0"/>
              </a:rPr>
              <a:t>Pilani, Pilani Campus</a:t>
            </a:r>
          </a:p>
        </p:txBody>
      </p:sp>
      <p:grpSp>
        <p:nvGrpSpPr>
          <p:cNvPr id="14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20" name="Rectangle 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5" name="Rectangle 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7" r:id="rId15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hyperlink" Target="eccentricity,%20Diameter%20&amp;%20Radius%20Solution.xlsx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62200" y="3810000"/>
            <a:ext cx="6172200" cy="15240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Graphs - Algorithms and </a:t>
            </a:r>
            <a:r>
              <a:rPr lang="en-US" sz="4000" dirty="0" smtClean="0"/>
              <a:t>Mining </a:t>
            </a:r>
            <a:r>
              <a:rPr lang="en-US" sz="4000" smtClean="0"/>
              <a:t>(DSE**  </a:t>
            </a:r>
            <a:r>
              <a:rPr lang="en-US" sz="4000" dirty="0" smtClean="0"/>
              <a:t>ZG521)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28600" y="4648200"/>
            <a:ext cx="8763000" cy="1600200"/>
          </a:xfrm>
        </p:spPr>
        <p:txBody>
          <a:bodyPr rtlCol="0"/>
          <a:lstStyle/>
          <a:p>
            <a:pPr algn="ctr"/>
            <a:endParaRPr lang="en-US" sz="8000" dirty="0" smtClean="0"/>
          </a:p>
          <a:p>
            <a:pPr algn="ctr"/>
            <a:r>
              <a:rPr lang="en-US" sz="8000" dirty="0" smtClean="0"/>
              <a:t>Module II</a:t>
            </a:r>
            <a:endParaRPr lang="en-IN" sz="8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247800" y="5855760"/>
              <a:ext cx="268200" cy="187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7720" y="5844960"/>
                <a:ext cx="285480" cy="3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fontAlgn="base">
              <a:spcAft>
                <a:spcPct val="0"/>
              </a:spcAft>
            </a:pPr>
            <a:r>
              <a:rPr lang="en-IN" sz="2800" b="1" dirty="0" smtClean="0"/>
              <a:t>2. Static </a:t>
            </a:r>
            <a:r>
              <a:rPr lang="en-IN" sz="2800" b="1" dirty="0"/>
              <a:t>Graphs</a:t>
            </a:r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IN" sz="2800" b="1" dirty="0" smtClean="0"/>
              <a:t>2.1. Degree </a:t>
            </a:r>
            <a:r>
              <a:rPr lang="en-IN" sz="2800" b="1" dirty="0"/>
              <a:t>distribution, Power Laws, </a:t>
            </a:r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IN" sz="2800" b="1" dirty="0" smtClean="0"/>
              <a:t>2.2. Diameter</a:t>
            </a:r>
            <a:endParaRPr lang="en-IN" sz="2800" b="1" dirty="0"/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IN" sz="2800" b="1" dirty="0" smtClean="0"/>
              <a:t>2.3. Connected </a:t>
            </a:r>
            <a:r>
              <a:rPr lang="en-IN" sz="2800" b="1" dirty="0"/>
              <a:t>components</a:t>
            </a:r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IN" sz="2800" b="1" dirty="0" smtClean="0"/>
              <a:t>2.4. Eigen-spokes</a:t>
            </a:r>
            <a:endParaRPr lang="en-IN" sz="2800" b="1" dirty="0"/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IN" sz="2800" b="1" dirty="0" smtClean="0"/>
              <a:t>2.5. Scalability</a:t>
            </a:r>
          </a:p>
          <a:p>
            <a:pPr marL="400050" lvl="1" indent="0" fontAlgn="base">
              <a:spcAft>
                <a:spcPct val="0"/>
              </a:spcAft>
              <a:buNone/>
            </a:pPr>
            <a:r>
              <a:rPr lang="en-US" sz="2800" b="1" dirty="0" smtClean="0"/>
              <a:t>2.6 Keyword Search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 smtClean="0"/>
              <a:t>Plan of Lecture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511920" y="2167200"/>
              <a:ext cx="6878880" cy="2858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920" y="2157480"/>
                <a:ext cx="6897960" cy="287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Graphs which </a:t>
            </a:r>
            <a:r>
              <a:rPr lang="en-IN" dirty="0"/>
              <a:t>arise in many large scale applications such as the web and social </a:t>
            </a:r>
            <a:r>
              <a:rPr lang="en-IN" dirty="0" smtClean="0"/>
              <a:t>networks </a:t>
            </a:r>
            <a:r>
              <a:rPr lang="en-IN" dirty="0"/>
              <a:t>satisfy many properties such as 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Degree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The </a:t>
            </a:r>
            <a:r>
              <a:rPr lang="en-IN" sz="2400" dirty="0"/>
              <a:t>power law </a:t>
            </a:r>
            <a:r>
              <a:rPr lang="en-IN" sz="2400" dirty="0" smtClean="0"/>
              <a:t>distribution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S</a:t>
            </a:r>
            <a:r>
              <a:rPr lang="en-IN" sz="2400" dirty="0" smtClean="0"/>
              <a:t>parsity, and </a:t>
            </a:r>
            <a:r>
              <a:rPr lang="en-IN" sz="2400" dirty="0"/>
              <a:t>S</a:t>
            </a:r>
            <a:r>
              <a:rPr lang="en-IN" sz="2400" dirty="0" smtClean="0"/>
              <a:t>mall Diameters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D</a:t>
            </a:r>
            <a:r>
              <a:rPr lang="en-IN" sz="2400" dirty="0" smtClean="0"/>
              <a:t>ensification</a:t>
            </a:r>
            <a:r>
              <a:rPr lang="en-IN" sz="2400" dirty="0"/>
              <a:t>, and </a:t>
            </a:r>
            <a:r>
              <a:rPr lang="en-IN" sz="2400" dirty="0" smtClean="0"/>
              <a:t>Shrinking </a:t>
            </a:r>
            <a:r>
              <a:rPr lang="en-IN" sz="2400" dirty="0"/>
              <a:t>D</a:t>
            </a:r>
            <a:r>
              <a:rPr lang="en-IN" sz="2400" dirty="0" smtClean="0"/>
              <a:t>iameters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Dynamics of </a:t>
            </a:r>
            <a:r>
              <a:rPr lang="en-IN" dirty="0" smtClean="0"/>
              <a:t>Graphs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9280" y="2859120"/>
              <a:ext cx="4650120" cy="18586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400" y="2848680"/>
                <a:ext cx="4672800" cy="18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48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0" y="1752600"/>
            <a:ext cx="2209800" cy="186204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NO</a:t>
            </a:r>
            <a:endParaRPr lang="en-US" sz="11500" b="0" cap="none" spc="0" dirty="0">
              <a:ln w="0"/>
              <a:solidFill>
                <a:schemeClr val="tx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+mn-lt"/>
              </a:rPr>
              <a:t>What does the web look like?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+mn-lt"/>
              </a:rPr>
              <a:t>How about a social network, like LinkedIn or Facebook?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+mn-lt"/>
              </a:rPr>
              <a:t>Is it </a:t>
            </a:r>
            <a:r>
              <a:rPr lang="en-IN" sz="2200" b="1" i="1" dirty="0">
                <a:latin typeface="+mn-lt"/>
              </a:rPr>
              <a:t>normal</a:t>
            </a:r>
            <a:r>
              <a:rPr lang="en-IN" sz="2200" dirty="0">
                <a:latin typeface="+mn-lt"/>
              </a:rPr>
              <a:t> for a person to have 500 “friends?”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+mn-lt"/>
              </a:rPr>
              <a:t>Is </a:t>
            </a:r>
            <a:r>
              <a:rPr lang="en-IN" sz="2200" dirty="0">
                <a:latin typeface="+mn-lt"/>
              </a:rPr>
              <a:t>it </a:t>
            </a:r>
            <a:r>
              <a:rPr lang="en-IN" sz="2200" b="1" i="1" dirty="0">
                <a:latin typeface="+mn-lt"/>
              </a:rPr>
              <a:t>normal</a:t>
            </a:r>
            <a:r>
              <a:rPr lang="en-IN" sz="2200" i="1" dirty="0">
                <a:latin typeface="+mn-lt"/>
              </a:rPr>
              <a:t> </a:t>
            </a:r>
            <a:r>
              <a:rPr lang="en-IN" sz="2200" dirty="0">
                <a:latin typeface="+mn-lt"/>
              </a:rPr>
              <a:t>to contact all 500 with equal frequency?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+mn-lt"/>
              </a:rPr>
              <a:t>Which are the most </a:t>
            </a:r>
            <a:r>
              <a:rPr lang="en-IN" sz="2200" b="1" i="1" dirty="0">
                <a:latin typeface="+mn-lt"/>
              </a:rPr>
              <a:t>important</a:t>
            </a:r>
            <a:r>
              <a:rPr lang="en-IN" sz="2200" dirty="0">
                <a:latin typeface="+mn-lt"/>
              </a:rPr>
              <a:t> nodes in a graph</a:t>
            </a:r>
            <a:r>
              <a:rPr lang="en-IN" sz="2200" dirty="0" smtClean="0">
                <a:latin typeface="+mn-lt"/>
              </a:rPr>
              <a:t>?</a:t>
            </a:r>
            <a:endParaRPr lang="en-IN" sz="2200" dirty="0">
              <a:latin typeface="+mn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+mn-lt"/>
              </a:rPr>
              <a:t>So the main task is to identify: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+mn-lt"/>
              </a:rPr>
              <a:t>What </a:t>
            </a:r>
            <a:r>
              <a:rPr lang="en-IN" sz="2200" b="1" i="1" dirty="0" smtClean="0">
                <a:latin typeface="+mn-lt"/>
              </a:rPr>
              <a:t>normal</a:t>
            </a:r>
            <a:r>
              <a:rPr lang="en-IN" sz="2200" dirty="0" smtClean="0">
                <a:latin typeface="+mn-lt"/>
              </a:rPr>
              <a:t> is (no proper definition)?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2200" dirty="0" smtClean="0">
                <a:cs typeface="Arial" panose="020B0604020202020204" pitchFamily="34" charset="0"/>
              </a:rPr>
              <a:t>Based on that we can spot </a:t>
            </a:r>
            <a:r>
              <a:rPr lang="en-IN" sz="2200" b="1" i="1" dirty="0" smtClean="0">
                <a:cs typeface="Arial" panose="020B0604020202020204" pitchFamily="34" charset="0"/>
              </a:rPr>
              <a:t>anomalies</a:t>
            </a:r>
            <a:r>
              <a:rPr lang="en-IN" sz="2200" dirty="0" smtClean="0">
                <a:cs typeface="Arial" panose="020B0604020202020204" pitchFamily="34" charset="0"/>
              </a:rPr>
              <a:t> (</a:t>
            </a:r>
            <a:r>
              <a:rPr lang="en-IN" sz="2200" b="1" i="1" dirty="0" smtClean="0">
                <a:cs typeface="Arial" panose="020B0604020202020204" pitchFamily="34" charset="0"/>
              </a:rPr>
              <a:t>strange/abnormal</a:t>
            </a:r>
            <a:r>
              <a:rPr lang="en-IN" sz="2200" dirty="0" smtClean="0">
                <a:cs typeface="Arial" panose="020B0604020202020204" pitchFamily="34" charset="0"/>
              </a:rPr>
              <a:t> behaviour) !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2200" dirty="0">
                <a:cs typeface="Arial" panose="020B0604020202020204" pitchFamily="34" charset="0"/>
              </a:rPr>
              <a:t>Informally, “normal” </a:t>
            </a:r>
            <a:r>
              <a:rPr lang="en-IN" sz="2200" dirty="0" smtClean="0">
                <a:cs typeface="Arial" panose="020B0604020202020204" pitchFamily="34" charset="0"/>
              </a:rPr>
              <a:t>behaviour </a:t>
            </a:r>
            <a:r>
              <a:rPr lang="en-IN" sz="2200" dirty="0">
                <a:cs typeface="Arial" panose="020B0604020202020204" pitchFamily="34" charset="0"/>
              </a:rPr>
              <a:t>is the pattern that the majority follows, and “abnormal” </a:t>
            </a:r>
            <a:r>
              <a:rPr lang="en-IN" sz="2200" dirty="0" smtClean="0">
                <a:cs typeface="Arial" panose="020B0604020202020204" pitchFamily="34" charset="0"/>
              </a:rPr>
              <a:t>behaviour </a:t>
            </a:r>
            <a:r>
              <a:rPr lang="en-IN" sz="2200" dirty="0">
                <a:cs typeface="Arial" panose="020B0604020202020204" pitchFamily="34" charset="0"/>
              </a:rPr>
              <a:t>is the </a:t>
            </a:r>
            <a:r>
              <a:rPr lang="en-IN" sz="2200" dirty="0" smtClean="0">
                <a:cs typeface="Arial" panose="020B0604020202020204" pitchFamily="34" charset="0"/>
              </a:rPr>
              <a:t>deviation.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+mn-lt"/>
              </a:rPr>
              <a:t>How to define </a:t>
            </a:r>
            <a:r>
              <a:rPr lang="en-IN" sz="2200" b="1" i="1" dirty="0" smtClean="0">
                <a:latin typeface="+mn-lt"/>
              </a:rPr>
              <a:t>importance</a:t>
            </a:r>
            <a:r>
              <a:rPr lang="en-IN" sz="2200" dirty="0" smtClean="0">
                <a:latin typeface="+mn-lt"/>
              </a:rPr>
              <a:t>?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200" dirty="0" smtClean="0"/>
              <a:t>??</a:t>
            </a:r>
            <a:endParaRPr lang="en-IN" sz="22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543800" cy="1143000"/>
          </a:xfrm>
        </p:spPr>
        <p:txBody>
          <a:bodyPr/>
          <a:lstStyle/>
          <a:p>
            <a:r>
              <a:rPr lang="en-IN" dirty="0" smtClean="0"/>
              <a:t>Why to study Structure of graphs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83240" y="1628280"/>
              <a:ext cx="4583160" cy="28141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240" y="1617840"/>
                <a:ext cx="4597200" cy="28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097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876800"/>
          </a:xfrm>
        </p:spPr>
        <p:txBody>
          <a:bodyPr>
            <a:noAutofit/>
          </a:bodyPr>
          <a:lstStyle/>
          <a:p>
            <a:r>
              <a:rPr lang="en-IN" sz="1800" i="1" dirty="0"/>
              <a:t>The graph encompasses a large number of applications: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i="1" dirty="0" smtClean="0"/>
              <a:t>Social networks</a:t>
            </a:r>
            <a:endParaRPr lang="en-IN" sz="18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1800" dirty="0" smtClean="0"/>
              <a:t>Facebook </a:t>
            </a:r>
            <a:r>
              <a:rPr lang="en-IN" sz="1800" dirty="0"/>
              <a:t>and LinkedIn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Who-Calls-Whom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in a phone network, </a:t>
            </a:r>
            <a:endParaRPr lang="en-I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Who-Texts-Whom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endParaRPr lang="en-I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Who-Collaborates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I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Whom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1800" i="1" dirty="0" smtClean="0"/>
              <a:t>Cyber-security </a:t>
            </a:r>
            <a:r>
              <a:rPr lang="en-IN" sz="1800" i="1" dirty="0"/>
              <a:t>(for computer </a:t>
            </a:r>
            <a:r>
              <a:rPr lang="en-IN" sz="1800" i="1" dirty="0" smtClean="0"/>
              <a:t>networks)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1800" i="1" dirty="0" smtClean="0"/>
              <a:t>The </a:t>
            </a:r>
            <a:r>
              <a:rPr lang="en-IN" sz="1800" i="1" dirty="0"/>
              <a:t>goals are to spot </a:t>
            </a:r>
            <a:r>
              <a:rPr lang="en-IN" sz="1800" b="1" i="1" dirty="0"/>
              <a:t>strange</a:t>
            </a:r>
            <a:r>
              <a:rPr lang="en-IN" sz="1800" i="1" dirty="0"/>
              <a:t> </a:t>
            </a:r>
            <a:r>
              <a:rPr lang="en-IN" sz="1800" i="1" dirty="0" smtClean="0"/>
              <a:t>behaviours, </a:t>
            </a:r>
            <a:r>
              <a:rPr lang="en-IN" sz="1800" i="1" dirty="0"/>
              <a:t>like botnets, port-scanners, </a:t>
            </a:r>
            <a:r>
              <a:rPr lang="en-IN" sz="1800" i="1" dirty="0" err="1"/>
              <a:t>exfiltrators</a:t>
            </a:r>
            <a:r>
              <a:rPr lang="en-IN" sz="1800" i="1" dirty="0"/>
              <a:t> </a:t>
            </a:r>
            <a:endParaRPr lang="en-IN" sz="1800" i="1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sz="1800" i="1" dirty="0"/>
              <a:t>W</a:t>
            </a:r>
            <a:r>
              <a:rPr lang="en-IN" sz="1800" i="1" dirty="0" smtClean="0"/>
              <a:t>eb </a:t>
            </a:r>
            <a:r>
              <a:rPr lang="en-IN" sz="1800" i="1" dirty="0"/>
              <a:t>and R</a:t>
            </a:r>
            <a:r>
              <a:rPr lang="en-IN" sz="1800" i="1" dirty="0" smtClean="0"/>
              <a:t>anking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1800" i="1" dirty="0" smtClean="0"/>
              <a:t>Accelerate or control  information/ rumours flow.</a:t>
            </a:r>
            <a:endParaRPr lang="en-IN" sz="1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/>
              <a:t>influence </a:t>
            </a:r>
            <a:r>
              <a:rPr lang="en-IN" sz="1800" dirty="0" smtClean="0"/>
              <a:t>propagation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800" dirty="0" smtClean="0"/>
              <a:t>e-commerce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1800" dirty="0"/>
              <a:t>Amazon, Netflix, </a:t>
            </a:r>
            <a:r>
              <a:rPr lang="en-IN" sz="1800" dirty="0" err="1"/>
              <a:t>Ebay</a:t>
            </a:r>
            <a:r>
              <a:rPr lang="en-IN" sz="1800" dirty="0" smtClean="0"/>
              <a:t>, (rating recommendation, ...</a:t>
            </a:r>
          </a:p>
          <a:p>
            <a:r>
              <a:rPr lang="en-IN" sz="2800" dirty="0" smtClean="0"/>
              <a:t>….</a:t>
            </a:r>
          </a:p>
          <a:p>
            <a:endParaRPr lang="en-IN" sz="1800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162800" cy="1143000"/>
          </a:xfrm>
        </p:spPr>
        <p:txBody>
          <a:bodyPr/>
          <a:lstStyle/>
          <a:p>
            <a:r>
              <a:rPr lang="en-IN" dirty="0" smtClean="0"/>
              <a:t>Why to study Structure of graphs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682560" y="1515600"/>
              <a:ext cx="7689600" cy="46836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640" y="1506600"/>
                <a:ext cx="7708680" cy="470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68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Understanding </a:t>
            </a:r>
            <a:r>
              <a:rPr lang="en-IN" dirty="0"/>
              <a:t>human (machine, protein) </a:t>
            </a:r>
            <a:r>
              <a:rPr lang="en-IN" dirty="0" smtClean="0"/>
              <a:t>behaviour: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Discovering patterns of connectivity </a:t>
            </a:r>
            <a:r>
              <a:rPr lang="en-IN" sz="2400" dirty="0" smtClean="0"/>
              <a:t>to develop domain expertise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Anomaly </a:t>
            </a:r>
            <a:r>
              <a:rPr lang="en-IN" b="1" dirty="0" smtClean="0"/>
              <a:t>detection: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E</a:t>
            </a:r>
            <a:r>
              <a:rPr lang="en-IN" sz="2400" dirty="0" smtClean="0"/>
              <a:t>xtremely </a:t>
            </a:r>
            <a:r>
              <a:rPr lang="en-IN" sz="2400" dirty="0"/>
              <a:t>short/long diameter </a:t>
            </a:r>
            <a:r>
              <a:rPr lang="en-IN" sz="2400" dirty="0" err="1"/>
              <a:t>wrt</a:t>
            </a:r>
            <a:r>
              <a:rPr lang="en-IN" sz="2400" dirty="0"/>
              <a:t> six degree of connectivity would be suspicious</a:t>
            </a:r>
            <a:endParaRPr lang="en-IN" sz="24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Extrapolations</a:t>
            </a:r>
            <a:r>
              <a:rPr lang="en-IN" dirty="0" smtClean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Prediction or Forecasting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Generator design</a:t>
            </a:r>
            <a:r>
              <a:rPr lang="en-IN" dirty="0" smtClean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Real graphs often have privacy issues and/or high monetary value, and cannot be </a:t>
            </a:r>
            <a:r>
              <a:rPr lang="en-IN" sz="2400" dirty="0" smtClean="0"/>
              <a:t>released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/>
          <a:lstStyle/>
          <a:p>
            <a:r>
              <a:rPr lang="en-IN" b="0" dirty="0"/>
              <a:t>several reasons to study patterns and laws in real graphs: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2160" y="1997280"/>
              <a:ext cx="331200" cy="3332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360" y="1987560"/>
                <a:ext cx="346320" cy="33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22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/>
              <a:t>Graph </a:t>
            </a:r>
            <a:r>
              <a:rPr lang="en-IN" b="1" dirty="0"/>
              <a:t>C</a:t>
            </a:r>
            <a:r>
              <a:rPr lang="en-IN" b="1" dirty="0" smtClean="0"/>
              <a:t>ompression</a:t>
            </a:r>
            <a:r>
              <a:rPr lang="en-IN" dirty="0" smtClean="0"/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W</a:t>
            </a:r>
            <a:r>
              <a:rPr lang="en-IN" sz="2400" dirty="0" smtClean="0"/>
              <a:t>eb-crawls/Facebook with </a:t>
            </a:r>
            <a:r>
              <a:rPr lang="en-IN" sz="2400" dirty="0"/>
              <a:t>billions of </a:t>
            </a:r>
            <a:r>
              <a:rPr lang="en-IN" sz="2400" dirty="0" smtClean="0"/>
              <a:t>pages/active </a:t>
            </a:r>
            <a:r>
              <a:rPr lang="en-IN" sz="2400" dirty="0"/>
              <a:t>users”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writing, keeping (and compressing) historical data is important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Older mails in your mailbox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/>
          <a:lstStyle/>
          <a:p>
            <a:r>
              <a:rPr lang="en-IN" b="0" dirty="0"/>
              <a:t>several reasons to study patterns and laws in real graphs: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17240" y="1482120"/>
              <a:ext cx="3513960" cy="25646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800" y="1472040"/>
                <a:ext cx="3528000" cy="258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099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Distance, Degree Distribution, Radius &amp; Diameter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66200" y="5166000"/>
              <a:ext cx="2515680" cy="635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400" y="5158440"/>
                <a:ext cx="2532600" cy="6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205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Distance is a metric space: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)&gt;= 0 and d(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 = 0 </a:t>
                </a:r>
                <a:r>
                  <a:rPr lang="en-US" dirty="0" err="1" smtClean="0"/>
                  <a:t>iff</a:t>
                </a:r>
                <a:r>
                  <a:rPr lang="en-US" dirty="0" smtClean="0"/>
                  <a:t> u=v;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 = d(</a:t>
                </a:r>
                <a:r>
                  <a:rPr lang="en-US" dirty="0" err="1" smtClean="0"/>
                  <a:t>v,u</a:t>
                </a:r>
                <a:r>
                  <a:rPr lang="en-US" dirty="0" smtClean="0"/>
                  <a:t>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d(</a:t>
                </a:r>
                <a:r>
                  <a:rPr lang="en-US" dirty="0" err="1" smtClean="0"/>
                  <a:t>u,w</a:t>
                </a:r>
                <a:r>
                  <a:rPr lang="en-US" dirty="0" smtClean="0"/>
                  <a:t>) + d(</a:t>
                </a:r>
                <a:r>
                  <a:rPr lang="en-US" dirty="0" err="1" smtClean="0"/>
                  <a:t>w,v</a:t>
                </a:r>
                <a:r>
                  <a:rPr lang="en-US" dirty="0" smtClean="0"/>
                  <a:t>) &gt;=d(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Distance between two vertices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4724400" y="2819400"/>
            <a:ext cx="4250530" cy="3438527"/>
            <a:chOff x="0" y="0"/>
            <a:chExt cx="3300412" cy="2333626"/>
          </a:xfrm>
        </p:grpSpPr>
        <p:grpSp>
          <p:nvGrpSpPr>
            <p:cNvPr id="5" name="Group 4"/>
            <p:cNvGrpSpPr/>
            <p:nvPr/>
          </p:nvGrpSpPr>
          <p:grpSpPr>
            <a:xfrm>
              <a:off x="0" y="0"/>
              <a:ext cx="3300412" cy="2333626"/>
              <a:chOff x="0" y="0"/>
              <a:chExt cx="3295649" cy="2333626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0" y="0"/>
                <a:ext cx="3295649" cy="2333626"/>
                <a:chOff x="0" y="0"/>
                <a:chExt cx="8001000" cy="4894418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0" y="0"/>
                  <a:ext cx="8001000" cy="4894418"/>
                  <a:chOff x="0" y="0"/>
                  <a:chExt cx="8001000" cy="4894418"/>
                </a:xfrm>
              </p:grpSpPr>
              <p:sp>
                <p:nvSpPr>
                  <p:cNvPr id="24" name="Oval 23"/>
                  <p:cNvSpPr/>
                  <p:nvPr/>
                </p:nvSpPr>
                <p:spPr>
                  <a:xfrm>
                    <a:off x="152400" y="350993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A</a:t>
                    </a:r>
                  </a:p>
                </p:txBody>
              </p:sp>
              <p:sp>
                <p:nvSpPr>
                  <p:cNvPr id="25" name="Oval 24"/>
                  <p:cNvSpPr/>
                  <p:nvPr/>
                </p:nvSpPr>
                <p:spPr>
                  <a:xfrm>
                    <a:off x="1524000" y="5143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B</a:t>
                    </a:r>
                  </a:p>
                </p:txBody>
              </p:sp>
              <p:sp>
                <p:nvSpPr>
                  <p:cNvPr id="26" name="Oval 25"/>
                  <p:cNvSpPr/>
                  <p:nvPr/>
                </p:nvSpPr>
                <p:spPr>
                  <a:xfrm>
                    <a:off x="1523322" y="2680271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C</a:t>
                    </a:r>
                  </a:p>
                </p:txBody>
              </p:sp>
              <p:sp>
                <p:nvSpPr>
                  <p:cNvPr id="27" name="Oval 26"/>
                  <p:cNvSpPr/>
                  <p:nvPr/>
                </p:nvSpPr>
                <p:spPr>
                  <a:xfrm>
                    <a:off x="3962400" y="29146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F</a:t>
                    </a:r>
                  </a:p>
                </p:txBody>
              </p:sp>
              <p:sp>
                <p:nvSpPr>
                  <p:cNvPr id="28" name="Oval 27"/>
                  <p:cNvSpPr/>
                  <p:nvPr/>
                </p:nvSpPr>
                <p:spPr>
                  <a:xfrm>
                    <a:off x="0" y="38671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D</a:t>
                    </a:r>
                  </a:p>
                </p:txBody>
              </p:sp>
              <p:sp>
                <p:nvSpPr>
                  <p:cNvPr id="29" name="Oval 28"/>
                  <p:cNvSpPr/>
                  <p:nvPr/>
                </p:nvSpPr>
                <p:spPr>
                  <a:xfrm>
                    <a:off x="5334000" y="1454461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H</a:t>
                    </a:r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4724400" y="4208618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E</a:t>
                    </a:r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3810000" y="2476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G</a:t>
                    </a:r>
                  </a:p>
                </p:txBody>
              </p:sp>
              <p:sp>
                <p:nvSpPr>
                  <p:cNvPr id="32" name="Oval 31"/>
                  <p:cNvSpPr/>
                  <p:nvPr/>
                </p:nvSpPr>
                <p:spPr>
                  <a:xfrm>
                    <a:off x="7239000" y="297924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J</a:t>
                    </a:r>
                  </a:p>
                </p:txBody>
              </p:sp>
              <p:sp>
                <p:nvSpPr>
                  <p:cNvPr id="33" name="Oval 32"/>
                  <p:cNvSpPr/>
                  <p:nvPr/>
                </p:nvSpPr>
                <p:spPr>
                  <a:xfrm>
                    <a:off x="7086600" y="0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I</a:t>
                    </a:r>
                  </a:p>
                </p:txBody>
              </p: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381001" y="100433"/>
                  <a:ext cx="7239000" cy="4451085"/>
                  <a:chOff x="381001" y="100433"/>
                  <a:chExt cx="7239000" cy="4451085"/>
                </a:xfrm>
              </p:grpSpPr>
              <p:cxnSp>
                <p:nvCxnSpPr>
                  <p:cNvPr id="11" name="Straight Arrow Connector 10"/>
                  <p:cNvCxnSpPr>
                    <a:stCxn id="24" idx="6"/>
                  </p:cNvCxnSpPr>
                  <p:nvPr/>
                </p:nvCxnSpPr>
                <p:spPr>
                  <a:xfrm>
                    <a:off x="914401" y="693892"/>
                    <a:ext cx="609599" cy="114300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/>
                  <p:cNvCxnSpPr>
                    <a:stCxn id="26" idx="6"/>
                    <a:endCxn id="27" idx="2"/>
                  </p:cNvCxnSpPr>
                  <p:nvPr/>
                </p:nvCxnSpPr>
                <p:spPr>
                  <a:xfrm>
                    <a:off x="2285323" y="3023171"/>
                    <a:ext cx="1677078" cy="234425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/>
                  <p:cNvCxnSpPr>
                    <a:endCxn id="26" idx="1"/>
                  </p:cNvCxnSpPr>
                  <p:nvPr/>
                </p:nvCxnSpPr>
                <p:spPr>
                  <a:xfrm>
                    <a:off x="693947" y="977421"/>
                    <a:ext cx="940968" cy="1803283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/>
                  <p:cNvCxnSpPr>
                    <a:endCxn id="28" idx="0"/>
                  </p:cNvCxnSpPr>
                  <p:nvPr/>
                </p:nvCxnSpPr>
                <p:spPr>
                  <a:xfrm flipH="1">
                    <a:off x="381001" y="1036793"/>
                    <a:ext cx="151046" cy="2830402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/>
                  <p:cNvCxnSpPr>
                    <a:endCxn id="26" idx="0"/>
                  </p:cNvCxnSpPr>
                  <p:nvPr/>
                </p:nvCxnSpPr>
                <p:spPr>
                  <a:xfrm>
                    <a:off x="1796815" y="1216336"/>
                    <a:ext cx="107508" cy="1463935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/>
                  <p:cNvCxnSpPr>
                    <a:stCxn id="30" idx="2"/>
                  </p:cNvCxnSpPr>
                  <p:nvPr/>
                </p:nvCxnSpPr>
                <p:spPr>
                  <a:xfrm flipH="1" flipV="1">
                    <a:off x="753708" y="4357410"/>
                    <a:ext cx="3970693" cy="194108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>
                    <a:stCxn id="31" idx="4"/>
                  </p:cNvCxnSpPr>
                  <p:nvPr/>
                </p:nvCxnSpPr>
                <p:spPr>
                  <a:xfrm>
                    <a:off x="4191001" y="933496"/>
                    <a:ext cx="107506" cy="1984900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>
                    <a:endCxn id="32" idx="0"/>
                  </p:cNvCxnSpPr>
                  <p:nvPr/>
                </p:nvCxnSpPr>
                <p:spPr>
                  <a:xfrm>
                    <a:off x="7473739" y="675684"/>
                    <a:ext cx="146262" cy="2303561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/>
                  <p:cNvCxnSpPr>
                    <a:endCxn id="29" idx="1"/>
                  </p:cNvCxnSpPr>
                  <p:nvPr/>
                </p:nvCxnSpPr>
                <p:spPr>
                  <a:xfrm>
                    <a:off x="4505325" y="723947"/>
                    <a:ext cx="940268" cy="830948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/>
                  <p:cNvCxnSpPr>
                    <a:endCxn id="33" idx="2"/>
                  </p:cNvCxnSpPr>
                  <p:nvPr/>
                </p:nvCxnSpPr>
                <p:spPr>
                  <a:xfrm flipV="1">
                    <a:off x="4546133" y="342900"/>
                    <a:ext cx="2540468" cy="211022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/>
                  <p:cNvCxnSpPr>
                    <a:endCxn id="29" idx="7"/>
                  </p:cNvCxnSpPr>
                  <p:nvPr/>
                </p:nvCxnSpPr>
                <p:spPr>
                  <a:xfrm flipH="1">
                    <a:off x="5984409" y="544120"/>
                    <a:ext cx="1165458" cy="1010774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/>
                  <p:cNvCxnSpPr>
                    <a:stCxn id="28" idx="6"/>
                  </p:cNvCxnSpPr>
                  <p:nvPr/>
                </p:nvCxnSpPr>
                <p:spPr>
                  <a:xfrm flipV="1">
                    <a:off x="762001" y="3500948"/>
                    <a:ext cx="6550547" cy="709147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Curved Connector 22"/>
                  <p:cNvCxnSpPr>
                    <a:stCxn id="25" idx="7"/>
                    <a:endCxn id="33" idx="1"/>
                  </p:cNvCxnSpPr>
                  <p:nvPr/>
                </p:nvCxnSpPr>
                <p:spPr>
                  <a:xfrm rot="5400000" flipH="1" flipV="1">
                    <a:off x="4429103" y="-2154261"/>
                    <a:ext cx="514395" cy="5023784"/>
                  </a:xfrm>
                  <a:prstGeom prst="curvedConnector3">
                    <a:avLst>
                      <a:gd name="adj1" fmla="val 171365"/>
                    </a:avLst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" name="Straight Arrow Connector 7"/>
              <p:cNvCxnSpPr>
                <a:stCxn id="29" idx="3"/>
                <a:endCxn id="27" idx="7"/>
              </p:cNvCxnSpPr>
              <p:nvPr/>
            </p:nvCxnSpPr>
            <p:spPr>
              <a:xfrm flipH="1">
                <a:off x="1900037" y="972576"/>
                <a:ext cx="343028" cy="46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/>
            <p:cNvCxnSpPr>
              <a:endCxn id="30" idx="6"/>
            </p:cNvCxnSpPr>
            <p:nvPr/>
          </p:nvCxnSpPr>
          <p:spPr>
            <a:xfrm flipH="1">
              <a:off x="2263140" y="1714500"/>
              <a:ext cx="783103" cy="45563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/>
              <p14:cNvContentPartPr/>
              <p14:nvPr/>
            </p14:nvContentPartPr>
            <p14:xfrm>
              <a:off x="108000" y="503280"/>
              <a:ext cx="8719920" cy="5738040"/>
            </p14:xfrm>
          </p:contentPart>
        </mc:Choice>
        <mc:Fallback>
          <p:pic>
            <p:nvPicPr>
              <p:cNvPr id="34" name="Ink 3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560" y="492120"/>
                <a:ext cx="8734680" cy="57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942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hlinkClick r:id="rId2" action="ppaction://hlinkfile"/>
              </a:rPr>
              <a:t>Degree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hlinkClick r:id="rId2" action="ppaction://hlinkfile"/>
              </a:rPr>
              <a:t>Eccentricity,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hlinkClick r:id="rId2" action="ppaction://hlinkfile"/>
              </a:rPr>
              <a:t>Diameter &amp;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smtClean="0">
                <a:hlinkClick r:id="rId2" action="ppaction://hlinkfile"/>
              </a:rPr>
              <a:t>Radius Solution.xlsx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Degree Distribution</a:t>
            </a:r>
            <a:endParaRPr lang="en-IN" dirty="0"/>
          </a:p>
        </p:txBody>
      </p:sp>
      <p:grpSp>
        <p:nvGrpSpPr>
          <p:cNvPr id="4" name="Group 3"/>
          <p:cNvGrpSpPr/>
          <p:nvPr/>
        </p:nvGrpSpPr>
        <p:grpSpPr>
          <a:xfrm>
            <a:off x="3886200" y="1828800"/>
            <a:ext cx="5088730" cy="4429127"/>
            <a:chOff x="0" y="0"/>
            <a:chExt cx="3300412" cy="2333626"/>
          </a:xfrm>
        </p:grpSpPr>
        <p:grpSp>
          <p:nvGrpSpPr>
            <p:cNvPr id="5" name="Group 4"/>
            <p:cNvGrpSpPr/>
            <p:nvPr/>
          </p:nvGrpSpPr>
          <p:grpSpPr>
            <a:xfrm>
              <a:off x="0" y="0"/>
              <a:ext cx="3300412" cy="2333626"/>
              <a:chOff x="0" y="0"/>
              <a:chExt cx="3295649" cy="2333626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0" y="0"/>
                <a:ext cx="3295649" cy="2333626"/>
                <a:chOff x="0" y="0"/>
                <a:chExt cx="8001000" cy="4894418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0" y="0"/>
                  <a:ext cx="8001000" cy="4894418"/>
                  <a:chOff x="0" y="0"/>
                  <a:chExt cx="8001000" cy="4894418"/>
                </a:xfrm>
              </p:grpSpPr>
              <p:sp>
                <p:nvSpPr>
                  <p:cNvPr id="24" name="Oval 23"/>
                  <p:cNvSpPr/>
                  <p:nvPr/>
                </p:nvSpPr>
                <p:spPr>
                  <a:xfrm>
                    <a:off x="152400" y="350993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A</a:t>
                    </a:r>
                  </a:p>
                </p:txBody>
              </p:sp>
              <p:sp>
                <p:nvSpPr>
                  <p:cNvPr id="25" name="Oval 24"/>
                  <p:cNvSpPr/>
                  <p:nvPr/>
                </p:nvSpPr>
                <p:spPr>
                  <a:xfrm>
                    <a:off x="1524000" y="5143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B</a:t>
                    </a:r>
                  </a:p>
                </p:txBody>
              </p:sp>
              <p:sp>
                <p:nvSpPr>
                  <p:cNvPr id="26" name="Oval 25"/>
                  <p:cNvSpPr/>
                  <p:nvPr/>
                </p:nvSpPr>
                <p:spPr>
                  <a:xfrm>
                    <a:off x="1523322" y="2680271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C</a:t>
                    </a:r>
                  </a:p>
                </p:txBody>
              </p:sp>
              <p:sp>
                <p:nvSpPr>
                  <p:cNvPr id="27" name="Oval 26"/>
                  <p:cNvSpPr/>
                  <p:nvPr/>
                </p:nvSpPr>
                <p:spPr>
                  <a:xfrm>
                    <a:off x="3962400" y="29146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F</a:t>
                    </a:r>
                  </a:p>
                </p:txBody>
              </p:sp>
              <p:sp>
                <p:nvSpPr>
                  <p:cNvPr id="28" name="Oval 27"/>
                  <p:cNvSpPr/>
                  <p:nvPr/>
                </p:nvSpPr>
                <p:spPr>
                  <a:xfrm>
                    <a:off x="0" y="38671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D</a:t>
                    </a:r>
                  </a:p>
                </p:txBody>
              </p:sp>
              <p:sp>
                <p:nvSpPr>
                  <p:cNvPr id="29" name="Oval 28"/>
                  <p:cNvSpPr/>
                  <p:nvPr/>
                </p:nvSpPr>
                <p:spPr>
                  <a:xfrm>
                    <a:off x="5334000" y="1454461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H</a:t>
                    </a:r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4724400" y="4208618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E</a:t>
                    </a:r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3810000" y="24769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G</a:t>
                    </a:r>
                  </a:p>
                </p:txBody>
              </p:sp>
              <p:sp>
                <p:nvSpPr>
                  <p:cNvPr id="32" name="Oval 31"/>
                  <p:cNvSpPr/>
                  <p:nvPr/>
                </p:nvSpPr>
                <p:spPr>
                  <a:xfrm>
                    <a:off x="7239000" y="2979246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J</a:t>
                    </a:r>
                  </a:p>
                </p:txBody>
              </p:sp>
              <p:sp>
                <p:nvSpPr>
                  <p:cNvPr id="33" name="Oval 32"/>
                  <p:cNvSpPr/>
                  <p:nvPr/>
                </p:nvSpPr>
                <p:spPr>
                  <a:xfrm>
                    <a:off x="7086600" y="0"/>
                    <a:ext cx="762000" cy="6858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ctr"/>
                    <a:r>
                      <a:rPr lang="en-IN"/>
                      <a:t>I</a:t>
                    </a:r>
                  </a:p>
                </p:txBody>
              </p:sp>
            </p:grpSp>
            <p:grpSp>
              <p:nvGrpSpPr>
                <p:cNvPr id="10" name="Group 9"/>
                <p:cNvGrpSpPr/>
                <p:nvPr/>
              </p:nvGrpSpPr>
              <p:grpSpPr>
                <a:xfrm>
                  <a:off x="381001" y="100433"/>
                  <a:ext cx="7239000" cy="4451085"/>
                  <a:chOff x="381001" y="100433"/>
                  <a:chExt cx="7239000" cy="4451085"/>
                </a:xfrm>
              </p:grpSpPr>
              <p:cxnSp>
                <p:nvCxnSpPr>
                  <p:cNvPr id="11" name="Straight Arrow Connector 10"/>
                  <p:cNvCxnSpPr>
                    <a:stCxn id="24" idx="6"/>
                  </p:cNvCxnSpPr>
                  <p:nvPr/>
                </p:nvCxnSpPr>
                <p:spPr>
                  <a:xfrm>
                    <a:off x="914401" y="693892"/>
                    <a:ext cx="609599" cy="114300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/>
                  <p:cNvCxnSpPr>
                    <a:stCxn id="26" idx="6"/>
                    <a:endCxn id="27" idx="2"/>
                  </p:cNvCxnSpPr>
                  <p:nvPr/>
                </p:nvCxnSpPr>
                <p:spPr>
                  <a:xfrm>
                    <a:off x="2285323" y="3023171"/>
                    <a:ext cx="1677078" cy="234425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/>
                  <p:cNvCxnSpPr>
                    <a:endCxn id="26" idx="1"/>
                  </p:cNvCxnSpPr>
                  <p:nvPr/>
                </p:nvCxnSpPr>
                <p:spPr>
                  <a:xfrm>
                    <a:off x="693947" y="977421"/>
                    <a:ext cx="940968" cy="1803283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/>
                  <p:cNvCxnSpPr>
                    <a:endCxn id="28" idx="0"/>
                  </p:cNvCxnSpPr>
                  <p:nvPr/>
                </p:nvCxnSpPr>
                <p:spPr>
                  <a:xfrm flipH="1">
                    <a:off x="381001" y="1036793"/>
                    <a:ext cx="151046" cy="2830402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/>
                  <p:cNvCxnSpPr>
                    <a:endCxn id="26" idx="0"/>
                  </p:cNvCxnSpPr>
                  <p:nvPr/>
                </p:nvCxnSpPr>
                <p:spPr>
                  <a:xfrm>
                    <a:off x="1796815" y="1216336"/>
                    <a:ext cx="107508" cy="1463935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/>
                  <p:cNvCxnSpPr>
                    <a:stCxn id="30" idx="2"/>
                  </p:cNvCxnSpPr>
                  <p:nvPr/>
                </p:nvCxnSpPr>
                <p:spPr>
                  <a:xfrm flipH="1" flipV="1">
                    <a:off x="753708" y="4357410"/>
                    <a:ext cx="3970693" cy="194108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>
                    <a:stCxn id="31" idx="4"/>
                  </p:cNvCxnSpPr>
                  <p:nvPr/>
                </p:nvCxnSpPr>
                <p:spPr>
                  <a:xfrm>
                    <a:off x="4191001" y="933496"/>
                    <a:ext cx="107506" cy="1984900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>
                    <a:endCxn id="32" idx="0"/>
                  </p:cNvCxnSpPr>
                  <p:nvPr/>
                </p:nvCxnSpPr>
                <p:spPr>
                  <a:xfrm>
                    <a:off x="7473739" y="675684"/>
                    <a:ext cx="146262" cy="2303561"/>
                  </a:xfrm>
                  <a:prstGeom prst="straightConnector1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/>
                  <p:cNvCxnSpPr>
                    <a:endCxn id="29" idx="1"/>
                  </p:cNvCxnSpPr>
                  <p:nvPr/>
                </p:nvCxnSpPr>
                <p:spPr>
                  <a:xfrm>
                    <a:off x="4505325" y="723947"/>
                    <a:ext cx="940268" cy="830948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/>
                  <p:cNvCxnSpPr>
                    <a:endCxn id="33" idx="2"/>
                  </p:cNvCxnSpPr>
                  <p:nvPr/>
                </p:nvCxnSpPr>
                <p:spPr>
                  <a:xfrm flipV="1">
                    <a:off x="4546133" y="342900"/>
                    <a:ext cx="2540468" cy="211022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/>
                  <p:cNvCxnSpPr>
                    <a:endCxn id="29" idx="7"/>
                  </p:cNvCxnSpPr>
                  <p:nvPr/>
                </p:nvCxnSpPr>
                <p:spPr>
                  <a:xfrm flipH="1">
                    <a:off x="5984409" y="544120"/>
                    <a:ext cx="1165458" cy="1010774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/>
                  <p:cNvCxnSpPr>
                    <a:stCxn id="28" idx="6"/>
                  </p:cNvCxnSpPr>
                  <p:nvPr/>
                </p:nvCxnSpPr>
                <p:spPr>
                  <a:xfrm flipV="1">
                    <a:off x="762001" y="3500948"/>
                    <a:ext cx="6550547" cy="709147"/>
                  </a:xfrm>
                  <a:prstGeom prst="straightConnector1">
                    <a:avLst/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Curved Connector 22"/>
                  <p:cNvCxnSpPr>
                    <a:stCxn id="25" idx="7"/>
                    <a:endCxn id="33" idx="1"/>
                  </p:cNvCxnSpPr>
                  <p:nvPr/>
                </p:nvCxnSpPr>
                <p:spPr>
                  <a:xfrm rot="5400000" flipH="1" flipV="1">
                    <a:off x="4429103" y="-2154261"/>
                    <a:ext cx="514395" cy="5023784"/>
                  </a:xfrm>
                  <a:prstGeom prst="curvedConnector3">
                    <a:avLst>
                      <a:gd name="adj1" fmla="val 171365"/>
                    </a:avLst>
                  </a:prstGeom>
                  <a:ln>
                    <a:tailEnd type="non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" name="Straight Arrow Connector 7"/>
              <p:cNvCxnSpPr>
                <a:stCxn id="29" idx="3"/>
                <a:endCxn id="27" idx="7"/>
              </p:cNvCxnSpPr>
              <p:nvPr/>
            </p:nvCxnSpPr>
            <p:spPr>
              <a:xfrm flipH="1">
                <a:off x="1900037" y="972576"/>
                <a:ext cx="343028" cy="4650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/>
            <p:cNvCxnSpPr>
              <a:endCxn id="30" idx="6"/>
            </p:cNvCxnSpPr>
            <p:nvPr/>
          </p:nvCxnSpPr>
          <p:spPr>
            <a:xfrm flipH="1">
              <a:off x="2263140" y="1714500"/>
              <a:ext cx="783103" cy="45563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/>
              <p14:cNvContentPartPr/>
              <p14:nvPr/>
            </p14:nvContentPartPr>
            <p14:xfrm>
              <a:off x="2708640" y="1057320"/>
              <a:ext cx="4782960" cy="1164600"/>
            </p14:xfrm>
          </p:contentPart>
        </mc:Choice>
        <mc:Fallback>
          <p:pic>
            <p:nvPicPr>
              <p:cNvPr id="34" name="Ink 3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4680" y="1048320"/>
                <a:ext cx="4791600" cy="11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904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Degree of a node: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In degree: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Out degree: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Degree of a graph: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Distribution of degree: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Real Graphs: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Random Graphs: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IN" sz="2400" dirty="0" smtClean="0"/>
                  <a:t>The probability of a vertex having the degree </a:t>
                </a:r>
                <a:r>
                  <a:rPr lang="en-IN" sz="2400" i="1" dirty="0" smtClean="0"/>
                  <a:t>k is: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I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</m:sSup>
                      <m:r>
                        <a:rPr lang="en-IN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I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sup>
                          </m:sSup>
                        </m:num>
                        <m:den>
                          <m:r>
                            <a:rPr lang="en-I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𝒘𝒊𝒕𝒉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𝒛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I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b="1" i="1" dirty="0" smtClean="0"/>
              </a:p>
              <a:p>
                <a:pPr>
                  <a:buFont typeface="Wingdings" panose="05000000000000000000" pitchFamily="2" charset="2"/>
                  <a:buChar char="v"/>
                </a:pPr>
                <a:endParaRPr lang="en-IN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Degree Distribution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28240" y="1539000"/>
              <a:ext cx="3976560" cy="32263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000" y="1526760"/>
                <a:ext cx="3993840" cy="32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895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Diameter (for static graph):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The </a:t>
            </a:r>
            <a:r>
              <a:rPr lang="en-IN" sz="2400" b="1" i="1" dirty="0"/>
              <a:t>maximum distance between any two nodes</a:t>
            </a:r>
            <a:r>
              <a:rPr lang="en-IN" sz="2400" dirty="0"/>
              <a:t>, </a:t>
            </a:r>
            <a:r>
              <a:rPr lang="en-IN" sz="2400" i="1" dirty="0"/>
              <a:t>where distance is the minimum number of hops</a:t>
            </a:r>
            <a:r>
              <a:rPr lang="en-IN" sz="2400" dirty="0"/>
              <a:t> (i.e., edges that must be traversed) </a:t>
            </a:r>
            <a:r>
              <a:rPr lang="en-IN" sz="2400" i="1" dirty="0"/>
              <a:t>on the path from one node to another</a:t>
            </a:r>
            <a:r>
              <a:rPr lang="en-IN" sz="2400" dirty="0"/>
              <a:t>, usually ignoring directionality. </a:t>
            </a:r>
            <a:endParaRPr lang="en-IN" sz="24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One liner “</a:t>
            </a:r>
            <a:r>
              <a:rPr lang="en-IN" sz="2400" b="1" i="1" dirty="0"/>
              <a:t>maximum-length shortest path between all possible </a:t>
            </a:r>
            <a:r>
              <a:rPr lang="en-IN" sz="2400" b="1" i="1" dirty="0" smtClean="0"/>
              <a:t>pairs</a:t>
            </a:r>
            <a:r>
              <a:rPr lang="en-IN" sz="2400" dirty="0" smtClean="0"/>
              <a:t>”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Intuitively</a:t>
            </a:r>
            <a:r>
              <a:rPr lang="en-IN" sz="2400" dirty="0"/>
              <a:t>, the diameter represents how much of a “small world” the graph is – how quickly one can get </a:t>
            </a:r>
            <a:r>
              <a:rPr lang="en-IN" sz="2400" dirty="0" smtClean="0"/>
              <a:t>from </a:t>
            </a:r>
            <a:r>
              <a:rPr lang="en-IN" sz="2400" dirty="0"/>
              <a:t>one “end” of the graph to </a:t>
            </a:r>
            <a:r>
              <a:rPr lang="en-IN" sz="2400" dirty="0" smtClean="0"/>
              <a:t>another.</a:t>
            </a:r>
          </a:p>
          <a:p>
            <a:pPr marL="57150" indent="0"/>
            <a:r>
              <a:rPr lang="en-IN" sz="2000" i="1" dirty="0" smtClean="0"/>
              <a:t>*</a:t>
            </a:r>
            <a:r>
              <a:rPr lang="en-IN" sz="2000" b="1" i="1" dirty="0" smtClean="0"/>
              <a:t>ANF [1]</a:t>
            </a:r>
            <a:r>
              <a:rPr lang="en-IN" sz="2000" i="1" dirty="0" smtClean="0"/>
              <a:t>: works O</a:t>
            </a:r>
            <a:r>
              <a:rPr lang="pt-BR" sz="2000" i="1" dirty="0" smtClean="0"/>
              <a:t>((</a:t>
            </a:r>
            <a:r>
              <a:rPr lang="pt-BR" sz="2000" i="1" dirty="0"/>
              <a:t>N + E)d) time and O(N) </a:t>
            </a:r>
            <a:r>
              <a:rPr lang="pt-BR" sz="2000" i="1" dirty="0" smtClean="0"/>
              <a:t>space</a:t>
            </a:r>
            <a:endParaRPr lang="en-IN" sz="2000" i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6211669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[1] Christopher </a:t>
            </a:r>
            <a:r>
              <a:rPr lang="en-IN" dirty="0"/>
              <a:t>Palmer, Phil B. Gibbons, and Christos </a:t>
            </a:r>
            <a:r>
              <a:rPr lang="en-IN" dirty="0" err="1"/>
              <a:t>Faloutsos</a:t>
            </a:r>
            <a:r>
              <a:rPr lang="en-IN" dirty="0"/>
              <a:t>. </a:t>
            </a:r>
            <a:r>
              <a:rPr lang="en-IN" b="1" i="1" dirty="0"/>
              <a:t>ANF: A fast and scalable tool for data mining in massive graphs</a:t>
            </a:r>
            <a:r>
              <a:rPr lang="en-IN" dirty="0"/>
              <a:t>. </a:t>
            </a:r>
            <a:r>
              <a:rPr lang="en-IN" dirty="0" smtClean="0"/>
              <a:t>2002</a:t>
            </a:r>
            <a:r>
              <a:rPr lang="en-IN" dirty="0"/>
              <a:t>. ACM Press.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38400" y="1989000"/>
              <a:ext cx="7453080" cy="242136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600" y="1977480"/>
                <a:ext cx="7475400" cy="244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776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Diameter (for static graph):</a:t>
                </a:r>
              </a:p>
              <a:p>
                <a:pPr>
                  <a:buFont typeface="Wingdings" panose="05000000000000000000" pitchFamily="2" charset="2"/>
                  <a:buChar char="v"/>
                </a:pPr>
                <a:r>
                  <a:rPr lang="en-IN" dirty="0" smtClean="0"/>
                  <a:t>Hop-plot </a:t>
                </a:r>
                <a:r>
                  <a:rPr lang="en-IN" dirty="0"/>
                  <a:t>(for static graph):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IN" sz="2400" dirty="0"/>
                  <a:t>Starting from a node </a:t>
                </a:r>
                <a:r>
                  <a:rPr lang="en-IN" sz="2400" b="1" i="1" dirty="0"/>
                  <a:t>u</a:t>
                </a:r>
                <a:r>
                  <a:rPr lang="en-IN" sz="2400" dirty="0"/>
                  <a:t> in the graph, we find the number of nodes </a:t>
                </a:r>
                <a:r>
                  <a:rPr lang="en-IN" sz="2400" b="1" dirty="0" err="1"/>
                  <a:t>N</a:t>
                </a:r>
                <a:r>
                  <a:rPr lang="en-IN" sz="2400" b="1" baseline="-25000" dirty="0" err="1"/>
                  <a:t>h</a:t>
                </a:r>
                <a:r>
                  <a:rPr lang="en-IN" sz="2400" b="1" dirty="0"/>
                  <a:t>(</a:t>
                </a:r>
                <a:r>
                  <a:rPr lang="en-IN" sz="2400" b="1" i="1" dirty="0"/>
                  <a:t>u</a:t>
                </a:r>
                <a:r>
                  <a:rPr lang="en-IN" sz="2400" b="1" dirty="0"/>
                  <a:t>)</a:t>
                </a:r>
                <a:r>
                  <a:rPr lang="en-IN" sz="2400" dirty="0"/>
                  <a:t> in a </a:t>
                </a:r>
                <a:r>
                  <a:rPr lang="en-IN" sz="2400" dirty="0" smtClean="0"/>
                  <a:t>neighbourhood </a:t>
                </a:r>
                <a:r>
                  <a:rPr lang="en-IN" sz="2400" dirty="0"/>
                  <a:t>of </a:t>
                </a:r>
                <a:r>
                  <a:rPr lang="en-IN" sz="2400" b="1" i="1" dirty="0"/>
                  <a:t>h</a:t>
                </a:r>
                <a:r>
                  <a:rPr lang="en-IN" sz="2400" dirty="0"/>
                  <a:t> hops</a:t>
                </a:r>
                <a:r>
                  <a:rPr lang="en-IN" sz="2400" dirty="0" smtClean="0"/>
                  <a:t>.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IN" sz="2400" dirty="0" smtClean="0"/>
                  <a:t>We </a:t>
                </a:r>
                <a:r>
                  <a:rPr lang="en-IN" sz="2400" dirty="0"/>
                  <a:t>repeat this starting from each node in the graph, and sum the results to find the total </a:t>
                </a:r>
                <a:r>
                  <a:rPr lang="en-IN" sz="2400" dirty="0" smtClean="0"/>
                  <a:t>neighbourhood </a:t>
                </a:r>
                <a:r>
                  <a:rPr lang="en-IN" sz="2400" dirty="0"/>
                  <a:t>size </a:t>
                </a:r>
                <a:r>
                  <a:rPr lang="en-IN" sz="2400" b="1" dirty="0" err="1"/>
                  <a:t>N</a:t>
                </a:r>
                <a:r>
                  <a:rPr lang="en-IN" sz="2400" b="1" baseline="-25000" dirty="0" err="1"/>
                  <a:t>h</a:t>
                </a:r>
                <a:r>
                  <a:rPr lang="en-IN" sz="2400" dirty="0"/>
                  <a:t> for </a:t>
                </a:r>
                <a:r>
                  <a:rPr lang="en-IN" sz="2400" b="1" i="1" dirty="0"/>
                  <a:t>h</a:t>
                </a:r>
                <a:r>
                  <a:rPr lang="en-IN" sz="2400" dirty="0"/>
                  <a:t> hops </a:t>
                </a:r>
                <a:r>
                  <a:rPr lang="en-IN" sz="2400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sub>
                    </m:sSub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IN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IN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𝒉</m:t>
                            </m:r>
                          </m:sub>
                        </m:sSub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2400" dirty="0" smtClean="0"/>
                  <a:t>). 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IN" sz="2400" dirty="0" smtClean="0"/>
                  <a:t>The </a:t>
                </a:r>
                <a:r>
                  <a:rPr lang="en-IN" sz="2400" dirty="0"/>
                  <a:t>hop-plot is just the plot of </a:t>
                </a:r>
                <a:r>
                  <a:rPr lang="en-IN" sz="2400" b="1" dirty="0" err="1"/>
                  <a:t>N</a:t>
                </a:r>
                <a:r>
                  <a:rPr lang="en-IN" sz="2400" b="1" baseline="-25000" dirty="0" err="1"/>
                  <a:t>h</a:t>
                </a:r>
                <a:r>
                  <a:rPr lang="en-IN" sz="2400" dirty="0"/>
                  <a:t> versus </a:t>
                </a:r>
                <a:r>
                  <a:rPr lang="en-IN" sz="2400" b="1" dirty="0"/>
                  <a:t>h</a:t>
                </a:r>
                <a:r>
                  <a:rPr lang="en-IN" sz="2400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943" r="-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43" y="0"/>
            <a:ext cx="403865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4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Diameter 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Hop-plot </a:t>
            </a:r>
            <a:r>
              <a:rPr lang="en-IN" dirty="0"/>
              <a:t>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Effective diameter </a:t>
            </a:r>
            <a:r>
              <a:rPr lang="en-IN" i="1" dirty="0"/>
              <a:t>or </a:t>
            </a:r>
            <a:r>
              <a:rPr lang="en-IN" i="1" dirty="0" smtClean="0"/>
              <a:t>eccentricity </a:t>
            </a:r>
            <a:r>
              <a:rPr lang="en-IN" dirty="0" smtClean="0"/>
              <a:t>(</a:t>
            </a:r>
            <a:r>
              <a:rPr lang="en-IN" dirty="0"/>
              <a:t>for static graph):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This is the minimum number of hops in which some fraction (typically 90%) of all connected pairs of nodes can reach each </a:t>
            </a:r>
            <a:r>
              <a:rPr lang="en-IN" sz="2400" dirty="0" smtClean="0"/>
              <a:t>other.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09960" y="2045520"/>
              <a:ext cx="6816600" cy="2072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240" y="2034000"/>
                <a:ext cx="6833520" cy="209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6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Diameter 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Hop-plot </a:t>
            </a:r>
            <a:r>
              <a:rPr lang="en-IN" dirty="0"/>
              <a:t>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Effective </a:t>
            </a:r>
            <a:r>
              <a:rPr lang="en-IN" dirty="0" smtClean="0"/>
              <a:t>diameter </a:t>
            </a:r>
            <a:r>
              <a:rPr lang="en-IN" i="1" dirty="0"/>
              <a:t>or eccentricity </a:t>
            </a:r>
            <a:r>
              <a:rPr lang="en-IN" dirty="0" smtClean="0"/>
              <a:t>(for </a:t>
            </a:r>
            <a:r>
              <a:rPr lang="en-IN" dirty="0"/>
              <a:t>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Characteristic path </a:t>
            </a:r>
            <a:r>
              <a:rPr lang="en-IN" dirty="0" smtClean="0"/>
              <a:t>length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/>
              <a:t>For each node in the graph, consider the shortest paths from it to every other node in the graph. </a:t>
            </a:r>
            <a:endParaRPr lang="en-IN" sz="24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Take </a:t>
            </a:r>
            <a:r>
              <a:rPr lang="en-IN" sz="2400" dirty="0"/>
              <a:t>the average length of all these paths. </a:t>
            </a:r>
            <a:endParaRPr lang="en-IN" sz="24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Now</a:t>
            </a:r>
            <a:r>
              <a:rPr lang="en-IN" sz="2400" dirty="0"/>
              <a:t>, consider the average path lengths for all possible starting nodes, and take their </a:t>
            </a:r>
            <a:r>
              <a:rPr lang="en-IN" sz="2400" b="1" i="1" dirty="0"/>
              <a:t>median</a:t>
            </a:r>
            <a:r>
              <a:rPr lang="en-IN" sz="2400" dirty="0"/>
              <a:t>. </a:t>
            </a:r>
            <a:endParaRPr lang="en-IN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11200" y="2856600"/>
              <a:ext cx="7949880" cy="26042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000" y="2847960"/>
                <a:ext cx="7965000" cy="262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04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Diameter 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 smtClean="0"/>
              <a:t>Hop-plot </a:t>
            </a:r>
            <a:r>
              <a:rPr lang="en-IN" dirty="0"/>
              <a:t>(for 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Effective </a:t>
            </a:r>
            <a:r>
              <a:rPr lang="en-IN" dirty="0" smtClean="0"/>
              <a:t>diameter </a:t>
            </a:r>
            <a:r>
              <a:rPr lang="en-IN" i="1" dirty="0"/>
              <a:t>or eccentricity </a:t>
            </a:r>
            <a:r>
              <a:rPr lang="en-IN" dirty="0" smtClean="0"/>
              <a:t>(for </a:t>
            </a:r>
            <a:r>
              <a:rPr lang="en-IN" dirty="0"/>
              <a:t>static graph):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Characteristic path </a:t>
            </a:r>
            <a:r>
              <a:rPr lang="en-IN" dirty="0" smtClean="0"/>
              <a:t>length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Average diameter: </a:t>
            </a:r>
            <a:endParaRPr lang="en-IN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This </a:t>
            </a:r>
            <a:r>
              <a:rPr lang="en-IN" sz="2400" dirty="0"/>
              <a:t>is calculated in the same way as the characteristic path length, except that we take the </a:t>
            </a:r>
            <a:r>
              <a:rPr lang="en-IN" sz="2400" b="1" dirty="0"/>
              <a:t>mean</a:t>
            </a:r>
            <a:r>
              <a:rPr lang="en-IN" sz="2400" dirty="0"/>
              <a:t> of the average shortest path lengths over all nodes, </a:t>
            </a:r>
            <a:r>
              <a:rPr lang="en-IN" sz="2400" i="1" dirty="0"/>
              <a:t>instead of the median</a:t>
            </a:r>
            <a:r>
              <a:rPr lang="en-IN" sz="2400" dirty="0" smtClean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</p:spTree>
    <p:extLst>
      <p:ext uri="{BB962C8B-B14F-4D97-AF65-F5344CB8AC3E}">
        <p14:creationId xmlns:p14="http://schemas.microsoft.com/office/powerpoint/2010/main" val="197080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advantage of eccentricity </a:t>
            </a:r>
            <a:r>
              <a:rPr lang="en-IN" dirty="0" smtClean="0"/>
              <a:t>is 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its </a:t>
            </a:r>
            <a:r>
              <a:rPr lang="en-IN" sz="2400" dirty="0"/>
              <a:t>definition works, as is, even for </a:t>
            </a:r>
            <a:r>
              <a:rPr lang="en-IN" sz="2400" i="1" dirty="0"/>
              <a:t>disconnected graphs</a:t>
            </a:r>
            <a:r>
              <a:rPr lang="en-IN" sz="2400" dirty="0"/>
              <a:t>, whereas we must consider only the largest component for the characteristic and average diameters. </a:t>
            </a:r>
            <a:endParaRPr lang="en-IN" sz="2400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400" dirty="0" smtClean="0"/>
              <a:t>Characteristic </a:t>
            </a:r>
            <a:r>
              <a:rPr lang="en-IN" sz="2400" dirty="0"/>
              <a:t>path length and eccentricity are less vulnerable to outliers than average diameter, but average diameter might be the better if we want worst case analysis.</a:t>
            </a:r>
            <a:endParaRPr lang="en-IN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DIAMETER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923200" y="2023560"/>
              <a:ext cx="3096720" cy="23882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4920" y="2012760"/>
                <a:ext cx="3115440" cy="240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8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diameters of several naturally occurring graphs have been calculated, and in almost all cases they are very small compared to the graph size</a:t>
            </a:r>
            <a:r>
              <a:rPr lang="en-IN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DIAMETER (Examples)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391102"/>
              </p:ext>
            </p:extLst>
          </p:nvPr>
        </p:nvGraphicFramePr>
        <p:xfrm>
          <a:off x="600073" y="2722563"/>
          <a:ext cx="816292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5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Type of Network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Diameter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Internet AS level graph </a:t>
                      </a:r>
                      <a:r>
                        <a:rPr lang="en-IN" sz="1800" i="1" dirty="0" smtClean="0"/>
                        <a:t>(Autonomous system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Router level graph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97%-effective diameter for the Internet Router graph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WWW, when a path exists at all)- directed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WWW, when a path exists at all)- undirected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Facebook social Network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Yahoo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instant-messenger (IM) network in Microsoft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network of actors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3.65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77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15982</TotalTime>
  <Words>1213</Words>
  <Application>Microsoft Office PowerPoint</Application>
  <PresentationFormat>On-screen Show (4:3)</PresentationFormat>
  <Paragraphs>173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</vt:lpstr>
      <vt:lpstr>Office Theme</vt:lpstr>
      <vt:lpstr>Graphs - Algorithms and Mining (DSE**  ZG521)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Administrator</dc:creator>
  <cp:lastModifiedBy>Admin</cp:lastModifiedBy>
  <cp:revision>717</cp:revision>
  <dcterms:created xsi:type="dcterms:W3CDTF">2006-08-16T00:00:00Z</dcterms:created>
  <dcterms:modified xsi:type="dcterms:W3CDTF">2021-11-27T12:47:29Z</dcterms:modified>
</cp:coreProperties>
</file>