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handoutMasterIdLst>
    <p:handoutMasterId r:id="rId45"/>
  </p:handoutMasterIdLst>
  <p:sldIdLst>
    <p:sldId id="537" r:id="rId2"/>
    <p:sldId id="538" r:id="rId3"/>
    <p:sldId id="539" r:id="rId4"/>
    <p:sldId id="598" r:id="rId5"/>
    <p:sldId id="607" r:id="rId6"/>
    <p:sldId id="608" r:id="rId7"/>
    <p:sldId id="609" r:id="rId8"/>
    <p:sldId id="616" r:id="rId9"/>
    <p:sldId id="700" r:id="rId10"/>
    <p:sldId id="699" r:id="rId11"/>
    <p:sldId id="698" r:id="rId12"/>
    <p:sldId id="647" r:id="rId13"/>
    <p:sldId id="610" r:id="rId14"/>
    <p:sldId id="599" r:id="rId15"/>
    <p:sldId id="600" r:id="rId16"/>
    <p:sldId id="601" r:id="rId17"/>
    <p:sldId id="602" r:id="rId18"/>
    <p:sldId id="603" r:id="rId19"/>
    <p:sldId id="604" r:id="rId20"/>
    <p:sldId id="605" r:id="rId21"/>
    <p:sldId id="606" r:id="rId22"/>
    <p:sldId id="617" r:id="rId23"/>
    <p:sldId id="626" r:id="rId24"/>
    <p:sldId id="618" r:id="rId25"/>
    <p:sldId id="619" r:id="rId26"/>
    <p:sldId id="620" r:id="rId27"/>
    <p:sldId id="621" r:id="rId28"/>
    <p:sldId id="622" r:id="rId29"/>
    <p:sldId id="623" r:id="rId30"/>
    <p:sldId id="625" r:id="rId31"/>
    <p:sldId id="637" r:id="rId32"/>
    <p:sldId id="627" r:id="rId33"/>
    <p:sldId id="624" r:id="rId34"/>
    <p:sldId id="628" r:id="rId35"/>
    <p:sldId id="648" r:id="rId36"/>
    <p:sldId id="613" r:id="rId37"/>
    <p:sldId id="614" r:id="rId38"/>
    <p:sldId id="615" r:id="rId39"/>
    <p:sldId id="629" r:id="rId40"/>
    <p:sldId id="630" r:id="rId41"/>
    <p:sldId id="636" r:id="rId42"/>
    <p:sldId id="589"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4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62AE5-15C8-4ECC-BBB9-9FED33E39EC5}" type="datetime1">
              <a:rPr lang="en-IN" smtClean="0"/>
              <a:t>04-12-2021</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692E00-3475-4C5E-BFA9-581BF4DDDFFD}" type="slidenum">
              <a:rPr lang="en-IN" smtClean="0"/>
              <a:t>‹#›</a:t>
            </a:fld>
            <a:endParaRPr lang="en-IN"/>
          </a:p>
        </p:txBody>
      </p:sp>
    </p:spTree>
    <p:extLst>
      <p:ext uri="{BB962C8B-B14F-4D97-AF65-F5344CB8AC3E}">
        <p14:creationId xmlns:p14="http://schemas.microsoft.com/office/powerpoint/2010/main" val="370024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05:33.121"/>
    </inkml:context>
    <inkml:brush xml:id="br0">
      <inkml:brushProperty name="width" value="0.05292" units="cm"/>
      <inkml:brushProperty name="height" value="0.05292" units="cm"/>
      <inkml:brushProperty name="color" value="#FF0000"/>
    </inkml:brush>
  </inkml:definitions>
  <inkml:trace contextRef="#ctx0" brushRef="#br0">593 4947 321 0,'0'0'63'0,"0"0"11"16,0 0-29-16,0 0 42 15,0 0 8-15,0 0-79 16,0 0 1-16,-26-17 19 16,25 15-10-16,-1 2 8 0,2 0-10 15,0 0 10 1,0 0-31-16,0 0 11 0,0 0-7 16,0 0-5-16,0 0 2 15,0 0 2-15,0 0 10 16,0 0-16-16,0 0 6 15,0 0 13-15,0 0-8 16,0 0 6-16,2 0 39 16,4 0-24-16,7 0-23 15,-5 0-1-15,11 0 3 16,-4 0-8-16,1 0-1 16,4 2 9-16,-1 0-9 0,2 0 4 15,-3 1-2-15,-2-3-4 16,2 2 8-16,-3-1-8 15,-6-1 3-15,0 2 9 16,1-2-1-16,-7 0-1 16,0 0 11-16,-1 0 1 15,-2 0-10-15,1 0 5 16,1 0-3-16,-2 0-11 16,3 0-3-16,-2 0 0 15,2 0 2-15,0 0-1 16,0 0-2-16,-3 0-18 15,2 0-31-15,-2 0-55 16,4-9-45-16,-4-5-221 16</inkml:trace>
  <inkml:trace contextRef="#ctx0" brushRef="#br0" timeOffset="538.5525">710 4708 421 0,'0'0'317'16,"0"0"-283"-16,0 0-30 15,0 0 18-15,0 0 36 0,0 0 7 16,-1 0-59-16,1 0-4 15,0 0-2-15,0 0 8 16,6 0-8-16,4 0 23 16,2 0-12-16,4 4-7 15,1 1 36-15,1 2-28 16,0 1-8-16,0 3 3 16,1 4-2-16,0 2-4 15,-2 0 0-15,2 0 5 16,-1 2-5-16,-4 1 3 15,-1 2-2-15,-2 0 4 16,-1 0-11-16,-4-2 10 16,-2 0-3-16,-1-1 7 0,-3-1 3 15,0 1 20 1,0-1 1-16,-10 0 9 0,-3-1-20 16,-5-1 10-16,-2 1-12 15,-4 1-7-15,-1-1-11 16,4-7 4-16,3 2 4 15,2-3-8-15,4-3 2 16,-3 1 2-16,6-3-6 16,6 1 0-16,-2-5-8 15,4 1-63-15,1 1-101 16,0-2-161-16</inkml:trace>
  <inkml:trace contextRef="#ctx0" brushRef="#br0" timeOffset="1745.5207">646 6161 664 0,'0'0'131'16,"0"0"-25"-16,0 0-13 15,0 0-14-15,0 0 42 16,0 0-50-16,-6-15-39 16,6 15-23-16,0 0-1 15,0-1-8-15,3-3-3 16,14 0-2-16,3-2 5 16,3 2 8-16,-3 0-8 15,0 1-2-15,4-1 2 0,-6 4-3 16,6-3-31-16,-5 3-41 15,-2 0-43-15,-6 0-84 16,-5 0-103-16</inkml:trace>
  <inkml:trace contextRef="#ctx0" brushRef="#br0" timeOffset="2062.6731">712 6483 644 0,'0'0'105'0,"0"0"-98"16,0 0-2-16,0 0 26 15,0 0 17-15,0 0 21 16,41 0-48-16,-23-2-4 15,-1 0 16-15,5 1 6 16,-1-2-11-16,4 2-4 16,-5-1-19-16,1 0-6 15,-4-2 1-15,-3-1-1 16,-2-2 0-16,-2-2-42 16,-7-2-105-16,-3-4-113 0</inkml:trace>
  <inkml:trace contextRef="#ctx0" brushRef="#br0" timeOffset="2607.4816">627 5959 699 0,'0'0'93'0,"0"0"-48"0,0 0 9 16,0 0-8-16,0 0 54 16,0 0-39-16,-2 0-25 15,2-1-30-15,6-3-6 16,12 4-7-16,10 0 7 15,4 0 0-15,2 5 0 16,2 11 2-16,7 4-1 16,-4 2 8-16,0 3-1 15,-6 3-5-15,-2 1-3 16,-4 5 0-16,-5 2 0 0,-1-1 12 16,-8 1 5-1,-2 2-14-15,-4 0 2 0,-4-1-5 16,-3 4 27-16,0-5-8 15,-7 0-2-15,-8-2-2 16,-7-2-8-16,-1 0 4 16,-4-1 9-16,-1-2-12 15,-2-3-6-15,5-3 4 16,1-3-6-16,6-3 0 16,0-3 5-16,5-3-5 15,2-3 0-15,4-1-1 16,1 0-45-16,4-4-62 15,2-1-120-15,-4-2-219 16</inkml:trace>
  <inkml:trace contextRef="#ctx0" brushRef="#br0" timeOffset="10512.2687">12371 7195 332 0,'0'0'146'16,"0"0"-110"-16,0 0-6 15,0 0 42-15,0 0 20 16,0 0-46-16,0 0-45 15,0 0 7-15,-3 3 8 16,3-3-15-16,0 4 0 16,-1 1 4-16,-2 1 10 0,-3 2 15 15,2 3 7 1,1-2-7-16,0-1-4 0,0-1-22 16,1-1-2-16,1-3 6 15,1 0-8-15,0-1 0 16,0-2 0-16,0 0 1 15,0 0 1-15,0 0 9 16,0 0 8-16,0 0 2 16,0-5-19-16,0-3-2 15,0 1-2-15,0 0 2 16,0 2-5-16,0 2-7 16,-2 3 12-16,1-2 39 15,-1 2-36-15,1 0 25 16,-1 0-25-16,-1 0-3 0,1 12-3 15,1 3 3-15,-1 0-2 16,2 4 0-16,0-2-68 16,0-4-211-16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06:41.635"/>
    </inkml:context>
    <inkml:brush xml:id="br0">
      <inkml:brushProperty name="width" value="0.05292" units="cm"/>
      <inkml:brushProperty name="height" value="0.05292" units="cm"/>
      <inkml:brushProperty name="color" value="#FF0000"/>
    </inkml:brush>
  </inkml:definitions>
  <inkml:trace contextRef="#ctx0" brushRef="#br0">1155 2744 374 0,'0'0'203'15,"0"0"-170"-15,0 0-12 16,0 0 29-16,0 0 16 15,0 0-45-15,0 0 35 16,-3 2-29-16,3-2-5 16,0 0 38-16,0 0 12 15,0 0-23-15,0 0-25 0,0 1-24 16,0 1 0-16,13 1 9 16,5 0 20-16,3 1-14 15,9-1-3-15,1-1-8 16,4 3 2-16,-1-5-5 15,3 3 1-15,-2-1 5 16,3 0 0-16,-2-1-7 16,4-1 4-16,5 0 9 15,4 0-13-15,2 0 0 16,3 0 2-16,-4 0 4 16,1 0 2-16,0 0-16 15,-1 0 8-15,-3 0-1 16,5 0 1-16,-3 0 1 15,-1 2 11-15,4 0-8 0,-7 2-4 16,0 0-5-16,1 0 5 16,-3-1 1-16,2 3-1 15,1 1 0-15,-1 2-1 16,4-2 1-16,-2 3 8 16,0-3-6-16,2 3-2 15,-7-3 0-15,4 0-13 16,-4 0 13-16,1-3 0 15,5-1 1-15,-2 0 2 16,5-3 0-16,1 0-3 16,0 0 0-16,-1 0-8 15,-2 0 20-15,-4 0-23 16,-2 0 22-16,-4 0-10 0,3 0 5 16,1 0 6-1,-1 0-11-15,2 0 1 0,1 0 3 16,-2 0-4-16,-2 2-1 15,-4 2 3-15,1-1 2 16,0 2-2-16,-1-2-3 16,2-1 6-16,0 1 5 15,1-3-7-15,-4 0-3 16,-2 0 2-16,-4 0-3 16,0 0-12-16,-3 2 12 15,-2-2 0-15,-5 0 8 16,-4 0-8-16,-4 0-1 0,-2 0 0 15,-2 0-2-15,-3 2-9 16,-1 6-45-16,2 1-63 16,-6-1-171-16</inkml:trace>
  <inkml:trace contextRef="#ctx0" brushRef="#br0" timeOffset="3831.4498">12695 4313 423 0,'0'0'113'0,"0"0"-70"16,0 0 2-16,0 0 0 16,0 0 0-16,0 0 5 15,0 0-14-15,0 0-17 16,5-22 4-16,-5 20 1 15,4 2 0-15,-4 0-1 0,0-1-1 16,2 1-19-16,-2 0-3 16,0 0 1-16,0 0-1 15,0 0 0-15,1 3-2 16,1 7 2-16,-1 0 9 16,1 2 5-16,1-3 3 15,0 1-17-15,2-3 5 16,-2-1-1-16,-1-4 2 15,-1 0 0-15,0-2-1 16,1 0-5-16,0 0 39 0,1 0-14 16,6 0 35-1,4-2-3-15,2-8-29 0,5-1-8 16,-4-3-20-16,3 1 0 16,2 0-1-16,-1 2-1 15,1 0-12-15,1 4-41 16,-6 0-102-16,-4 2-125 15</inkml:trace>
  <inkml:trace contextRef="#ctx0" brushRef="#br0" timeOffset="13553.349">4972 6537 462 0,'0'0'117'16,"0"0"-53"-16,0 0 8 0,0 0-11 16,0 0 29-16,0 0-41 15,0 0-26-15,-5 0-4 16,5 0-2-16,0 0-12 16,0 0-3-16,0 0 2 15,0 0-4-15,0 0 1 16,0 4 8-16,0 0-8 15,0 0-1-15,0 5 2 16,6-2 10-16,1 2 5 16,-2 1-10-16,3-2 0 15,-2 4-6-15,0-2 19 16,1 2-1-16,-1 0-16 16,-2 3 17-16,1-1-9 15,-2 1 6-15,0 2-5 16,2-3 1-16,-1 1-6 0,-3 0 7 15,2 2-6-15,-1 2-1 16,-2-2-4-16,0 0 6 16,0-1 1-16,0 1 1 15,0 0-8-15,0-2-3 16,0 2 3-16,-5-1 13 16,-2 0-9-16,-1 1 4 15,0 0-8-15,0-1 6 16,-2 1-6-16,2-5-2 15,-1 2-1-15,0-1 9 0,0-1-9 16,0-3 0 0,-1-1-5-16,-2-3 15 0,3-1-20 15,-1-1 7-15,-1 0-19 16,2-3-46-16,1 0-45 16,1 0-93-16,1-3-150 15</inkml:trace>
  <inkml:trace contextRef="#ctx0" brushRef="#br0" timeOffset="15433.3045">15371 6391 540 0,'0'0'122'15,"0"0"-74"-15,0 0-24 0,0 0 31 16,0 0-32-16,0 0 5 16,0-4 44-16,0 3-27 15,4 1-1-15,10 0-26 16,7 0-15-16,7-1 1 16,10 0-8-16,9-4 3 15,7 0 1-15,4-2 11 16,3 1-6-16,0 2-8 15,-1 0 3-15,-8 1 0 16,-1 3 6-16,-6-2-6 0,-2 2-5 16,-6 0-11-16,-1 0-54 15,-6 0-59-15,-6 0-68 16,-11 0-225-16</inkml:trace>
  <inkml:trace contextRef="#ctx0" brushRef="#br0" timeOffset="15681.8477">15626 6422 326 0,'0'0'498'15,"0"0"-489"-15,0 0-9 16,0 0-16-16,0 0 13 0,0 0 6 15,51 0 9-15,-20 0 18 16,10 3-8-16,8 0 10 16,4 2-23-16,1-1-4 15,3 1-4-15,2 3-1 16,1-2 0-16,0 2-2 16,-1-1-16-16,0-4-145 15,-10-3-479-15</inkml:trace>
  <inkml:trace contextRef="#ctx0" brushRef="#br0" timeOffset="37021.9623">9719 2227 719 0,'0'0'43'15,"0"0"50"-15,0 0-70 16,0 0 53-16,0 0 66 16,0 0-56-16,0 0-3 15,0 0-23-15,0-28-11 16,0 27 1-16,0-1-16 16,0-5-26-16,5 2 5 0,2-3-7 15,4-1-3 1,10 1-3-16,2 1-1 0,3 4 1 15,-1 2 0-15,-2 1-9 16,-1 0 9-16,-1 7 0 16,-5 7-8-16,1 5 11 15,-7 3-3-15,-4 6 0 16,-6 2-3-16,0-1 3 16,-1 4 2-16,-14 0-2 15,-5 1 0-15,-7-1-4 16,-1-5 8-16,-2-5 3 15,1-3-4-15,2-8-1 0,7-3 1 16,3-6-3 0,7-3-1-16,4 0-35 0,6-19-70 15,0-8-185-15,6-7-153 16</inkml:trace>
  <inkml:trace contextRef="#ctx0" brushRef="#br0" timeOffset="37352.8502">10098 2142 793 0,'0'0'252'0,"0"0"-233"16,0 0 62-1,0 0 6-15,0 0-56 0,0 0-9 16,-31 15 6-16,12 9-14 15,1 0 19-15,-3 5-23 16,7-3 13-16,3 2-14 16,3 0-6-16,1 0 22 15,7 3-23-15,0-3 17 16,0-1-19-16,0-5 4 16,7-5-5-16,11-5 7 15,4-9-6-15,12-3 12 16,10 0-11-16,6-5-1 15,1-7-6-15,-3-2-127 16,-14 2-243-16</inkml:trace>
  <inkml:trace contextRef="#ctx0" brushRef="#br0" timeOffset="41049.3414">8692 2344 441 0,'0'0'399'0,"0"0"-359"16,0 0-40-16,0 0 3 15,0 0 52-15,59-75 55 16,-38 47-77-16,3 0 15 15,-2-1 37-15,-2 5-83 16,-7 6 30-16,-5 5 12 16,-5 5-2-16,-3 6-24 15,0 2 24-15,0 0-15 16,-2 0-26-16,-14 7 0 16,-8 15 1-16,-3 7-2 15,2 7 0-15,5 6-3 0,4 3 6 16,4 6-4-1,6 4 1-15,2 3 0 0,4-5 9 16,0-2-7-16,5-9-2 16,9-9 0-16,4-8-3 15,-2-6 2-15,2-9 1 16,-3-3 0-16,0-7-5 16,0 0 5-16,-2-10-3 15,-1-9-4-15,-4-3-4 16,-8-1 4-16,0 2 4 15,-8 4 1-15,-11 3-5 16,-2 7 6-16,-1 3 1 16,1 4 0-16,1 1 0 15,1 16-6-15,5 5-2 0,3 2-5 16,11 0-38-16,0-5-135 16,6-11-116-16</inkml:trace>
  <inkml:trace contextRef="#ctx0" brushRef="#br0" timeOffset="41434.3161">9361 2148 848 0,'0'0'198'16,"0"0"-121"-16,0 0 83 16,0 0-143-16,0 0 14 15,0 0-30-15,-80 36 5 16,66 2 31-16,1 8-35 15,4 3 7-15,5 7-2 16,4 5 11-16,0-2-17 16,9-4 1-16,14-5-2 0,12-11 0 15,12-8-10 1,11-10-75-16,13-9-134 0,7-12 31 16,6 0-248-16</inkml:trace>
  <inkml:trace contextRef="#ctx0" brushRef="#br0" timeOffset="41833.2408">10555 2000 600 0,'0'0'161'15,"0"0"-158"-15,0 0 64 16,0 0 15-16,0 0-5 15,83 25-9-15,-61-7 9 16,0 6-7-16,0 1-7 0,-3 9-19 16,-2 2-33-1,-4 3 9-15,-4 4 2 0,-6 3-12 16,-3 3 9-16,0 4-16 16,-21 3 3-16,-3-1 6 15,-6-4-9-15,2-10-3 16,6-7-88-16,2-12-253 15</inkml:trace>
  <inkml:trace contextRef="#ctx0" brushRef="#br0" timeOffset="42558.2986">12944 2096 918 0,'0'0'65'16,"0"0"-44"-16,0 0 0 16,0 0 40-16,0 0-24 0,0 0-16 15,113-12-17-15,-78 6-4 16,1 2 0-16,-2 2-4 16,-6 2-86-16,-8 0-197 15</inkml:trace>
  <inkml:trace contextRef="#ctx0" brushRef="#br0" timeOffset="42748.7932">13050 2305 539 0,'0'0'5'0,"0"0"89"15,0 0 53-15,0 0-39 16,107 5-32-16,-62-14 26 0,9-4-91 15,7 1-11-15,6-3 0 16,-4 1-70-16,-5-1-339 16</inkml:trace>
  <inkml:trace contextRef="#ctx0" brushRef="#br0" timeOffset="43881.467">15531 1933 392 0,'0'0'537'0,"0"0"-423"16,0 0-26-16,0 0-15 15,0 0-31-15,0 0-42 16,-12 6 0-16,-3 21 2 16,0 5 19-16,3 4 30 15,6 0-27-15,6-2-14 0,0-5-10 16,12-3 3-16,6-6-3 15,9-8 3-15,-1-7-3 16,4-5 5-16,5 0 11 16,-3-17-12-16,1-7-2 15,-6-5 4-15,-6 1-5 16,-8 0 0-16,-6 2 2 16,-6 4 0-16,-1 5-3 15,0 2 1-15,0 6 2 16,-1 4 6-16,-2 5 11 15,-1 0-12-15,-2 0-8 16,-4 14-19-16,-7 13 9 16,1 9 9-16,0 6 2 0,-3 3-6 15,6 4 12-15,-4 1-15 16,-1-1 16-16,-2-1-19 16,1-1 22-16,-4 0-20 15,0-5 11-15,-1-4-2 16,0-9 5-16,3-7-2 15,2-7-4-15,2-6 1 16,2-4-5-16,8-5 5 16,1 0-1-16,4 0 1 15,2-6 0-15,0-9 0 16,3-3-7-16,14-5-3 16,10-2 3-16,7-2 7 15,11 1 0-15,3-1 2 16,5 6-2-16,1-1 3 15,2 0-2-15,1 3-1 0,-3 4 0 16,0 4-52-16,-10-1-172 16,-10-1-385-16</inkml:trace>
  <inkml:trace contextRef="#ctx0" brushRef="#br0" timeOffset="48181.3722">9692 3301 756 0,'0'0'69'0,"0"0"-44"16,0 0-22-16,0 0 27 0,0 0 3 16,0 0 19-16,85-21-23 15,-64 21-2-15,0 0-8 16,-3 0 16-16,-3 12-34 16,-4 1 1-16,-3 3 19 15,-6 4-10-15,-2 3 27 16,0 1 48-16,-16 0-36 15,-10-2 14-15,-3 0-52 16,-3-5 6-16,4-5-5 16,10-2-13-16,5-5 0 15,8-5 0-15,5 0-11 16,0-13-95-16,15-10-301 16,6-5-194-16</inkml:trace>
  <inkml:trace contextRef="#ctx0" brushRef="#br0" timeOffset="48432.8035">9960 3277 498 0,'0'0'355'0,"0"0"-229"16,0 0-27-16,0 0-1 16,0 0 16-16,0 0-39 15,-9-26-61-15,4 26-3 16,-2 4-8-16,1 13-2 15,-3 5 9-15,3 1-8 16,3 5 27-16,3-1-24 16,0-1 12-16,0-2-17 15,6-7 4-15,9 0-1 0,1-7-3 16,6-5-28-16,4-5-59 16,2 0-186-16,0-7-229 15</inkml:trace>
  <inkml:trace contextRef="#ctx0" brushRef="#br0" timeOffset="48669.6682">10260 3304 851 0,'0'0'213'0,"0"0"-135"15,0 0-30-15,0 0-10 16,0 0-25-16,0 0-13 15,-11 46 28-15,2-19 3 16,-1 2-20-16,-1-1 1 16,-3 0-10-16,-2-6-2 15,0-4-34-15,-2-3-50 16,0-10-81-16,5-5-64 16,-1 0-104-16</inkml:trace>
  <inkml:trace contextRef="#ctx0" brushRef="#br0" timeOffset="48834.2339">10089 3442 205 0,'0'0'397'16,"0"0"-259"-16,0 0-43 16,0 0 3-16,0 0 14 15,0 0-38-15,77-48 26 0,-54 45-42 16,0 3-42-16,3 0 9 16,1 0-24-16,3 0 0 15,-2 0-1-15,-2 0-13 16,1 0-174-16,-3 0-188 15</inkml:trace>
  <inkml:trace contextRef="#ctx0" brushRef="#br0" timeOffset="49398.7204">10589 3234 831 0,'0'0'271'16,"0"0"-116"-16,0 0-58 16,0 0-39-16,0 0-17 15,0 0-37-15,-6-15-4 16,6 23-10-16,0 9 10 16,0 2 16-16,0 4-9 15,0 0-5-15,0-2-1 16,2-3 5-16,4-4-6 15,5-5 0-15,-2-5 3 16,1-4 0-16,6 0 3 16,-1-1 0-16,4-13 2 0,0-5-4 15,-1-1-2-15,-1-4 1 16,-5 2-3-16,-3 3 0 16,-2 0 1-16,-4 3 2 15,-2 4-1-15,-1-1 10 16,0 5 4-16,0 5 1 15,0 0-5-15,0 3-4 16,0 0-8-16,0 0 0 16,0 0 0-16,0 6-7 15,0 15 0-15,0 4 7 16,0 4 1-16,0 4 1 16,0-1-2-16,0 1 0 0,0-3 1 15,0-4 2-15,0-1 0 16,0-4-3-16,0-4 3 15,2-5-3-15,1-4 0 16,-1-3-1-16,-1-3-1 16,2-2-22-16,1 0-98 15,5-7-151-15,0-9-641 16</inkml:trace>
  <inkml:trace contextRef="#ctx0" brushRef="#br0" timeOffset="49731.4744">10938 3130 960 0,'0'0'124'15,"0"0"-82"-15,0 0 35 16,0 0 66-16,0 0-79 15,0 0-60-15,85-3-3 16,-65 18 1-16,3 6 0 16,0 4 11-16,-7 8 0 15,-1 2-12-15,-8 8 6 16,-5 2 6-16,-2 3-10 16,0 2-2-16,-19-1 14 15,-7 0-14-15,-1-1-1 0,-4-2-8 16,-8-8-2-16,-5-3-59 15,-9-8-177-15,-8-11-275 16</inkml:trace>
  <inkml:trace contextRef="#ctx0" brushRef="#br0" timeOffset="50399.5252">9384 3191 692 0,'0'0'120'16,"0"0"-63"-16,0 0 58 0,0 0-6 16,0 0-14-1,0 0-41-15,-36-8 7 0,18 16-6 16,-6 10-28-16,-3 7 4 16,2 4 9-16,4 7-29 15,2 6 13-15,7 1-22 16,3 3 17-16,6-1-5 15,3 3 0-15,15-3-14 16,16 5 0-16,12-5-12 16,14-6-9-16,6-7-157 15,-5-11-406-15</inkml:trace>
  <inkml:trace contextRef="#ctx0" brushRef="#br0" timeOffset="51268.976">8492 3420 797 0,'0'0'102'16,"0"0"-88"-16,0 0 2 0,0 0 99 15,0 0 28-15,0 0-39 16,37-33-62-16,-10 10-14 16,0 0-16-16,-2 3-8 15,-4-2 2-15,-4 5-2 16,-4 3 7-16,-6 5-17 16,-4 5 15-16,-3 3-5 15,0 1 7-15,0 0-10 16,0 0-1-16,-7 12-1 15,-14 11 1-15,-6 7 0 16,-3 8-2-16,1 4 0 16,0 4 4-16,7 0-4 15,5 3 2-15,8 6 0 0,8-1 0 16,1-2 4-16,0-4-3 16,15-9-1-16,3-7 0 15,1-9 0-15,4-6 0 16,-1-8 0-16,0-8 5 15,-4-1-15-15,-2-1 0 16,-3-16 7-16,-6-3-63 16,-7-4 10-16,0-1-28 15,-1 1-14-15,-15 2 35 16,-3 3 55-16,1 6-14 16,0 8 6-16,3 4 12 15,2 1-28-15,4 0 24 0,6 0 5 16,3 5-3-16,0 4 2 15,0 2 2-15,3-1 2 16,18-1 14-16,6-2-13 16,13-1-1-16,11-6 0 15,16 0-71-15,9-6-529 16</inkml:trace>
  <inkml:trace contextRef="#ctx0" brushRef="#br0" timeOffset="51984.2529">13482 3307 925 0,'0'0'62'0,"0"0"-58"16,0 0 7-16,0 0 35 15,0 0 28-15,81-18-49 16,-46 4-4-16,0 2-21 15,-2 1-2-15,-3 1-92 16,-9 0-181-16</inkml:trace>
  <inkml:trace contextRef="#ctx0" brushRef="#br0" timeOffset="52148.8097">13608 3449 582 0,'0'0'75'16,"0"0"-24"-16,0 0 47 16,0 0-27-16,115-12-47 0,-58 0-6 15,12-1-18 1,6-4-118-16</inkml:trace>
  <inkml:trace contextRef="#ctx0" brushRef="#br0" timeOffset="53361.9747">15589 3004 835 0,'0'0'31'0,"0"0"-5"16,0 0-16-16,0 0 54 15,0 0 11-15,-88 46-9 0,73-19 25 16,2 5-49-16,3 1 0 16,6 0-10-16,4-3-19 15,0 2-3-15,1-6-8 16,15-3 5-16,4-3-7 15,5-7 0-15,5-7-102 16,5-6-108-16,-2 0-250 16</inkml:trace>
  <inkml:trace contextRef="#ctx0" brushRef="#br0" timeOffset="53798.8069">15721 3098 820 0,'0'0'93'0,"0"0"-75"16,0 0-17-16,0 0 24 15,0 0-11-15,0 0-4 16,54-14-4-16,-39 14 0 15,0 9 14-15,0 7 4 16,-5 5-1-16,-4 1-22 16,-4 1 2-16,-2-2 17 15,0-4-16-15,-2-3-1 16,-2-4 1-16,-1-5-4 16,4-5-63-16,-3 0-289 0</inkml:trace>
  <inkml:trace contextRef="#ctx0" brushRef="#br0" timeOffset="54498.0395">15755 3063 806 0,'0'0'150'0,"0"0"-46"16,0 0 21-16,0 0-64 15,0 0-30-15,0 0-28 0,-17 21 13 16,11 2 22-16,4 2-3 16,2-1-25-16,0-1 8 15,0-4-10-15,9-4-6 16,11-6-1-16,2-2 0 15,7-7 3-15,3 0-2 16,4-10 10-16,-3-9 1 16,-5-2-9-16,-5-2 2 15,-4 1-6-15,-8 1 6 16,-3 2-6-16,-6 4 4 16,-2 3 0-16,0 7-1 15,0 3 4-15,0 2-4 0,0 0-3 16,0 0-1-1,0 3-2-15,-10 14 2 0,1 6-2 16,-1 4 3-16,2 2 0 16,0 3 0-16,1 3 0 15,-2-2 0-15,-5 4 0 16,0-2 0-16,-3-2-1 16,-1 1 4-16,-4-7-3 15,-2-2 0-15,-3-4-1 16,2-5 1-16,4-3 6 15,3-7-6-15,9-3-5 16,4-3 4-16,4 0 2 16,-2-2-5-16,3-9-4 0,0-2-13 15,3-3 12 1,13 0 6-16,8 1 0 0,2-1 3 16,4 1 1-16,1 1 9 15,-1 1 2-15,0 2 7 16,-1 5-19-16,-1 2 3 15,0 2-3-15,-3 2-1 16,0 0-54-16,-3 0-99 16,-5 0-214-16</inkml:trace>
  <inkml:trace contextRef="#ctx0" brushRef="#br0" timeOffset="55185.0508">16695 3055 840 0,'0'0'154'16,"0"0"-152"-16,0 0 4 15,0 0 101-15,0 0 9 16,-10 80-29-16,9-56-40 16,1-1-20-16,0-3-21 0,0-3 0 15,-2-5-5-15,-1-2 5 16,-1-3-6-16,-6-1-15 16,2-5-138-16,-3-1-80 15,-3 0-194-15</inkml:trace>
  <inkml:trace contextRef="#ctx0" brushRef="#br0" timeOffset="55381.5193">16533 3212 646 0,'0'0'234'0,"0"0"-158"16,0 0-12-16,0 0 34 16,0 0 27-16,0 0-33 15,24-12-49-15,3 10-4 16,4-3-9-16,2 0-24 0,4 0-1 15,-1 0-2-15,2-2-3 16,1 2-55-16,-1-2-139 16,-8 0-215-16</inkml:trace>
  <inkml:trace contextRef="#ctx0" brushRef="#br0" timeOffset="56295.0887">17348 3069 927 0,'0'0'175'0,"0"0"-146"15,0 0-20-15,0 0 39 16,0 0 80-16,0 0-75 15,-10 79-4-15,9-58-27 16,-1-2 7-16,-2-2-19 16,3-3-8-16,-1-2-2 15,1-5 6-15,1-3-6 0,0-4-7 16,0 0-113-16,8 0-155 16,12-4 15-16</inkml:trace>
  <inkml:trace contextRef="#ctx0" brushRef="#br0" timeOffset="56661.476">17517 3152 947 0,'0'0'136'0,"0"0"-13"16,0 0-19-16,0 0-67 0,0 0 6 16,0 0-22-1,-53 21 16-15,37-1-17 0,9 0-18 16,1-1 14-16,5 0-15 15,1-4 1-15,0-1-1 16,9-3-1-16,10-6 2 16,8-4-5-16,7-1 6 15,4 0-2-15,-1-6-1 16,-6-5-28-16,-8-3 3 16,-8 2-5-16,-8-1 27 15,-7-2-9-15,0-1 8 16,-10 1-12-16,-11-2 13 15,-5 1 3-15,-2 0 2 16,4 4 3-16,2 3-5 16,5 7-17-16,4 2 15 0,6 0-12 15,5 0-64 1,2 4-112-16,0 1-31 0,6-2-329 16</inkml:trace>
  <inkml:trace contextRef="#ctx0" brushRef="#br0" timeOffset="56999.0262">17866 2929 493 0,'0'0'598'0,"0"0"-531"16,0 0-63-16,0 0-3 16,0 0 12-16,0 0 88 15,51 46-50-15,-28-21-2 16,2 6-33-16,-3 5-9 16,-6 3 8-16,-8 6 2 15,-8 6-11-15,-6 2 2 16,-29 6-5-16,-10-1 7 15,-15 0 4-15,-10 0-6 16,-12 0-8-16,-8 0 0 16,-7-2-83-16,-14-8-220 15</inkml:trace>
  <inkml:trace contextRef="#ctx0" brushRef="#br0" timeOffset="104153.6825">8563 4224 740 0,'0'0'18'0,"0"0"-14"0,0 0 7 15,0 0-9-15,0 0 39 16,0 0 5-16,100 6-25 16,-73-10-18-16,1-4-3 15,-5 2-2-15,-4-1-62 16,-8 1-156-16</inkml:trace>
  <inkml:trace contextRef="#ctx0" brushRef="#br0" timeOffset="104349.1611">8627 4299 632 0,'0'0'157'0,"0"0"-144"16,0 0 28 0,0 0 12-16,0 0-13 0,0 0 8 15,60-13-42-15,-29 9-2 16,6 4-4-16,4-5-88 15,-3 3-274-15</inkml:trace>
  <inkml:trace contextRef="#ctx0" brushRef="#br0" timeOffset="106335.3529">8201 9166 752 0,'0'0'68'0,"0"0"-22"16,0 0 35-16,0 0 31 15,0 0 7-15,0 0-42 16,-9-6-13-16,9 6-40 16,0 0 0-16,0 0-13 15,0 0-2-15,0 0-9 16,15-3-4-16,13 1 4 15,8-1 0-15,5 0 7 16,6 1-7-16,1 2-6 16,-2-2 6-16,-4 2-4 15,-3 0-3-15,-2 0-3 16,-6-1-34-16,-3 1-39 16,-5 0-33-16,-8 0-12 0,-6 0-31 15,-8 0-71 1,-1 0-112-16</inkml:trace>
  <inkml:trace contextRef="#ctx0" brushRef="#br0" timeOffset="106539.8075">8353 9244 787 0,'0'0'82'0,"0"0"-81"0,0 0-1 16,0 0 29-16,0 0 21 16,0 0 20-1,89-9-29-15,-45-1-29 0,8 3-24 16,-1-5-22-16,1-4-232 16</inkml:trace>
  <inkml:trace contextRef="#ctx0" brushRef="#br0" timeOffset="108469.4605">14616 8397 951 0,'0'0'163'0,"0"0"-133"15,0 0 12-15,0 0 81 16,0 0-43-16,0 0-16 15,0 0-35-15,38-22-19 16,-9-2 4-16,3-5-3 16,2 0-8-16,-2-2-2 0,-5 1 14 15,-4 4-13-15,-7 5-1 16,-7 6-1-16,-4 6 2 16,-5 5-2-16,0 4-2 15,0 0-2-15,-14 4 4 16,-13 17-11-16,-11 8 8 15,-4 6 3-15,0 4 0 16,4-1 0-16,9 4 9 16,8 0-5-16,7 0-2 15,5 1-1-15,9-1 1 16,0-4-1-16,4-6-1 16,12-4 0-16,2-8 0 15,5-4 0-15,-1-8-2 0,-1-5-1 16,0-3-9-16,-2-1-4 15,-4-14-4-15,-3-5 1 16,-9-1-19-16,-3 0 20 16,-3 1-3-16,-13 3 1 15,-5 6 13-15,1 5 7 16,1 6 2-16,2 0 1 16,1 0-6-16,5 10-2 15,7 4 5-15,4 0-8 16,0-1-9-16,14-7-137 15,15-6-119-15,9 0-239 16</inkml:trace>
  <inkml:trace contextRef="#ctx0" brushRef="#br0" timeOffset="108765.6566">15262 8224 1040 0,'0'0'87'0,"0"0"-79"16,0 0 62-16,-88 33 50 16,67-13-83-16,2 6 2 15,5 3-2-15,3 4-27 0,5 2 3 16,2 1-3-16,4 0-1 15,0-4-6-15,8-2-3 16,13-7 0-16,6-5 0 16,4-8-49-16,6-10-72 15,-1-3-294-15</inkml:trace>
  <inkml:trace contextRef="#ctx0" brushRef="#br0" timeOffset="109036.9337">15389 8299 1097 0,'0'0'146'0,"0"0"-49"15,0 0-64-15,0 0 2 16,0 0 20-16,0 0-32 16,80-71-21-16,-51 71 5 15,-1 7-11-15,-4 12 4 16,-9 4-4-16,-6 3 2 15,-9-2 2-15,0-2-14 16,-18 0 14-16,-7-4 7 16,1-4-7-16,4-6-1 15,6-5-17-15,7-3-39 16,7-4-90-16,3-17-385 16</inkml:trace>
  <inkml:trace contextRef="#ctx0" brushRef="#br0" timeOffset="109234.4103">15647 8223 932 0,'0'0'166'0,"0"0"-4"15,0 0-49-15,0 0-57 16,0 0-45-16,0 0-10 16,-19 34 13-16,19-5-7 15,1-1 10-15,17-1-15 16,6-7-2-16,4-6-40 15,2-8-61-15,0-6-195 16,-5-5-345-16</inkml:trace>
  <inkml:trace contextRef="#ctx0" brushRef="#br0" timeOffset="109488.7249">15883 8084 939 0,'0'0'176'15,"0"0"-57"-15,0 0-69 16,0 0-14-16,0 0-22 16,0 0 50-16,51 62-37 15,-29-29-14-15,-2 9-12 16,-6-1 23-16,-4 0-14 16,-10 1-10-16,0-2 19 15,-11-5-13-15,-12-4 10 0,-2-3 7 16,-5-6-19-16,-6-3-7 15,-3-6 3-15,1-9-47 16,2-4-106-16,6 0-439 16</inkml:trace>
  <inkml:trace contextRef="#ctx0" brushRef="#br0" timeOffset="110024.4717">16787 8047 1041 0,'0'0'117'15,"0"0"-87"-15,0 0 11 16,0 0 39-16,0 0 7 15,0 0-1-15,76 0-58 16,-37-1-13-16,2-6-14 0,-2-1-2 16,0-1-1-16,-5 5-57 15,-6 1-110-15,-11 3-279 16</inkml:trace>
  <inkml:trace contextRef="#ctx0" brushRef="#br0" timeOffset="110225.9303">16860 8358 602 0,'0'0'327'16,"0"0"-206"-16,0 0 57 16,114 0-33-16,-71-11-83 15,4-4-16-15,-2 1-26 0,-5 3-20 16,-3 3-1-16,-5 5-14 15,-6 3-91-15,-8 0-299 16</inkml:trace>
  <inkml:trace contextRef="#ctx0" brushRef="#br0" timeOffset="123638.8151">17849 7981 704 0,'0'0'65'15,"0"0"-9"-15,0 0-52 16,0 0 78-16,0 0 12 16,101-28-28-16,-77 28-41 15,-3 0-5-15,0 0 9 16,-4 11-23-16,-5 8-1 16,-6 7 14-16,-6 4-10 15,0-1 4-15,-13 3 57 0,-9-4-39 16,-1-5-8-1,0-3-13-15,4-4-2 0,5-4-6 16,5-5-2-16,7-6 0 16,2-1-16-16,0-10-80 15,14-14-364-15</inkml:trace>
  <inkml:trace contextRef="#ctx0" brushRef="#br0" timeOffset="123886.4644">18227 7947 833 0,'0'0'141'15,"0"0"-35"-15,0 0 27 0,-91-11-49 16,69 11-19-16,4 13-25 16,6 5-26-1,5 7 7-15,7 6 8 0,0 0-16 16,1 0-10-16,17-2 7 15,5-7-10-15,-1-4 1 16,8-4-1-16,0-11-14 16,-1-3-65-16,3-8-106 15,-4-20-242-15</inkml:trace>
  <inkml:trace contextRef="#ctx0" brushRef="#br0" timeOffset="124236.5782">18354 7662 882 0,'0'0'105'16,"0"0"-14"-16,0 0-90 15,0 0 13-15,0 0 32 16,0 0 3-16,87-19-20 15,-65 27-16-15,-5 9-10 16,-6 5 5-16,-9 6 9 16,-2 0 31-16,-11 4 6 0,-11-3-22 15,-2-3 12-15,2-3-16 16,10-9 18-16,5-2-27 16,4-4-8-16,3-1-3 15,0-4-3-15,19 0 0 16,14-3 2-16,9 0-7 15,10 0-4-15,0 0-37 16,-7 0-75-16,-11 0-235 16</inkml:trace>
  <inkml:trace contextRef="#ctx0" brushRef="#br0" timeOffset="127915.082">15589 9090 806 0,'0'0'111'0,"0"0"-43"0,0 0 60 15,0 0-21-15,0 0-49 16,0 0-33-16,0 0-5 16,39-44-18-16,-23 44 6 15,-1 0 3-15,1 2 14 16,-5 10-20-16,-4 6 5 16,-1 0-4-16,-6 3 6 15,0 2 0-15,-6-3 14 16,-6 2 8-16,2-5-25 15,-2-6-5-15,6-3-3 16,3-6-1-16,1-2 0 16,2 0-30-16,0-9-56 15,10-11-332-15,10-3-364 0</inkml:trace>
  <inkml:trace contextRef="#ctx0" brushRef="#br0" timeOffset="128139.474">15882 9059 704 0,'0'0'142'0,"0"0"-72"16,0 0 104-16,0 0-42 15,0 0-62-15,0 0-11 16,-32-19-40-16,24 19-15 16,2 8 1-16,-1 4 3 15,4 6-2-15,1 0 9 16,2 1-6-16,0-2-7 15,0 0 1-15,3-2-2 0,6-5-1 16,6 0-2-16,2-6-7 16,7-4-51-16,2 0-157 15,3-11-241-15</inkml:trace>
  <inkml:trace contextRef="#ctx0" brushRef="#br0" timeOffset="128673.0482">16139 9043 852 0,'0'0'91'0,"0"0"-82"15,0 0 19-15,0 0 97 16,0 0-68-16,0 0 18 16,0 80-64-16,0-65-8 0,0-1-1 15,0-2-4-15,0-2-20 16,0-3-77-16,-12-6-176 16,-3-1-306-16</inkml:trace>
  <inkml:trace contextRef="#ctx0" brushRef="#br0" timeOffset="128850.5756">16057 9129 753 0,'0'0'145'15,"0"0"-61"-15,0 0 34 16,0 0 18-16,0 0-39 16,0 0-55-16,0 0-24 15,97-33-18-15,-79 33-6 16,0 0 4-16,2 0-40 15,-3 0-102-15,0 0-185 0</inkml:trace>
  <inkml:trace contextRef="#ctx0" brushRef="#br0" timeOffset="129098.0268">16378 9006 905 0,'0'0'93'16,"0"0"30"-16,0 0-46 15,0 0-53-15,0 0 1 0,0 0 43 16,-2 36-13-16,5-18-50 16,0 2 20-16,-1-1-24 15,-2-4 3-15,3-1-4 16,1-4 0-16,5-4-35 15,5-6-172-15,2 0-225 16</inkml:trace>
  <inkml:trace contextRef="#ctx0" brushRef="#br0" timeOffset="129367.9144">16581 8947 390 0,'0'0'710'0,"0"0"-671"16,0 0-31-16,0 0 55 15,0 0 2-15,0 0 28 16,43 37-83-16,-34-15 14 16,-3 1-15-16,-6 4-5 15,0 4 3-15,-7 3-6 16,-15 5-1-16,-4 0 0 15,-10 0-3-15,-6 1-26 16,-7-8-82-16,-6-6-114 16,-5-9-351-16</inkml:trace>
  <inkml:trace contextRef="#ctx0" brushRef="#br0" timeOffset="129774.6991">15325 8976 820 0,'0'0'68'16,"0"0"-67"-16,0 0 50 15,15 80 76-15,-3-49-62 16,4 5 48-16,2 1-87 0,6 4-20 16,3 1-6-1,9-2-11-15,2-4-110 0,7-9-235 16</inkml:trace>
  <inkml:trace contextRef="#ctx0" brushRef="#br0" timeOffset="130297.6744">17567 8848 796 0,'0'0'115'0,"0"0"-86"16,0 0 35-16,0 0 15 15,0 0 34-15,0 0-94 16,65 4-7-16,-39-4-12 16,0 0-97-16,-3 0-254 15</inkml:trace>
  <inkml:trace contextRef="#ctx0" brushRef="#br0" timeOffset="130448.8232">17695 9085 866 0,'0'0'77'0,"0"0"-77"15,93-32-16-15,-47 13-172 16</inkml:trace>
  <inkml:trace contextRef="#ctx0" brushRef="#br0" timeOffset="130943.4998">18557 8715 746 0,'0'0'114'15,"0"0"-80"-15,0 0 76 16,0 0 40-16,-80 63-46 16,66-39-7-16,2 2-63 0,8 3-22 15,4-2-3-15,0 2 11 16,5-2-20-16,17-1-4 16,6-3 0-16,9-6-11 15,5-9-129-15,0-8-244 16</inkml:trace>
  <inkml:trace contextRef="#ctx0" brushRef="#br0" timeOffset="131243.6989">18797 8758 929 0,'0'0'95'0,"0"0"-84"16,0 0 14-16,0 0 17 16,0 0 0-16,99-9-14 15,-74 23-25-15,-1 5 2 16,-11 4-10-16,-7 0 12 16,-6 6-2-16,-7-5 0 15,-17 1 44-15,-6-3-33 16,1-3-8-16,5-5-1 15,5-6-7-15,8-7 0 16,8-1-74-16,3-6-90 0,13-14-788 16</inkml:trace>
  <inkml:trace contextRef="#ctx0" brushRef="#br0" timeOffset="131465.9131">19088 8780 971 0,'0'0'119'16,"0"0"-28"-16,0 0-6 15,0 0-36-15,0 0-2 16,0 0-13-16,-53 77-26 16,63-56-8-16,12 1 7 15,4-5-7-15,5-4-18 16,4-8-55-16,1-5-126 0,-1-2-359 15</inkml:trace>
  <inkml:trace contextRef="#ctx0" brushRef="#br0" timeOffset="131677.3474">19440 8735 844 0,'0'0'149'0,"0"0"-111"15,0 0 6-15,0 0 63 16,0 0-22-16,0 0-39 16,-30 91-18-16,24-65-28 0,-2-3 0 15,-2-4 0-15,0-5 0 16,4-4-77-16,-4-8-60 16,2-2-127-16,2-1-276 15</inkml:trace>
  <inkml:trace contextRef="#ctx0" brushRef="#br0" timeOffset="131834.9323">19346 8824 778 0,'0'0'138'16,"0"0"-6"-16,0 0-35 15,0 0-2-15,0 0-14 16,0 0-47-16,46-10-33 16,-22 10 5-16,2 0-2 15,2 2-4-15,-1-2-93 16,-1 0-136-16,0-2-445 15</inkml:trace>
  <inkml:trace contextRef="#ctx0" brushRef="#br0" timeOffset="132060.8339">19697 8699 894 0,'0'0'253'15,"0"0"-208"-15,0 0-44 16,0 0 47-16,0 0 72 16,0 0-88-16,17 69-13 15,-12-46 4-15,1-3-19 0,-1 0 2 16,0-5-6-16,-2-4-26 16,0-5-88-16,0-6-130 15,3 0-303-15</inkml:trace>
  <inkml:trace contextRef="#ctx0" brushRef="#br0" timeOffset="132332.1103">19892 8693 925 0,'0'0'158'16,"0"0"-148"-16,0 0 93 0,0 0-48 15,0 0 14 1,0 0-34-16,72 101-10 0,-72-67-11 16,0 5-2-16,-3 0-2 15,-17-1-6-15,-4-4-4 16,-1-4 5-16,-2-6 0 16,3-8-5-16,8-8-16 15,1-8-62-15,3 0-123 16,9-16-234-16</inkml:trace>
  <inkml:trace contextRef="#ctx0" brushRef="#br0" timeOffset="132781.9078">20079 8260 586 0,'0'0'357'0,"0"0"-293"15,0 0 61-15,0 0-28 16,0 0-6-16,0 0-37 15,-11-6-31-15,15 6-22 0,10 0 3 16,5 0 8-16,2 0 26 16,2 3-35-16,-3 5-3 15,-6 1-2-15,-4 3 2 16,-4 3-2-16,-6 2-8 16,0 3 8-16,0 0 2 15,-7 5 10-15,-7-1 14 16,7 0-7-16,2-4 13 15,5-4-27-15,0-2-2 16,6-5 13-16,14 1-14 16,1-4 0-16,3-1-7 15,1 1-27-15,-1-5-160 0,-6 1-398 16</inkml:trace>
  <inkml:trace contextRef="#ctx0" brushRef="#br0" timeOffset="133081.5085">20599 8683 1048 0,'0'0'165'16,"0"0"-86"-16,0 0 8 15,0 0-16-15,0 0-39 16,0 0-31-16,72-20 15 16,-37 16-16-16,-2 1-3 15,-3 3-12-15,-9 0-107 16,-6 0-180-16,-9 0-240 15</inkml:trace>
  <inkml:trace contextRef="#ctx0" brushRef="#br0" timeOffset="133249.273">20698 8857 879 0,'0'0'138'16,"0"0"-121"-16,0 0 5 15,80-26-14-15,-49 16-16 16,-1 0-56-16,-5 4-365 16</inkml:trace>
  <inkml:trace contextRef="#ctx0" brushRef="#br0" timeOffset="133846.6713">21218 8572 883 0,'0'0'165'0,"0"0"-112"16,0 0-43-16,81-25 85 0,-56 25-58 16,-3 0 1-16,-5 0-3 15,-3 14 3-15,-7 2-38 16,-7 8 9-16,0-2-9 16,-8 2 0-16,-14-2 0 15,1-1-2-15,2-6 0 16,5-4-3-16,7-5-69 15,5-6-162-15,2 0-317 16</inkml:trace>
  <inkml:trace contextRef="#ctx0" brushRef="#br0" timeOffset="134084.0375">21585 8582 1062 0,'0'0'114'15,"0"0"30"-15,0 0-48 16,0 0-39-16,0 0-22 16,0 0-13-16,-84 0-14 15,81 19-6-15,3 6-1 16,0 1-1-16,6 1-2 16,14-3 0-16,2-5-53 15,6-9-15-15,5-10-80 0,0 0-126 16,-3-14-269-1</inkml:trace>
  <inkml:trace contextRef="#ctx0" brushRef="#br0" timeOffset="134363.2876">21780 8306 1018 0,'0'0'98'15,"0"0"-41"-15,0 0-26 16,0 0-11-16,0 0-13 0,0 0-3 16,52 11 3-1,-26 4-2-15,-8 0 10 0,1-1-4 16,-11 3-1-16,-5 0 5 16,-3-4 57-16,0-1-51 15,0-5-16-15,0-3 0 16,0-4-4-16,4 0-2 15,12 0-3-15,13-1-42 16,7-9-158-16,-1 0-355 16</inkml:trace>
  <inkml:trace contextRef="#ctx0" brushRef="#br0" timeOffset="134581.9794">22250 8427 997 0,'0'0'201'16,"0"0"-98"-16,0 0 8 0,0 0-45 16,0 0-51-16,0 0-15 15,8 40-18-15,-5-18 18 16,-2 3 4-16,-1-2 9 16,0 0-13-16,0-4 0 15,0-4-41-15,-6-2-48 16,-7-5-126-16,-4-5-180 15</inkml:trace>
  <inkml:trace contextRef="#ctx0" brushRef="#br0" timeOffset="134740.5147">22155 8620 174 0,'0'0'811'16,"0"0"-695"-16,0 0-33 15,0 0 18-15,0 0-10 16,88-19-69-16,-54 10-22 15,5 2-5-15,-3-3-6 16,-7 2-235-16,-7-2-589 16</inkml:trace>
  <inkml:trace contextRef="#ctx0" brushRef="#br0" timeOffset="135435.9502">22663 8428 516 0,'0'0'500'0,"0"0"-414"16,0 0 11-16,0 0-56 15,0 0-29-15,0 0 7 16,39-3 42-16,-26 14-45 0,0 4 3 15,-7 4 1-15,-6 3-20 16,0 2 0-16,-15-3 0 16,-11-1-2-16,-4-2-1 15,-1-3 3-15,7-4 0 16,8-5 0-16,6-3-1 16,6-3-2-16,4 0-11 15,0 0 11-15,2-1-37 16,13-5 0-16,-2 4 23 15,7 0 17-15,-5 2 0 16,-1 0 25-16,-2 0 28 16,2 0-2-16,-2 4-46 0,1 3 12 15,-2 3-13-15,4-6 2 16,-1 1-6-16,1-5-8 16,5 0-80-16,2-3-195 15,3-14-535-15</inkml:trace>
  <inkml:trace contextRef="#ctx0" brushRef="#br0" timeOffset="135695.7932">22919 8444 1012 0,'0'0'124'16,"0"0"-5"-16,0 0 2 15,0 0-60-15,0 0-43 16,0 0 3-16,49-32-21 15,-27 32 2-15,3 0-7 0,-5 10 5 16,-4 4 0-16,-7-1-8 16,-9 3 4-16,0 1-13 15,-4 1 15-15,-17 0-4 16,0 1 12-16,-5-2-12 16,4-3-13-16,5-1-22 15,8-6-106-15,9-7-68 16,0 0-462-16</inkml:trace>
  <inkml:trace contextRef="#ctx0" brushRef="#br0" timeOffset="135924.1851">23164 8422 731 0,'0'0'323'16,"0"0"-266"-16,0 0-5 15,0 0 69-15,0 0-31 16,0 0-39-16,-26 59-21 16,26-37-4-16,7 1-15 15,8-2-4-15,4-3-4 16,3-6-3-16,6-3-36 16,3-9-101-16,2 0-176 15</inkml:trace>
  <inkml:trace contextRef="#ctx0" brushRef="#br0" timeOffset="136137.6189">23593 8412 898 0,'0'0'274'16,"0"0"-213"-16,0 0-10 15,0 0-5-15,0 0 45 16,0 0-60-16,0 99-22 15,-1-72 1-15,-7 0-3 16,-1-6-7-16,-3-4-37 16,3-7-45-16,-5-5-144 0,2-5-183 15</inkml:trace>
  <inkml:trace contextRef="#ctx0" brushRef="#br0" timeOffset="136299.182">23569 8534 843 0,'0'0'213'16,"0"0"-172"-16,0 0 30 16,0 0-4-16,0 0-39 15,0 0-18-15,97-6-10 16,-73 6-1-16,1 0-96 16,2-5-300-16</inkml:trace>
  <inkml:trace contextRef="#ctx0" brushRef="#br0" timeOffset="136546.0543">24070 8375 608 0,'0'0'499'15,"0"0"-417"-15,0 0-40 16,0 0-18-16,0 0 41 15,0 0 38-15,-1 76-39 16,1-44-33-16,0 3-6 16,0 1-8-16,5-2-17 15,0-2 16-15,1-6-16 0,0-3-12 16,-3-6-51-16,-3-7-203 16,0-7-826-16</inkml:trace>
  <inkml:trace contextRef="#ctx0" brushRef="#br0" timeOffset="137965.1535">22654 8861 498 0,'0'0'259'0,"0"0"-215"15,0 0 16-15,0 0 91 16,0 0-40-16,0 0-2 0,0 0-86 15,0 0-8 1,0 0-11-16,0 0 7 0,8 2 3 16,3 4 54-16,2 0-44 15,0 2-18-15,5 0-2 16,-1-1 7-16,3 1-11 16,0-1 3-16,-1-2-7 15,4 0 5-15,-3 0-1 16,0-1 13-16,2 0-13 15,-1 0-5-15,-1 0 5 16,3 2 0-16,3 0 3 16,4-1-2-16,4 1 52 0,4-3-50 15,3 1 0-15,2 0 2 16,-1-1-1-16,-3 2-4 16,-3-1 7-16,2 1-16 15,1 2 8-15,-2-3 1 16,-2-2 0-16,0 1 1 15,0-2 0-15,-1 2 1 16,2-3-1-16,-4 2-1 16,-1-2 0-16,-1 0 0 15,-1 0 3-15,-1 0-3 16,-2 0 0-16,4 0 1 16,1 0-1-16,5 0 2 15,-1-2-2-15,1-1 1 16,2 1-2-16,-2-1 2 15,-1 0-2-15,-4 1-1 0,0-2 1 16,-2 1 1-16,0-2 4 16,-4 2-1-16,-1-3-6 15,-6 3-3-15,-8-1 6 16,-2 2 0-16,-4 0-14 16,-2 2 11-16,-2-3-23 15,0 2-41-15,0-4-27 16,0 3-132-16,-14-3-64 15,-11 0-229-15</inkml:trace>
  <inkml:trace contextRef="#ctx0" brushRef="#br0" timeOffset="138635.6799">22914 9039 538 0,'0'0'39'0,"0"0"21"16,0 0 57-16,0 0-71 16,86 0-15-16,-59 0 8 0,3 0 18 15,8 0-15-15,5 0-25 16,2 0 38-16,7-3-14 16,1-2-22-16,-2-1-16 15,1 2 22-15,-1 0-21 16,-8 1-4-16,3 0 2 15,1 0 7-15,3 1 34 16,2-1-11-16,-2 0-17 16,-3 1-6-16,-6 1-5 15,-6 1-1-15,-5 0-3 16,-6 0 0-16,-7 0-3 16,-5 0 3-16,-6 0 0 15,-3 0 13-15,-2 0-26 16,1 0 16-16,-2 0-7 15,0 0 8-15,0 0-8 0,0 0-9 16,1 0-56-16,1-3-220 16,-2-1-258-16</inkml:trace>
  <inkml:trace contextRef="#ctx0" brushRef="#br0" timeOffset="146689.5227">15560 7536 546 0,'0'0'196'16,"0"0"-163"-16,0 0-33 0,0 0 8 15,0 0-6-15,0 0 4 16,0 0 42-16,-3 66 14 16,2-48-53-16,1 0 7 15,0-2-6-15,0-2 1 16,0-3-11-16,0-1-2 16,0-3-8-16,0-1-73 15,0-5-24-15,-6-1-230 16</inkml:trace>
  <inkml:trace contextRef="#ctx0" brushRef="#br0" timeOffset="146965.7822">15410 7632 433 0,'0'0'87'0,"0"0"-38"16,0 0-10-16,0 0-1 15,0 0 13-15,0 0 27 16,0 83-55-16,7-69-9 16,2-1-8-16,0-3-2 15,-1-5 0-15,-1-2 16 16,3-3 4-16,-1 0-23 16,8 0 14-16,-2 0 4 15,9-8-17-15,-1 0-2 0,3-4-90 16,-2-2-88-16</inkml:trace>
  <inkml:trace contextRef="#ctx0" brushRef="#br0" timeOffset="154682.8651">19831 6710 1099 0,'0'0'92'15,"0"0"-92"-15,0 0-2 16,0 0 2-16,0 0 49 15,0 0-40-15,86-79 10 16,-59 57-19-16,-3 3 0 16,-6 2 15-16,-6 2-9 0,-3 3 6 15,-7 0 3-15,-2 4 0 16,0 2 27-16,0 1-19 16,-5 5-22-16,-10 0-1 15,-7 0-4-15,-5 17 4 16,-3 5 6-16,0 5-3 15,2 4 7-15,4 3-2 16,11-1 5-16,5 3-8 16,8-2-5-16,0-4 0 15,3-4 1-15,15-2-1 16,1-4 1-16,5-6 2 16,-2-4-2-16,2-8-1 15,-4-2 0-15,-4 0-36 16,-5-2-11-16,-7-10 1 15,-4 0 16-15,0-2 10 0,-7 3 17 16,-11 5-1-16,1 3 4 16,1 3 25-16,2 0-7 15,1 0-15-15,4 7 0 16,5 5 5-16,2-2-16 16,2 1-12-16,9-5-98 15,15-6-254-15</inkml:trace>
  <inkml:trace contextRef="#ctx0" brushRef="#br0" timeOffset="154955.1376">20348 6573 447 0,'0'0'598'16,"0"0"-572"-16,0 0-8 16,0 0 109-16,0 0-74 15,-79 95 31-15,78-64-36 16,1 2-39-16,0-3-5 16,12-6-1-16,4-2-6 0,0-6-8 15,3-5-90 1,0-7-123-16,3-4-306 0</inkml:trace>
  <inkml:trace contextRef="#ctx0" brushRef="#br0" timeOffset="155382.8767">20505 6646 922 0,'0'0'134'16,"0"0"-41"-16,0 0-20 15,0 0-4-15,0 0-2 16,0 0-47-16,89-49-8 16,-66 49-12-16,-4 2 6 0,-1 8-17 15,-6 0 24-15,-3 3-13 16,-6 0 5-16,-3 2-3 16,0 1 1-16,-3-1 30 15,-11 2-16-15,1-2 2 16,-4-5-16-16,4-1 12 15,2-5-10-15,2-1 1 16,4-2-4-16,3-1-2 16,1 0 0-16,1 0 4 15,0 0 1-15,0 0-4 16,0 0-1-16,0 0-1 16,3 4-1-16,9-1 2 15,6 2 1-15,4 0 4 16,-2 2-3-16,-1 2-4 15,-2-2 2-15,-1-1-10 0,-2-3 10 16,5-3 0-16,-6 0-41 16,2 0-138-16,-4-11-278 15</inkml:trace>
  <inkml:trace contextRef="#ctx0" brushRef="#br0" timeOffset="155659.1655">20867 6584 1003 0,'0'0'223'0,"0"0"-155"15,0 0 10-15,0 0 0 16,0 0-46-16,0 0-32 16,51-26-1-16,-37 35 1 15,3 8 2-15,-8 1 7 16,-5 4-12-16,-4-3 5 15,0 3-4-15,-8-5 1 16,-10 0 1-16,0-3 0 16,2-2-10-16,2-5 5 15,6-4-67-15,8-3-78 16,0 0-131-16,11-11-381 16</inkml:trace>
  <inkml:trace contextRef="#ctx0" brushRef="#br0" timeOffset="155882.5677">21070 6604 1008 0,'0'0'185'0,"0"0"-64"15,0 0-40-15,0 0-23 16,0 0-32-16,0 0-16 16,-35 17-7-16,30 7-1 15,4 2 8-15,1 2-10 16,0-3 1-16,10-4-1 15,6-6 11-15,7-4-11 16,2-8-2-16,3-3-60 16,-2 0-157-16,-1-17-235 0</inkml:trace>
  <inkml:trace contextRef="#ctx0" brushRef="#br0" timeOffset="156116.2165">21263 6560 800 0,'0'0'238'15,"0"0"-113"-15,0 0-50 16,0 0 44-16,0 0-20 16,0 0-77-16,21-21-10 15,-9 29 3-15,-3 8-15 16,0 2 10-16,-4 3-5 16,-3 1 4-16,-2 0-3 15,0 2-3-15,-7-1-3 0,-8-1 6 16,-1-2-16-1,-1-3 10-15,-1-5-29 0,0-5-121 16,5-7-412-16</inkml:trace>
  <inkml:trace contextRef="#ctx0" brushRef="#br0" timeOffset="156405.4966">21725 6578 555 0,'0'0'606'15,"0"0"-480"-15,0 0-45 16,0 0-7-16,0 0-60 15,0 0 8-15,60-39-13 16,-30 34-9-16,-2 3-15 16,-6 2-1-16,-7 0-104 15,-10 7-86-15,-5 10-152 16,0 5-147-16</inkml:trace>
  <inkml:trace contextRef="#ctx0" brushRef="#br0" timeOffset="156535.2394">21803 6730 645 0,'0'0'143'0,"0"0"-86"16,0 0 107-16,0 0 11 0,0 0-93 16,88 0-64-16,-54-12-18 15,2-1-4-15,-2 2-142 16,-3 1-480-16</inkml:trace>
  <inkml:trace contextRef="#ctx0" brushRef="#br0" timeOffset="157916.8744">22787 6469 812 0,'0'0'105'0,"0"0"28"16,0 0-7-16,0 0-28 16,0 0 23-16,0 0-72 15,0-10-28-15,0 10-18 16,0 0-3-16,0 0 0 15,0 0 0-15,0 2 0 16,0 1 0-16,0-1 0 16,0-2-1-16,0 0 1 15,0 0-5-15,6 0-62 16,6 0-91-16,2 0-128 16,-1-5-277-16</inkml:trace>
  <inkml:trace contextRef="#ctx0" brushRef="#br0" timeOffset="158399.0522">22787 6469 422 0,'9'-15'259'15,"-10"15"-163"-15,-1 0-19 16,2 0 122-16,0 0-63 15,0 0-64-15,0 0 19 16,0 0-32-16,0 0-23 16,12 0-36-16,2 0 6 0,5 0-6 15,-4 0 3-15,0 10 1 16,-3 4-4-16,-6 6 0 16,-2 2 6-16,-4 0-4 15,0 1-1-15,-10 0-1 16,-8-2 6-16,-4-1 1 15,1-4-12-15,2-5 5 16,5-2 0-16,6-9 7 16,5 0-4-16,0 0-2 15,3 0-1-15,0-9-12 16,0-4 5-16,5 1-5 16,10 2 7-16,1 6 3 15,-2-1 2-15,0 5 0 16,-1 0 3-16,4 0-11 15,-2 5 9-15,3 6-1 0,-1-1 3 16,2 1-1-16,-1-4 8 16,-1-1-10-16,6-5-12 15,4-1-96-15,1-1-276 16</inkml:trace>
  <inkml:trace contextRef="#ctx0" brushRef="#br0" timeOffset="158680.8971">23217 6466 1001 0,'0'0'172'15,"0"0"-88"-15,0 0 2 0,0 0 18 16,0 0-65-16,0 0-34 16,24-66 3-16,-2 66-12 15,0 0 4-15,-2 11-4 16,-4 6 3-16,-6 2 0 15,-6 5 1-15,-4 0 1 16,-2 1 9-16,-16-4-10 16,-3-3 0-16,1-4 0 15,4-6 0-15,5-4-1 16,8-4-38-16,3 0-29 16,3-11-97-16,19-9-270 15,6-2-59-15</inkml:trace>
  <inkml:trace contextRef="#ctx0" brushRef="#br0" timeOffset="158853.4896">23446 6459 450 0,'0'0'416'16,"0"0"-243"-16,0 0 8 15,0 0-102-15,0 0 31 16,0 0-43-16,-56 12-35 16,45 3-16-16,6 2-13 15,5-3-3-15,0 1 0 16,7 0 0-16,15-4 0 15,10-9-34-15,5-2-118 16,2-2-225-16</inkml:trace>
  <inkml:trace contextRef="#ctx0" brushRef="#br0" timeOffset="159090.7509">23640 6357 419 0,'0'0'572'15,"0"0"-489"-15,0 0-22 16,0 0-2-16,0 0-11 16,0 0 5-16,35 45-5 15,-25-15-33-15,-5 2-3 16,-5 2-3-16,0 0-7 16,-20-1-4-16,-14 0 9 15,-10-2-7-15,-11-4 0 16,-10-4-86-16,-8-3-74 15,-10-11-150-15,-4-7-251 0</inkml:trace>
  <inkml:trace contextRef="#ctx0" brushRef="#br0" timeOffset="159400.9206">22297 6330 718 0,'0'0'147'15,"0"0"-141"-15,0 0 41 16,38 84 77-16,-15-49-32 15,3-1-4-15,3 3-38 16,-4-3 7-16,5 2-47 16,-2-5-7-16,5 1-3 15,10-6-28-15,9-9-146 16,10-11-351-16</inkml:trace>
  <inkml:trace contextRef="#ctx0" brushRef="#br0" timeOffset="159865.676">23793 5975 862 0,'0'0'175'0,"0"0"-70"16,0 0-23-16,0 0-5 15,0 0-20-15,0 0-35 16,4-7-9-16,6 14 14 15,2 8-10-15,0 1-13 16,-1 0-4-16,-1 4 1 16,0-2-1-16,-4-1 0 15,0-1 0-15,-2-3 13 16,-1-1-13-16,-1 1-14 16,0-3 14-16,1-2 0 15,3 0 5-15,4 0-5 16,2-2 0-16,9 1 2 15,4-3-5-15,7-1-29 0,1-3-218 16,-6 0-372-16</inkml:trace>
  <inkml:trace contextRef="#ctx0" brushRef="#br0" timeOffset="160158.9018">24127 6498 577 0,'0'0'634'0,"0"0"-599"0,0 0-16 15,0 0 60-15,0 0 7 16,0 0-67-16,34 2-17 16,-10-2-2-16,0-2-2 15,-9 2-35-15,-2 0-153 16,-8 0-95-16,-5 0-382 16</inkml:trace>
  <inkml:trace contextRef="#ctx0" brushRef="#br0" timeOffset="160315.4113">24109 6693 814 0,'0'0'72'16,"0"0"-72"-16,0 0 14 16,80-43-14-16,-54 27-3 15,1-6-256-15</inkml:trace>
  <inkml:trace contextRef="#ctx0" brushRef="#br0" timeOffset="161065.4725">24585 6275 548 0,'0'0'311'15,"0"0"-158"-15,0 0-77 16,0 0 56-16,0 0-46 15,0 0-13-15,-14 17-12 16,5-2-23-16,0 4-3 16,5 1-17-16,1-2-3 15,3 2 0-15,0-4-11 0,0-2-2 16,3 0 2-16,8-3-3 16,3-5 1-16,0-2 1 15,3-3-3-15,1-1 3 16,-1 0-1-16,0-5 1 15,-1-8-3-15,-3 0-10 16,-4-3 10-16,-5 0 7 16,1 4-4-16,-3 3-3 15,-2 1 0-15,1 7 0 16,-1 1 2-16,0 0-1 16,0 0-1-16,0 0-7 15,0 0 7-15,0 10-5 16,0 8 5-16,0 1 0 0,0 2 9 15,0 3-8-15,0-2 0 16,0 0 0-16,-3 0-1 16,1-5-7-16,1-2 7 15,-1-6 10-15,2-5-10 16,0-3-13-16,0-1-23 16,0 0-17-16,0-7-166 15,5-13-523-15</inkml:trace>
  <inkml:trace contextRef="#ctx0" brushRef="#br0" timeOffset="161405.7633">24872 6348 961 0,'0'0'152'0,"0"0"-152"15,0 0 33-15,0 0 76 16,0 0-37-16,0 0-23 16,72 26-12-16,-62-14-28 15,-4 1-9-15,-6 2 0 0,0 3 5 16,0-1 0-1,-17 0 8-15,-7-2 3 0,-3-1-15 16,1-4 1-16,4-3 7 16,7-4-18-16,9-3-21 15,6 0-41-15,0-3-107 16,15-14-471-16</inkml:trace>
  <inkml:trace contextRef="#ctx0" brushRef="#br0" timeOffset="161666.0686">25060 6379 347 0,'0'0'590'0,"0"0"-469"16,0 0 20-16,0 0-86 16,0 0 46-16,0 0-62 15,-32-1-13-15,25 15 12 16,4 5-18-16,2-2-5 15,1 4-8-15,0-1-3 16,0-3-2-16,0-3 1 16,9-5 2-16,2-5-10 15,3-4-2-15,3 0-28 16,8-4-103-16,-3-12-93 16,-2-6-252-16</inkml:trace>
  <inkml:trace contextRef="#ctx0" brushRef="#br0" timeOffset="161986.9303">25177 6116 539 0,'0'0'148'15,"0"0"-135"-15,0 0 63 16,0 0-50-16,0 0 8 15,0 0 11-15,40 26 7 16,-40-7 53-16,0 1-79 16,0 1 99-16,-15 1-57 0,-4 3 39 15,-1-5-49 1,5-2-4-16,6-8-29 0,4-3-16 16,5-1-5-16,0-2 2 15,10-2-2-15,15 3-7 16,5-2 3-16,3-1-10 15,-3 3-57-15,-8 0-111 16,-7 3-129-16,-9 1-332 16</inkml:trace>
  <inkml:trace contextRef="#ctx0" brushRef="#br0" timeOffset="162325.861">24881 6729 716 0,'0'0'158'16,"0"0"-62"-16,0 0-26 15,0 0 57-15,0 0-51 0,85-9-45 16,-55 2-10-16,0 1 2 16,-5 1-23-16,-2-2-4 15,-4 5-23-15,-1-4-118 16,-6 1-245-16</inkml:trace>
  <inkml:trace contextRef="#ctx0" brushRef="#br0" timeOffset="203188.2392">14949 11202 263 0,'0'0'37'0,"0"0"-9"15,0 0 63-15,0 0-29 16,0 0 19-16,0 0-54 16,0 0 4-16,0 0 11 15,-11-13 8-15,10 11-1 16,1 0-26-16,0 2 27 16,0 0-31-16,0 0 3 15,0 0 32-15,0 0-31 16,0 0-1-16,0 0-11 0,0 0-4 15,0 0-4-15,0 0-3 16,0 0-1-16,0 0 1 16,0 0-2-16,0 0 2 15,0 2 4-15,0 4 5 16,2 1 6-16,3 0-9 16,0-2 7-16,1 2 6 15,2 0-6-15,-2-3 10 16,4 2-14-16,-1 1 22 15,2-4-30-15,-1 1 6 16,3 1-4-16,-1-3-3 16,0 1 0-16,3 2 0 15,-2-2 0-15,5-2 2 16,-1-1 5-16,2 0-4 0,-1 0 4 16,1 0-14-1,0 0 7-15,1 0 0 0,-1 0 9 16,-3 0-9-16,1 0-11 15,-2-3 11-15,-2-3 0 16,-2 1 2-16,-1-2 4 16,-2 2-6-16,-2-2 2 15,-2 3-1-15,-1 1 4 16,0 3 5-16,-2-3-10 16,-1 3 0-16,0 0-7 15,0 0-96-15,0 0-207 16</inkml:trace>
  <inkml:trace contextRef="#ctx0" brushRef="#br0" timeOffset="207776.9125">16193 10122 347 0,'0'0'88'0,"0"0"-16"15,0 0-3-15,0 0-28 16,0 0 20-16,0 0-16 15,0 0-10-15,6-21 4 16,-6 21-8-16,0 0 3 16,0 0-12-16,0 0-8 15,1 0-10-15,-1 0-8 16,2 0 6-16,1 8-2 16,0 1 1-16,3 3 9 15,0 0 29-15,1-2-35 16,-1 0 19-16,3 2-15 0,-3-3-8 15,-2 1-1-15,1-4 1 16,-2 1 0-16,0 0-1 16,-1-1 1-16,-2 1-52 15,0-2-70-15,-2-4-15 16,-10-1-35-16</inkml:trace>
  <inkml:trace contextRef="#ctx0" brushRef="#br0" timeOffset="208116.3982">16168 10195 400 0,'0'0'85'0,"0"0"-67"15,0 0-12-15,0 0 64 16,0 0-39-16,0 0 30 15,3 41-22-15,3-26-12 16,1-1 5-16,0-1-18 16,1-1 1-16,-1-5-4 15,1 1-3-15,-1-5 4 16,-1-1-8-16,0-2 2 16,0 0-5-16,4-2 5 15,-2-9-6-15,1-1 0 16,-2-1 0-16,2 1 0 15,-3-2-3-15,2 3-13 0,-1 0-67 16,-1 5-96-16,-3 0-263 16</inkml:trace>
  <inkml:trace contextRef="#ctx0" brushRef="#br0" timeOffset="239674.8143">14544 15467 181 0,'0'0'370'15,"0"0"-358"-15,0 0-1 16,0 0 19-16,0 0 26 0,0 0-16 15,0 0-6-15,0 0-15 16,0 0-15-16,0 0 6 16,0 0-10-16,0 0 0 15,0 0 2-15,0 0 0 16,8 0-1-16,6 0 30 16,3 0-13-16,3 0-11 15,1 0-7-15,3-2 25 16,1 1-5-16,2 0-10 15,-2-1-1-15,-1 2 2 0,4 0 12 16,1 0-13 0,1 0-6-16,-1 0 9 0,0-3-3 15,-2 3-3-15,-2 0 0 16,0-3-1-16,2 3-4 16,-3-1 8-16,1 1-10 15,-1-1 2-15,0 1 11 16,0-2-10-16,-2 2-3 15,1-1-15-15,-1 1 15 16,-2-2 0-16,-3 2 14 16,-1-1-14-16,1-1 0 15,1 1-16-15,-3 1 16 16,0 0 1-16,-3-3 8 16,-2 3-5-16,2-3-4 15,-1 3 0-15,0-1 4 0,1 0-3 16,2-1 1-16,1 1 0 15,1 0-1-15,2-2 7 16,0 0-8-16,-3 1 2 16,3-2-2-16,-3 1 4 15,-2 1-4-15,-2 0 12 16,-5 1-10-16,1 0-2 16,-1-1 3-16,-2 0 6 15,-2 0 24-15,-2 1-4 16,1-3 7-16,-1 4-10 15,2 0-5-15,-1-2-14 16,4-1-6-16,0 0 0 0,-1-1-1 16,3 2 0-16,-1-1 0 15,0 0-1-15,2 2-6 16,2 1-19-16,-1 0-86 16,-2 0-151-16,-3 0-287 15</inkml:trace>
  <inkml:trace contextRef="#ctx0" brushRef="#br0" timeOffset="243827.558">17236 10677 822 0,'0'0'40'16,"0"0"-43"-16,0 0 6 15,0 0 12-15,0 0 30 16,0 0 52-16,0 0-66 16,52 0-7-16,-33 0-18 15,1 0 5-15,-1 0 13 16,-1 0-24-16,1 0 6 0,2 0-5 16,-4 0-1-16,-1 0-16 15,-6 0-72-15,-5 2-128 16,-5 4-202-16</inkml:trace>
  <inkml:trace contextRef="#ctx0" brushRef="#br0" timeOffset="244080.8803">17214 10979 416 0,'0'0'243'0,"0"0"-126"0,0 0-87 16,0 0 10 0,0 0 34-16,0 0 33 0,77-19-63 15,-44 12 17-15,-1 2-50 16,0 0-10-16,-2 1 2 16,-5 0-6-16,-3-1 1 15,-5 0-20-15,-3-3-102 16,-4-6-72-16,-6-4-131 15</inkml:trace>
  <inkml:trace contextRef="#ctx0" brushRef="#br0" timeOffset="244466.8052">17446 10467 496 0,'0'0'90'0,"0"0"-32"15,0 0 16-15,0 0-6 16,0 0-9-16,0 0 14 16,-6-18-17-16,24 16-38 15,6 2 23-15,6 0-21 16,4 0-11-16,3 13 32 15,-1 3 4-15,0 8-26 16,-3 2-17-16,-4 9 22 0,-8 3-22 16,-7 6 9-16,-10 3-2 15,-4-2 1-15,0-1-1 16,-12-4-5-16,-13-6 0 16,-5-1-2-16,-4-2-1 15,-4-4 5-15,-5 1-12 16,0-3-100-16,-8-7-195 15</inkml:trace>
  <inkml:trace contextRef="#ctx0" brushRef="#br0" timeOffset="249116.506">14956 11249 602 0,'0'0'40'15,"0"0"-16"-15,0 0-11 16,0 0 34-16,0 0 37 16,0 0-26-16,0 0-9 15,21 0 4-15,0 0-7 16,10 1-35-16,8 4 30 0,9 0-4 15,5 4-2-15,4 1-30 16,1-2-2-16,1 1 9 16,-1-2-8-16,6-3 2 15,0 0-1-15,0-2 9 16,1-1-9-16,-4-1-1 16,-2 0 0-16,-5 0 2 15,-1 0-6-15,-6 0 0 16,-1 0-2-16,-6-6 8 15,2 1-7-15,-3-4 1 16,-2 0 0-16,0-4 0 16,0 1 1-16,-1-5-1 15,0 0 0-15,0-5-5 0,-3 0 5 16,-5 3 0 0,-4 2 7-16,-7 6-1 0,-6 5-12 15,-3 2 13-15,-6 2-7 16,-2 2 0-16,0 0 0 15,0 0-11-15,-2 0 11 16,-13 3-3-16,-9 8 3 16,-3 0 7-16,0 3-6 15,-2 0-1-15,-4 0-1 16,0 2 0-16,-4-1 0 16,-6-3 1-16,-4 3-10 15,-8-3 10-15,-8-3-3 16,-11 2 1-16,-10-2 2 15,-14-1 11-15,-8-4-11 16,-3-1-8-16,0-2-1 0,6-1 9 16,12 0-1-16,11-4 1 15,14-8 4-15,15-2-4 16,15-1-7-16,13 3 6 16,6-1-3-16,7 4 4 15,8 0-20-15,2 3 12 16,0-1-3-16,0 3 1 15,9-2-25-15,9 2-1 16,-1 3 14-16,0 1 10 16,-3 0-3-16,-2 0-9 15,-3 1 12-15,-3 7 8 16,6 4-1-16,-4 1 6 0,5 2-1 16,1 2 0-1,6 0 0-15,8 0 0 0,11 1 0 16,8-3 0-16,12-2-11 15,10-4-50-15,10-6-109 16,4-3-91-16</inkml:trace>
  <inkml:trace contextRef="#ctx0" brushRef="#br0" timeOffset="254551.5797">12862 15378 560 0,'0'0'135'0,"0"0"-100"16,0 0-26-16,0 0 8 0,0 0 39 16,0 0 31-1,0 0-51-15,0 0-28 0,0-12 11 16,0 9-18-16,0 3-1 15,0 0 0-15,0 0 1 16,0 0-1-16,0 0 0 16,0 0 0-16,15 0 0 15,8 0 3-15,6 0 4 16,4-1 11-16,4-6-8 16,-2 1-9-16,-4-2 4 15,0 1 7-15,-2-2 3 16,-4 3-8-16,-5-1 8 15,-3 0-11-15,-5 2-4 0,-6 4 4 16,-1 0-4-16,-4 1-15 16,-1 0 15-16,0 0 15 15,0 0-14-15,1 0-2 16,3 0-13-16,2 0-122 16,3 0-6-16,-1 0-181 15</inkml:trace>
  <inkml:trace contextRef="#ctx0" brushRef="#br0" timeOffset="257009.9206">14330 15340 358 0,'0'0'59'0,"0"0"-29"16,0 0-3-16,0 0 20 15,0 0 36-15,0 0-2 16,-7-10-22-16,7 10-38 15,0 0-18-15,0 0 18 16,0 0-17-16,-2 0-4 16,2 0-1-16,0 0 0 15,0 0-5-15,0 0 6 16,0 7 4-16,9 3-2 16,0-2-4-16,0 0 4 15,5 3-8-15,0-5 12 16,4 2-4-16,-1-1 9 15,-1-2-3-15,3 3-4 0,-1-1-3 16,0 0 0 0,0-2-1-16,3 2 10 0,1 0 0 15,-1-3-8-15,0 4 11 16,1-3-13-16,-4 1 0 16,0 0 1-16,-4 1 4 15,5-3-5-15,-4 2 0 16,1-2 0-16,-1 0 1 15,1-1-1-15,1 0 0 16,-1-2 0-16,1 1 0 16,2-2 2-16,2 0-2 15,0 0 0-15,0 0-1 16,1 0 1-16,0 0-1 16,1 0 1-16,-2 0 0 0,3 0-5 15,-2 0 3-15,2 0 2 16,0 0 7-16,0 0-4 15,3 0-3-15,-1 0-12 16,1 0 12-16,0 0 0 16,0 0 1-16,0-3 8 15,-2 0-7-15,1 0-3 16,-4-1 1-16,2 0 0 16,0 1 0-16,0-1 0 15,2-1 0-15,1 0 1 16,1-2-1-16,0-2 0 15,2 2-2-15,-1-2 3 16,-2 3-1-16,1-1 0 0,-4-1 0 16,1 3 1-16,-1 1-1 15,-2-2 0-15,-2 2 0 16,-1-2 0-16,1 2 0 16,-2-1 0-16,-3 0 1 15,0-1 5-15,-2 0-6 16,-4 2 4-16,0-3-4 15,1 2 9-15,-2-1-17 16,1-1 26-16,-3 2-18 16,2-2 5-16,2 2-5 15,-3-2 0-15,1 2 2 16,-1-1-2-16,-1 0 0 0,0 1 0 16,-2 0 2-16,-1 2-2 15,1 2-2-15,-3-2 2 16,1 3 0-16,0-3 1 15,0 2-2-15,-1 0 3 16,0 1-7-16,-1 0 15 16,0 0 1-16,0 0-3 15,0 0 3-15,0 0-6 16,0-4-5-16,0 3 4 16,0 0-4-16,2-1 2 15,-2 2-2-15,0-1 1 16,0-1-1-16,0 2 0 15,2-1 0-15,-2 1 3 16,1 0-3-16,-1-3 0 16,2 2 1-16,-2 0-1 0,1-1 0 15,1 1 5-15,1-2 5 16,0 0-7-16,0 0 0 16,0 1-3-16,1-1 3 15,-1 1-3-15,-2 1 1 16,1 0 0-16,-2 1 0 15,0-3-1-15,1 3 0 16,-1 0 0-16,0 0 0 16,0 0 0-16,2 0 0 15,0-1 0-15,-1 1 0 16,1-2 0-16,1 1 0 16,0-1 0-16,-2 1-1 0,1 1 1 15,-2 0 0-15,0 0 1 16,0 0-3-16,0 0 2 15,0 0 0-15,0 0-15 16,0 0 9-16,3 0 2 16,0 0-2-16,1 3-103 15,-3 0-99-15</inkml:trace>
  <inkml:trace contextRef="#ctx0" brushRef="#br0" timeOffset="473153.9108">15116 11354 342 0,'0'0'48'0,"0"0"-22"16,0 0 32-16,0 0 9 16,0 0-11-16,0 0-40 15,0 0-8-15,0-7 41 16,0 4-27-16,0 3 26 15,0 0-20-15,0 0-4 16,0 0 44-16,0 0-16 16,0 0-6-16,0 0 0 0,0 0 6 15,0 0 3-15,0 0-38 16,0 0 0-16,0 0 0 16,0 0 8-16,0 0-18 15,0 0-5-15,0 0-2 16,0 10-13-16,6 7 13 15,-2 2 28-15,2 4 5 16,0 0 6-16,-1 2-18 16,5-1 11-16,-3 0-8 15,1-2-16-15,1 0 2 16,-2-4 5-16,-1-3-12 16,1-5 4-16,-4-5 8 15,-2-1-9-15,1-4-4 16,-2 0 5-16,0 0-1 0,1 0 3 15,1 0-1-15,2 0-8 16,3-7-24-16,4-7-81 16,4-3-168-16,0 1-109 15</inkml:trace>
  <inkml:trace contextRef="#ctx0" brushRef="#br0" timeOffset="473879.9364">16397 11252 704 0,'0'0'131'0,"0"0"-127"16,0 0 18-16,0 0 25 16,0 0 28-16,0 0 42 15,23 56-47-15,-13-39-6 16,-3 0 0-16,3 0-16 16,0 0-16-16,-2-3-14 0,0 1-4 15,1-3 8-15,2-1-12 16,-1-3-8-16,-1 1-1 15,1-1 2-15,-1-3-6 16,4 1-2-16,1-2-73 16,-2-4-120-16,0 0-272 15</inkml:trace>
  <inkml:trace contextRef="#ctx0" brushRef="#br0" timeOffset="474657.823">15304 12158 794 0,'0'0'67'16,"0"0"-57"-16,0 0-1 15,0 0 92-15,13 72 25 0,-13-35-33 16,0 6-18-16,0-3-28 15,0-1-28-15,0-3-1 16,-1-10-18-16,-1-5 1 16,2-4-2-16,0-11-31 15,6-6-119-15,12-1-46 16,0-23-196-16</inkml:trace>
  <inkml:trace contextRef="#ctx0" brushRef="#br0" timeOffset="474983.9495">15508 12209 840 0,'0'0'99'15,"0"0"-87"-15,0 0 21 0,0 0 85 16,-45 76-47-16,22-42-1 16,-1-2-44-16,1 0-15 15,2-7 1-15,4-7-5 16,5-8-13-16,7-5 8 15,2-5-2-15,2 0 17 16,1 0-1-16,0 0-14 16,0-10 8-16,0 1-10 15,9 1-6-15,6 2 5 16,2 3 0-16,4 3 1 16,2 0 3-16,5 0-2 15,2 6 3-15,3 4-8 0,1-2-3 16,-1 4 7-16,-2-5-70 15,-1-2-163-15,-4-3-241 16</inkml:trace>
  <inkml:trace contextRef="#ctx0" brushRef="#br0" timeOffset="475622.2927">15998 12444 596 0,'0'0'268'0,"0"0"-190"16,0 0-56-16,0 0 71 0,0 0-20 16,0 0-41-16,2 34 51 15,-2-8-36-15,-10 2-22 16,-5 2-15-16,0-1 0 15,3-3-5-15,5-6-10 16,5-6-21-16,2-14-139 16,0 0-155-16</inkml:trace>
  <inkml:trace contextRef="#ctx0" brushRef="#br0" timeOffset="476122.5039">16420 12213 968 0,'0'0'139'16,"0"0"-132"-16,0 0-6 0,0 0 15 15,0 0 99-15,0 0-52 16,-58 75-37-16,33-50-17 16,-3-1-3-16,1-5 0 15,2-3-6-15,6-5 0 16,5-11 0-16,4 0 0 15,-1 0-9-15,4-11-4 16,4-5-15-16,3 1 13 16,0 1-4-16,0 4 3 15,7 5 14-15,5 3 1 16,2 2-7-16,3 0 8 16,3 9 30-16,4 8 15 15,1 2-29-15,3 2 1 16,1 0 12-16,1-4-21 0,-1-1-6 15,1-5-2-15,-3-5-6 16,0-3-30-16,-1-3-156 16,-4-4-380-16</inkml:trace>
  <inkml:trace contextRef="#ctx0" brushRef="#br0" timeOffset="476393.7799">16852 12230 727 0,'0'0'485'15,"0"0"-462"-15,0 0 4 16,0 0 41-16,0 0-14 15,0 0-27-15,61-9-22 16,-28 2-2-16,1 0-3 16,-2 1-16-16,-4 3-74 15,-8 1-173-15,-9 2-186 16</inkml:trace>
  <inkml:trace contextRef="#ctx0" brushRef="#br0" timeOffset="476587.2637">16969 12434 769 0,'0'0'97'15,"0"0"-64"-15,0 0 54 16,0 0 0-16,0 0 43 16,0 0-96-16,96 13-34 15,-67-13-1-15,0-1 0 16,-3-12-156-16,-4-6-311 15</inkml:trace>
  <inkml:trace contextRef="#ctx0" brushRef="#br0" timeOffset="476959.5246">17526 12115 926 0,'0'0'113'0,"0"0"-102"0,0 0 48 15,0 0 48-15,0 0 11 16,0 0-44-16,14 83-31 16,-10-58-3-16,1-1-17 15,-1 0 0-15,1-4-14 16,-1-1-5-16,2-7-4 16,0 1 0-16,-1-6-1 15,2-2-41-15,0-5-73 16,-1 0-100-16,5-12-314 15</inkml:trace>
  <inkml:trace contextRef="#ctx0" brushRef="#br0" timeOffset="477300.1792">17908 11884 1040 0,'0'0'96'0,"0"0"-88"0,0 0-5 16,0 0 69-1,103 85 45-15,-73-56-30 0,-2 5-60 16,-10 2-8-16,-6 8 2 15,-10 4-1-15,-2 8-4 16,-7 4-7-16,-22 3-9 16,-11 0 1-16,-11-3-2 15,-15-1-19-15,-10 3-27 16,-18 0-28-16,-15-2-22 16,-12-5-162-16,-13-10-163 15</inkml:trace>
  <inkml:trace contextRef="#ctx0" brushRef="#br0" timeOffset="477823.3598">14998 11853 727 0,'0'0'76'15,"0"0"-73"-15,0 0 53 0,-107 60 51 16,77-16 20-16,3 13-15 16,6 7-41-16,6 6-2 15,11 3-30-15,4 5 3 16,4-1-21-16,25 0-16 16,9-1-4-16,18-2-2 15,17-4-53-15,19-8-102 16,23-6-229-16</inkml:trace>
  <inkml:trace contextRef="#ctx0" brushRef="#br0" timeOffset="479651.7788">14549 13375 806 0,'0'0'155'16,"0"0"-152"-16,0 0 8 16,0 0-11-16,0 0 65 15,0 0 26-15,-10 87-49 16,10-56 1-16,0-6-13 16,4-6 3-16,7-5-18 15,2-7-12-15,5-7 17 0,5 0 0 16,7-7-15-16,3-13 9 15,0-6-12-15,-4 0 0 16,-7 6-2-16,-7 1 2 16,-8 9 0-16,-2 1-2 15,-2 6 4-15,-3 1-3 16,0 2-1-16,0 0-6 16,0 10-4-16,-8 14 10 15,-4 5-4-15,-2 7 4 16,-1 0-2-16,-5 1 2 15,2-1 0-15,-3-3 1 16,-1-6-1-16,1-1 3 16,2-6-2-16,3-7-1 15,4-6 1-15,7-5-1 16,2-2 6-16,3 0-1 0,0-6 5 16,0-7-10-1,10-2 0-15,11 1-9 0,3 3 8 16,3 2 1-16,2 2-1 15,0 6 1-15,3 1-2 16,2 0 2-16,0 0-1 16,-1 0 0-16,1 1 0 15,2-1-14-15,0 0-132 16,-3-6-174-16</inkml:trace>
  <inkml:trace contextRef="#ctx0" brushRef="#br0" timeOffset="479840.2636">15284 13445 951 0,'0'0'29'0,"0"0"-25"15,0 0 4-15,0 0-8 16,0 0 0-16,109 0-99 15,-82 0-197-15</inkml:trace>
  <inkml:trace contextRef="#ctx0" brushRef="#br0" timeOffset="480010.2107">15386 13748 762 0,'0'0'57'15,"0"0"-32"-15,0 0 68 16,83-25-14-16,-41 3-79 16,6 3-4-16,-6-4-148 15,-1 4-253-15</inkml:trace>
  <inkml:trace contextRef="#ctx0" brushRef="#br0" timeOffset="480460.7813">16193 13366 796 0,'0'0'168'0,"0"0"-105"16,0 0 65-16,0 0-21 15,0 0-69-15,0 0-25 16,-41 56 14-16,24-16 20 16,1-1-24-16,-1 1 6 15,2-5-8-15,1-4-12 16,2-4-4-16,1-6-5 16,3-4 0-16,4-9-3 15,-1-4-36-15,-2-4-57 16,-2 0-29-16,-3-21-195 0,-3-7-246 15</inkml:trace>
  <inkml:trace contextRef="#ctx0" brushRef="#br0" timeOffset="480655.8389">15915 13409 784 0,'0'0'122'16,"0"0"-36"-16,0 0-73 15,0 0 10-15,0 0 97 16,0 0-27-16,68 50-5 15,-38-23-59-15,0 1 7 16,0 0-11-16,-1 1-15 16,-4-3 3-16,0 3-13 15,0-2 0-15,-2 2-45 0,0-2-114 16,-7-3-244-16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11:13.269"/>
    </inkml:context>
    <inkml:brush xml:id="br0">
      <inkml:brushProperty name="width" value="0.05292" units="cm"/>
      <inkml:brushProperty name="height" value="0.05292" units="cm"/>
      <inkml:brushProperty name="color" value="#FF0000"/>
    </inkml:brush>
  </inkml:definitions>
  <inkml:trace contextRef="#ctx0" brushRef="#br0">4936 2537 456 0,'0'0'45'0,"0"0"-21"0,0 0 2 16,0 0-25-16,0 0 43 16,0 0-6-16,0 0-27 15,-57-32 34-15,56 32-43 16,1 0-1-16,0 0-2 15,0 0 3-15,0 0-11 16,0 0-3-16,0 0 12 16,0 0 0-16,0 0 11 15,0 0-2-15,-2 0 55 16,1 0 25-16,1 0 2 16,-2 0-7-16,2 0-38 15,0 0 0-15,0 0 7 16,0 0-15-16,0 0-14 0,0 0-11 15,0 0 20-15,0-7 27 16,5-1-51-16,7-1 4 16,3 0-6-16,0 1-1 15,1 3 3-15,3 1 5 16,1 0-8-16,1 1-4 16,-1 2 0-16,-3-1-4 15,4 0 1-15,-1 2 0 16,-4 0 1-16,3 0-4 15,-8 0 0-15,2 0-7 16,-6 0-86-16,-2 5-74 16,-4 5-46-16,-1 5-26 0,-3 1-316 15</inkml:trace>
  <inkml:trace contextRef="#ctx0" brushRef="#br0" timeOffset="337.0987">4902 2747 547 0,'0'0'145'0,"0"0"-103"16,0 0-1-16,0 0 38 0,0 0 5 15,0 0 7 1,0 0-56-16,-2 0-12 0,14 0 26 15,4 0-23-15,1 0 26 16,1 0-39-16,1-3 13 16,1 2-23-16,0 1-3 15,1 0 0-15,-4 0 0 16,-1 0 1-16,-2 0-1 16,-1 0-2-16,-1-1 2 15,-3 1-8-15,-3-2-2 16,-2 2-110-16,1-5-31 15,-4 2-69-15,1-5-315 16</inkml:trace>
  <inkml:trace contextRef="#ctx0" brushRef="#br0" timeOffset="6016.6005">10748 3375 632 0,'0'0'98'0,"0"0"-96"0,0 0-2 15,0 0-8-15,0 0 8 16,0 0 1-16,0 0 5 15,33 17 8-15,-13-8-6 16,2 3-6-16,3 0 26 16,4 0-22-16,7 2 19 15,7 1-21-15,8-1 42 16,5-2-31-16,2 1-8 16,4-1-2-16,-1-3-5 15,0 2 0-15,2-3 0 0,-6 0 1 16,0-1 7-16,-4 0 3 15,2-1-1-15,8-4-2 16,6-2 10-16,8 0-11 16,8 0 8-16,1-9-15 15,4-1-15-15,-2 0 15 16,2 1 0-16,-2 6 2 16,-8-4 11-16,-4 5-12 15,-6-3-2-15,-3-2 5 16,-6-1-6-16,-3-1 4 15,-7 1-4-15,-5-4-19 16,-4 2 19-16,-3-3-19 16,-2-3-36-16,1-1-46 0,-3-3-96 15,-5 0-352-15</inkml:trace>
  <inkml:trace contextRef="#ctx0" brushRef="#br0" timeOffset="14549.0126">4727 5774 599 0,'0'0'61'0,"0"0"-24"0,0 0 21 15,0 0 23-15,0 0-69 16,0 0 46-16,0 0-33 16,-25-33-2-16,25 33-19 15,-2-3 28-15,0 3 9 16,1 0-31-16,0 0 8 15,1 0-9-15,0 0-5 16,-3 0-2-16,-1 0-4 16,-1 0 2-16,-4 0-1 15,0 3-2-15,-2 3 0 16,0 4 3-16,0 0 4 0,-1 2-4 16,-1 0-8-16,2 2 7 15,-2 2 1-15,1 4-1 16,0 3 2-16,-1 5-2 15,1 4 0-15,0 0-2 16,3 2 3-16,3 1 0 16,4 0 0-16,2 1-1 15,0 0 1-15,0 3 10 16,5 0-10-16,7 3-77 16,6-3-79-16,-4-6-155 0</inkml:trace>
  <inkml:trace contextRef="#ctx0" brushRef="#br0" timeOffset="16009.4394">19305 8884 737 0,'0'0'76'0,"0"0"14"0,0 0-39 15,0 0 22 1,0 0 5-16,0 0-9 0,0 0-43 16,25-20-5-16,-9 20-21 15,5 0-2-15,4 10-6 16,1 2 8-16,-2 8 4 15,-2 2-4-15,-3 4-6 16,-2 9 6-16,-8 7-3 16,-8 7-14-16,-1 3-121 15,-15 0-58-15,-16-12-284 16</inkml:trace>
  <inkml:trace contextRef="#ctx0" brushRef="#br0" timeOffset="27866.8126">7876 7761 212 0,'0'0'67'16,"0"0"-7"-16,0 0 70 15,0 0-130-15,0 0 26 16,0 0 35-16,0 0-47 16,0 0-11-16,-19-29 18 15,17 26 36-15,2 2 15 16,-4-2-40-16,4 0-19 15,-2 1-10-15,0 0 15 0,1-1 32 16,-1 3-14 0,1 0-11-16,1 0-19 0,0 0 0 15,0 0 4-15,0 0-20 16,0 0 8-16,0 0-2 16,0 0 3-16,0 0 1 15,0 6-8-15,0 1 9 16,0 2-1-16,1-1 0 15,4 2 3-15,-3 1-3 16,2 1 0-16,-1 0 11 16,0 0-18-16,3 0 9 15,-3 3-2-15,0-1 0 16,0-1 3-16,0 1-1 0,-1-1 3 16,2 3-1-1,0 0-3-15,-2 1 9 0,5 0-5 16,-4-1-5-1,2 1 19-15,-1 0-6 0,1-1-10 16,1 1 0-16,-2 0 4 16,-1 1-6-16,0-1 10 15,0 0 1-15,-2 3-1 16,1-2-11-16,-1 0 0 16,1-1 2-16,1 2 0 15,0-2 4-15,-1-1-5 16,1-2 1-16,-3-1 3 15,4-1-5-15,-4-1 0 16,0-1 6-16,1 4-8 0,-1-3 17 16,0 1-25-16,0 1 18 15,0 0-8-15,0-1 5 16,0 0-3-16,0 1-2 16,0-2 3-16,0 3-3 15,0-1 2-15,-5 2 7 16,5-3 9-16,-3 1-18 15,-2-2 0-15,2 1 2 16,1 0 8-16,-1 0 6 16,0-2-3-16,-1 2-8 15,-3-2 3-15,5 0-5 16,-2 1 3-16,0-3-6 16,0 1 20-16,1-1-19 15,-3 1-1-15,-1 0 11 16,1-1-10-16,0 3 2 0,-2-1-2 15,2-2 4-15,-1 0-4 16,-2 3 0-16,1-3-2 16,-3 2 2-16,0-1-1 15,1-3 7-15,-1 0-8 16,2-1 2-16,1-2-1 16,-3-1 0-16,-1-2 3 15,4 0 10-15,1 0-23 16,3 0 10-16,1 0-1 15,1 0-1-15,2 0-28 0,-1 3-107 16,-2 3-47 0,1-3-59-16,1 0-233 0</inkml:trace>
  <inkml:trace contextRef="#ctx0" brushRef="#br0" timeOffset="53590.4069">815 12397 776 0,'0'0'93'0,"0"0"-93"15,0 0 1-15,0 0 46 16,0 0 50-16,0 0-11 16,0 0-46-16,3-9-20 15,10-3 14-15,2-1-7 16,1-2 4-16,1 0-26 0,1-2-5 16,1 3-1-1,1 0 1-15,-3 2-18 0,0 5-32 16,-3 3-86-16,-4 4-41 15,-4 0-36-15,-5 2-150 16</inkml:trace>
  <inkml:trace contextRef="#ctx0" brushRef="#br0" timeOffset="53833.2809">910 12521 301 0,'0'0'161'0,"0"0"-98"16,0 0-29-16,0 0 49 15,0 0 16-15,0 0-9 16,-4 49-18-16,14-49 5 16,4 0 26-16,2-3-38 0,2-8-10 15,4-5-8-15,-1-1-31 16,3 2-9-16,-3-2 0 16,1 1-7-16,-5 1-25 15,-1-1-52-15,-4 0-68 16,-3-3-20-16,-9 1-257 15</inkml:trace>
  <inkml:trace contextRef="#ctx0" brushRef="#br0" timeOffset="54199.6198">794 12096 601 0,'0'0'247'0,"0"0"-247"16,0 0 0-16,0 0 7 16,0 0-3-16,79 0 42 15,-42 0-2-15,3 0-14 16,-1 14-14-16,0 6-6 15,-2 4 16-15,-1 4-12 16,0 4 28-16,-3 4-26 16,-8 3-3-16,0 4 7 15,-10 0-18-15,-5 4 41 0,-10-2-43 16,0-1 16-16,0-1-9 16,-16-1 0-16,-6 2-7 15,-2 3 0-15,0-3-9 16,5-4-108-16,-3-8-146 15</inkml:trace>
  <inkml:trace contextRef="#ctx0" brushRef="#br0" timeOffset="70217.2345">8792 14361 599 0,'0'0'156'0,"0"0"-119"15,0 0 22-15,0 0-50 16,0 0 123-16,0 0-23 16,0 0-59-16,0 0 8 15,-74-43-37-15,60 41-7 16,2 0-11-16,-6 1 0 15,1 1 1-15,-7 0 5 16,-2 0-9-16,-4 0 3 16,-8 0-14-16,-3 7 21 15,-2 1-11-15,-9 1 2 0,5-2-2 16,-7 3 1 0,1-2-2-16,-1 2 2 0,3 1-1 15,-4 0 1-15,0 3 0 16,1-2 0-16,2 4 0 15,1-1 0-15,1 3 0 16,3 3-2-16,0 1 4 16,3-1 2-16,1 4-1 15,4 4-2-15,2 2-1 16,4 1-1-16,0 5 0 16,2 3 1-16,0 11-10 15,2 7 10-15,4 6-2 16,4 1 6-16,9-2-1 15,5-3-2-15,1 3-2 0,6-1 1 16,0 0-2-16,0-1 2 16,17-2 0-16,4-4-4 15,4 2 3-15,6-5-1 16,9 2 2-16,6 1-1 16,8-4 3-16,6-1-2 15,4 1 0-15,3-1-11 16,1 3 3-16,4 2 7 15,1 1 0-15,5 0-3 16,4-5-4-16,-3-4 8 16,5-5 7-16,3-1-7 15,3-5-1-15,1-2-7 16,0-5 16-16,2-4-15 0,6-4 19 16,1-4-12-1,6-7 0-15,0-3 3 0,3-4-4 16,3-3 1-16,1 0-1 15,1 0-8-15,-3-3 9 16,-2-5 12-16,2-1-12 16,3-5 1-16,3-3 2 15,3 0 22-15,4-7 9 16,-2-2-28-16,-2-2 3 16,-6 0-9-16,-7-2-2 15,-10-1 2-15,-11-2-3 16,-8-4 3-16,-8-5-2 0,-6-8-6 15,-4-6 5-15,-3-7-5 16,-1 3 6-16,-8 2 4 16,-5 2-4-16,-10 5 4 15,-8-1-4-15,-5 1-5 16,-7 1 7-16,-5 3 8 16,-5-4-6-16,-3 1-2 15,0-2 11-15,-2 1 14 16,-12 1-19-16,-3-1 11 15,-7-1 2-15,-4 1-4 16,-8 1 11-16,-3 4-7 16,-10-3-6-16,-1 1-2 15,-2-1-11-15,0-1-5 0,2 8 5 16,-1 1 7-16,-3 8-5 16,-1 4-2-16,-3 2 2 15,0 0-2-15,-2 1 0 16,-3 1 0-16,-1-1-3 15,-2 2 3-15,1 1 0 16,-3 2 1-16,4 1 0 16,-1 0-2-16,4 3 2 15,0 0 0-15,3 3-1 16,3 1 2-16,2 1-2 16,4 1 0-16,2 0 0 15,4 0 0-15,3 3 1 16,-2 1-1-16,-4 1 0 15,-6 1 0-15,-6 1 0 0,-3 3 0 16,-2 0-1-16,6 1 1 16,0 0-1-16,4 0-2 15,4 0 3-15,4 0-2 16,5 0 3-16,2-1-1 16,1-1 0-16,3 2 0 15,-4-1 2-15,-2-1 3 16,1 1-5-16,-3 0-6 15,-2 1 6-15,-6 0 9 16,1 0-9-16,-1 0-5 16,2 0 4-16,6 0 1 15,2 0 0-15,4 2-8 16,2 3 8-16,-2-2 5 0,-1 5-5 16,1-1-17-1,-3 2-25-15,5 5-15 0,1 0-29 16,3 6-47-16,2-1-116 15,1 1-164-15</inkml:trace>
  <inkml:trace contextRef="#ctx0" brushRef="#br0" timeOffset="70792.6927">8790 14613 908 0,'0'0'35'0,"0"0"17"15,0 0-42-15,0 0-9 0,0 0 109 16,0 0-24-16,3 86-26 16,0-59-39-16,0 1-9 15,0 1-9-15,4 0-3 16,1-2-4-16,3-5-46 16,6-11-127-16,2-11-79 15</inkml:trace>
  <inkml:trace contextRef="#ctx0" brushRef="#br0" timeOffset="71140.4747">9124 14701 871 0,'0'0'72'15,"0"0"-25"-15,0 0-19 0,0 0 63 16,0 0-5-16,0 0-47 15,-28 87-13-15,50-67-13 16,2-3-1-16,9-9-6 16,-2-5 0-16,-1-3 1 15,-2 0-7-15,-6-9-1 16,-8-7-1-16,-5-2-7 16,-7-2 0-16,-2 1 0 15,-3-2-2-15,-14 3 11 16,-5 5 0-16,-2 4 3 0,2 5-3 15,1 4-1-15,3 0 0 16,3 4-1-16,6 11-8 16,8 2-30-16,1-1-115 15,10 1-34-15,14-5-116 16</inkml:trace>
  <inkml:trace contextRef="#ctx0" brushRef="#br0" timeOffset="71639.9984">9764 14682 1041 0,'0'0'85'0,"0"0"-81"16,0 0-3-16,0 0 108 15,0 0-20-15,-18 92-48 16,18-57-7-16,0 6-14 16,2-3-4-16,2-3 6 15,1-5-12-15,-2-8-4 16,0-10-4-16,0-5-1 16,-2-6-1-16,-1-1 4 15,0-1 0-15,0-20 17 0,1-11-21 16,-1-10 0-1,0-8-17-15,0-2-8 0,0 5-23 16,-2 2 23-16,-3 5 7 16,1 5 13-16,2 6-5 15,2 7 7-15,0 6 3 16,0 10-1-16,0 2 1 16,0 2 9-16,0 2 2 15,11 0 4-15,6 0 2 16,7 0 24-16,2 2-13 15,1 3-7-15,1-1-12 16,0-1-8-16,-2-1 1 16,-1-2-4-16,-2 0-23 15,-1 0-64-15,-6 0-206 16,-11 0-519-16</inkml:trace>
  <inkml:trace contextRef="#ctx0" brushRef="#br0" timeOffset="71839.4634">9863 14841 866 0,'0'0'66'16,"0"0"-13"-16,0 0 48 15,0 0 64-15,0 0-31 16,0 0-64-16,46 13-37 16,-16-13-16-16,4-5-17 15,2 2 3-15,1 0-6 16,0 1-15-16,0 2-97 0,-5 0-137 15,-8 0-388-15</inkml:trace>
  <inkml:trace contextRef="#ctx0" brushRef="#br0" timeOffset="83449.7607">17564 14283 603 0,'0'0'38'0,"0"0"-33"0,-90 4 30 16,60-1 37-16,-1-2-22 15,-6 4-2-15,-2 0 0 16,-4 5-17-16,-5 3-31 15,-10 4 22-15,-4 4-5 16,-6 3 5-16,-3 3-12 16,1 2 19-16,-4 4-16 15,1 1 1-15,-4 10 3 16,-1 2-1-16,1 7-6 16,-3 13 2-16,4 7 8 15,8 8-2-15,6 9 7 0,9-1-1 16,6 1-10-16,8-1-6 15,13-3-7-15,11-2 2 16,15-3-3-16,0-3 11 16,28-4-6-16,19-2 0 15,18-4 23-15,20-1-6 16,23-6-13-16,17 0 6 16,24-6-10-16,14-6-2 15,14-9 4-15,8-8 1 16,2-5-5-16,5-8 0 15,0-7-3-15,11-3 10 16,4-6-10-16,0-3 14 0,-3 0-7 16,-6-2-4-16,-11-10 0 15,-7-7-3 1,-6-5-9-16,-3-7 7 0,-3-5 1 16,-10-11 1-16,-4-12-23 15,-2-11-10-15,-4-7-10 16,1-9-12-16,-4 0-2 15,-4 0 13-15,-8 0 4 16,-15 6 26-16,-17-2 14 16,-24 7 9-16,-21-2-5 15,-17 4 30-15,-12 1 12 16,-13-3 12-16,-7-3-32 16,-7-3 7-16,0 0-3 15,-18 5-24-15,-14 7 1 16,-11 6 4-16,-15 2-11 0,-12 3-8 15,-14 5 8-15,-2 0-4 16,-7 5-1-16,-4 0 5 16,-1 3 1-16,-3 2-1 15,-3-2 0-15,-6 3 2 16,-3 3 2-16,-8 5-4 16,-4 7 0-16,-3 9-1 15,-7 3-3-15,-3 5 3 16,3-1 1-16,1 6 1 15,3 4-1-15,1 1-3 0,2 0 1 16,0 7 4 0,5 13 1-16,4 4-3 0,0 2-2 15,6 3-4-15,3 0 6 16,7 5-2-16,4 1-18 16,6-1-26-16,7 1-26 15,3-3-16-15,7-2-24 16,9-7-120-16,8-6-163 15</inkml:trace>
  <inkml:trace contextRef="#ctx0" brushRef="#br0" timeOffset="84266.5764">17151 14601 894 0,'0'0'132'0,"0"0"-119"15,0 0-4-15,0 0 42 16,0 0 84-16,0 0-98 15,0 42-11-15,0-23-11 16,0-2-11-16,0 3-4 16,0-2 0-16,0-5-47 15,0-3-100-15,10-9-94 16,5-1-133-16</inkml:trace>
  <inkml:trace contextRef="#ctx0" brushRef="#br0" timeOffset="84600.4824">17316 14654 732 0,'0'0'159'0,"0"0"-65"0,0 0-18 15,0 0 37-15,0 0-30 16,0 0-33-16,-68 31-19 16,68-18-18-16,4 0-3 15,11-4-2-15,6-3-7 16,4-5-1-16,0-1 1 15,-2 0-3-15,-2-1-7 16,-5-7-24-16,-7-2-1 0,-6 0 3 16,-3-1 8-16,0-1 18 15,-12 4 3-15,-8-1 2 16,0 2-1-16,2 3-2 16,2 2 3-16,3 2 1 15,3 0-1-15,6 0-4 16,4 0-67-16,0 10-70 15,4 3-18-15,13-2-51 16</inkml:trace>
  <inkml:trace contextRef="#ctx0" brushRef="#br0" timeOffset="84912.7617">17725 14543 122 0,'0'0'819'0,"0"0"-735"15,0 0-72-15,0 0 54 0,0 0 64 16,-18 87-91 0,18-62 15-16,0-1-44 0,0-2-10 15,1-4-1-15,5-4-15 16,-1-6-95-16,1-8-125 16,3 0-304-16</inkml:trace>
  <inkml:trace contextRef="#ctx0" brushRef="#br0" timeOffset="85188.1946">17873 14526 888 0,'0'0'108'0,"0"0"-79"16,0 0-19-16,0 0 1 15,0 0 48-15,0 0-33 0,-45 81-25 16,34-63-1-1,1-3-3-15,2-5-14 0,4-5-30 16,4-3 27-16,0-2 17 16,0 0 1-16,13-5 4 15,8-4 7-15,4 0 46 16,5 1 12-16,6 2-38 16,4 2-20-16,5 4-9 15,1 0-9-15,2 0-124 16,-8 0-155-16</inkml:trace>
  <inkml:trace contextRef="#ctx0" brushRef="#br0" timeOffset="87115.9874">19734 14774 706 0,'0'0'104'0,"0"0"-22"0,0 0 23 15,0 0 18-15,0 0-31 16,0 0-76-16,0 0-12 16,-9 26 26-16,5-2 22 15,0 2-14-15,3 4-16 16,-1-1 21-16,1 3-14 16,-1 0-10-16,2 3-6 15,0-2-4-15,0-1 5 16,0-1-5-16,0-1-9 15,0-3 3-15,0-1-6 16,0-9 4-16,0-5-1 0,0-2 0 16,0-9 0-16,0-1 1 15,0 0 3-15,0-14 11 16,0-12-14-16,-4-10-1 16,-2-7 0-16,0-6 0 15,-2-5 0-15,1-6 0 16,0-1-1-16,-2-1 2 15,2 1-1-15,3 8 0 16,0 7-1-16,2 5 1 16,2 7 0-16,0 8 0 15,0 4 0-15,0 6 0 16,0 2 0-16,0 8 0 16,0 0 0-16,0 4 1 15,0 0-1-15,0 1-1 16,0-1-1-16,0 2 2 0,0 0-3 15,0 0 1-15,2 0-1 16,2 0 2-16,4 0-2 16,4 7 3-16,1-1 2 15,5 0-1-15,2 1-1 16,0-3 11-16,3 1-11 16,-1-5 5-16,2 1-5 15,3-1 4-15,-2 0-4 16,-2 0 1-16,-1 3-1 15,-6-3-10-15,-4 5-36 0,-2 4-78 16,-9 2-83 0,-1 5-95-16,-5 1-231 0</inkml:trace>
  <inkml:trace contextRef="#ctx0" brushRef="#br0" timeOffset="87341.3855">19722 14882 677 0,'0'0'134'0,"0"0"-42"15,0 0 70-15,0 0 16 16,0 0-89-16,0 0-78 0,34-24 6 16,-10 19-6-1,3-1-9-15,-2 2-2 0,-1 2 0 16,-3 2-31-16,-2 0-119 15,-5 0-158-15,-5-4-307 16</inkml:trace>
  <inkml:trace contextRef="#ctx0" brushRef="#br0" timeOffset="88789.6647">19787 14284 643 0,'0'0'56'0,"0"0"-31"0,0 0 52 16,0 0 22-16,-96-14-29 16,67 14 31-16,-3 0-57 15,-7 0-26-15,-7 0 30 16,-5 9 8-16,-5 3-36 16,-2 2-3-16,-3 3-4 15,2 2 7-15,-3 4-1 16,3 2 1-16,1 3-14 15,3 5-5-15,4 2 1 16,6 2 3-16,6 2-3 16,5 4 5-16,5 0-4 15,7 5-2-15,3 7 1 16,4 2 2-16,0 0 2 0,3-2-6 16,1-3 4-1,0-6-4-15,6-1 0 0,4-4 17 16,1 0-17-16,0-2 2 15,12 1 17-15,9-1-4 16,5-3-3-16,6 0-8 16,7 1 15-16,5-1-18 15,6-2 10-15,6 2-10 16,1-1-1-16,2 1 5 16,3-5-3-16,2 2-2 15,0-2 6-15,4-4-6 16,1-2 1-16,0-8 2 15,4-5 1-15,-2-5-1 16,3-4 6-16,1-2-2 0,-1-1-7 16,-2 0 5-16,2 0-5 15,2-6 2-15,0-7 6 16,3-1-8-16,-1-2-2 16,-4-4 2-16,-5-4-5 15,-5-2 2-15,-3-2 3 16,-7-1 0-16,-6-4 0 15,-4-2 0-15,-8-6 1 16,-3-4-1-16,-6-8-4 16,-6-4 1-16,-2-6 3 15,2-6 0-15,4 1 5 16,-1 0-5-16,-3 2-4 16,-3-1 4-16,-12 2 2 15,-6 4-2-15,0 6 0 16,-9 7 0-16,-13 4-1 0,-7 5 0 15,-5 0 1-15,-1 3 1 16,-2 1-1-16,-3 0 0 16,1 2 0-16,-1-2 0 15,-5-1 1-15,0 2-1 16,2-2-2-16,4 5 2 16,4 4 0-16,3 4 0 15,4 6 2-15,-2 1-2 16,0 4 0-16,2 0 4 15,-5 0-4-15,-1 6 0 0,-5-1-8 16,-6 3 8 0,-5 4 0-16,-4 0-2 0,-4 0-5 15,-2 0-5-15,2 0 7 16,-2 5 5-16,2 1 9 16,1-1-8-16,4 1-1 15,8-1 0-15,3 2-1 16,8 2 0-16,6 1 1 15,5 1-1-15,2-1-1 16,3 2 3-16,2 1-2 16,-5 1-12-16,-3 2 8 15,-5 2-20-15,-6 2-18 16,-1 1-14-16,2 5-38 16,-2-1-47-16,0-2-146 15</inkml:trace>
  <inkml:trace contextRef="#ctx0" brushRef="#br0" timeOffset="104585.9962">18733 15668 210 0,'0'0'46'16,"0"0"3"-16,0 0 67 16,0 0-56-16,0 0 15 15,0 0-24-15,0 0 27 16,0 0-52-16,-21 0 55 16,20 0-56-16,1 0-25 15,0 0 56-15,0 0-49 16,0 0 16-16,0 0-19 15,0 0 32-15,0 0-30 0,0 0-6 16,0 0 21-16,0 0-12 16,0 0-3-16,0 0-5 15,0 0-1-15,0 0 17 16,0 0-14-16,1 0-3 16,7 0 4-16,-1 0 20 15,3 0-1-15,-1 0-19 16,1 0 11-16,1-3-6 15,0 0 1-15,1 0 0 16,1 0 22-16,-1-1-7 16,0 1-9-16,-3 0-13 15,-1 0-2-15,2 0 15 16,-1 0-16-16,-2 0 6 16,2 1-6-16,0 0 0 15,-1 0 7-15,-1-1-7 16,2 1 0-16,-2-1 0 0,2 3 0 15,-3-2 0-15,-1 0 0 16,1 2 0-16,-2-1-4 16,-1-1 4-16,2 1-5 15,-2 0 5-15,1-2 0 16,2 0 9-16,-2 1-9 16,1-2-15-16,-2 1 11 15,-1 1-63-15,1-1-3 16,0 0-6-16,-2 2-30 15,-1-3-27-15,0 0-151 0</inkml:trace>
  <inkml:trace contextRef="#ctx0" brushRef="#br0" timeOffset="105146.3405">18828 15543 311 0,'0'0'209'0,"0"0"-166"16,0 0-33-16,0 0 60 15,0 0 4-15,0 0-67 16,14-10 18-16,-2 10 18 16,0 0-38-16,0 0 25 15,6 0 6-15,-3 0-10 16,4 0 2-16,0 0 11 16,-2 0-34-16,1 0-3 15,-3 0 8-15,-1 0-10 16,0 0-9-16,-2 1 9 15,-2 5 0-15,-2 2 0 16,0 0-1-16,-2 3 1 0,1 1 1 16,-3 0-1-16,-1 1-2 15,-1-1 2-15,-2 1 20 16,0 0-18-16,0 1 23 16,0-1 5-16,0-1 0 15,-6 2-29-15,-2-4 32 16,0 1-14-16,-3 0-15 15,-3-2 4-15,1 1 13 16,1-2-21-16,-1-1-6 16,5 0 6-16,1-3 0 15,2 1-7-15,2-2-106 16,-1 0-78-16,1-3-263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13:28.572"/>
    </inkml:context>
    <inkml:brush xml:id="br0">
      <inkml:brushProperty name="width" value="0.05292" units="cm"/>
      <inkml:brushProperty name="height" value="0.05292" units="cm"/>
      <inkml:brushProperty name="color" value="#FF0000"/>
    </inkml:brush>
  </inkml:definitions>
  <inkml:trace contextRef="#ctx0" brushRef="#br0">1165 6057 776 0,'0'0'66'16,"0"0"-45"-16,0 0-19 15,0 0 46-15,0 0 16 16,0 0-20-16,0 0-44 15,0 0 1-15,9 0-1 16,15-2 6-16,3-3 3 16,-2 0-2-16,8-2-5 15,-5 0-4-15,2 0 1 16,3 0-2-16,-2 2 3 0,-1 2-24 16,-6 1-142-1,-7 2-52-15,-4 0-382 0</inkml:trace>
  <inkml:trace contextRef="#ctx0" brushRef="#br0" timeOffset="255.9501">1331 6299 624 0,'0'0'108'15,"0"0"-103"-15,0 0-5 16,0 0 9-16,0 0 12 0,0 0 21 16,44 0 8-16,-15 0-16 15,-1 0-24-15,5-2-10 16,-5-3-9-16,-1-2 9 16,-3-1-1-16,-3-3-57 15,-3 0-102-15,-9-3-429 16</inkml:trace>
  <inkml:trace contextRef="#ctx0" brushRef="#br0" timeOffset="714.0168">1245 5852 655 0,'0'0'124'0,"0"0"-79"0,0 0-25 16,0 0 8-16,0 0-3 16,0 0-16-16,17-14-9 15,7 14 0-15,9 0 11 16,3 4 1-16,1 10-3 15,0 7-2-15,0 5-5 0,-2 3 5 16,-1 6-7-16,-1 5 0 16,-2 1 2-16,-2 1-2 15,-10-1 13-15,-4-1-9 16,-5 2 3-16,-10-3 2 16,0 1-6-16,-13-1 26 15,-12-3-16-15,-7 0 10 16,-2-6 10-16,0-4 6 15,-4-4-25-15,4-3 6 16,1-4-20-16,5-1 8 16,3-2-8-16,8-4 0 15,4-1-77-15,5-2-101 16,1-5-236-16</inkml:trace>
  <inkml:trace contextRef="#ctx0" brushRef="#br0" timeOffset="109913.7605">14913 7785 526 0,'0'0'37'0,"0"0"0"15,0 0 37-15,0 0 21 16,0 0 7-16,0 0-34 16,0 0-29-16,0 0-4 0,-9 0 20 15,9 0-10-15,0 0-2 16,0 0-3-16,0 0-21 16,0 0-5-16,0 1-6 15,17 3-7-15,8 2 40 16,8 0-3-16,3-1-6 15,4-2-8-15,3 0-4 16,-3-3-12-16,-2 0-8 16,-4 0 2-16,-5 0-6 15,-1 0 2-15,-5 0 1 16,0 0 1-16,-6-3 0 16,2-3-1-16,-5 2 0 0,-5 1-15 15,-4 2-31 1,-2 1-49-16,0 0-61 15,-1 0-28-15,-1 0-7 0,-1 0-423 16</inkml:trace>
  <inkml:trace contextRef="#ctx0" brushRef="#br0" timeOffset="221195.5992">7152 8978 351 0,'-74'19'144'16,"74"-19"-67"-16,0 0-38 0,0 0 7 15,0 0 9-15,0 0-44 16,0 0-9-16,12 0-2 16,6 0 0-16,16 0 8 15,2 0 7-15,1 0-1 16,5 0-3-16,-2 0-11 15,2 0 0-15,2 0-5 16,1 0 8-16,-3 0-6 16,-3 0 3-16,-8 0-11 15,-9-2-271-15</inkml:trace>
  <inkml:trace contextRef="#ctx0" brushRef="#br0" timeOffset="221455.9034">7487 9063 518 0,'0'0'41'0,"0"0"-41"15,0 0-1 1,83 0 1-16,-56 0 0 0,3 0 8 16,-1 0 0-16,4-1-16 15,-1-5-24-15</inkml:trace>
  <inkml:trace contextRef="#ctx0" brushRef="#br0" timeOffset="276315.034">18834 10139 349 0,'0'0'180'0,"0"0"-135"16,0 0-13-16,0 0 32 16,0 0 11-16,0 0-11 0,0 0-35 15,0 0 4-15,-10-14-29 16,10 14 42-16,0 0-8 15,0-2-13-15,0 2 7 16,0 0 0-16,0 0-12 16,0 0-17-16,0 0 20 15,0 0-19-15,0 0-3 16,0 0-1-16,0 0 1 16,9 0 0-16,2 0 21 15,9 0-9-15,1 0-2 16,3 0-10-16,6 0 3 15,1 0-8-15,4 0 1 0,-1-3-28 16,-3-2-91 0,-1 2-151-16</inkml:trace>
  <inkml:trace contextRef="#ctx0" brushRef="#br0" timeOffset="292871.4552">17007 10000 513 0,'0'0'105'0,"0"0"-1"16,0 0-79-16,0 0-7 0,0 0 48 16,0 0 9-16,0 0-7 15,5-59-23-15,-2 54-10 16,-3 5-4-16,0-2-15 16,0 2-11-16,0 0-10 15,0 0 5-15,0 0-11 16,1 0 11-16,0 0-5 15,3 5 5-15,-1 0 2 16,-2 1 0-16,2-3-1 16,-1 0-1-16,0-1 7 15,3 1 8-15,-2 0-2 16,4 0-6-16,6 0 19 16,3 2-15-16,5 1-7 0,3-1 5 15,0 3-8 1,1-3-1-16,0 2 2 0,0 1-4 15,-1 2 4-15,-4-1-2 16,-1 1 1-16,-2 0-1 16,-3-3-1-16,-1 1 1 15,-3-4-1-15,-1-2 1 16,3-2 3-16,1 0-3 16,4 0 8-16,7 0-8 15,1-5 9-15,2-2-6 16,-2 2 0-16,-1 2-1 15,-3 2-2-15,-2-1 12 0,-3 2-11 16,1 0-1 0,-2 0 0-16,0 0-1 0,-3 0-6 15,-3 0 2-15,-2 0-9 16,-2 0-31-16,-2 0-66 16,-2 0 35-16,1 0-62 15,-2 0-108-15</inkml:trace>
  <inkml:trace contextRef="#ctx0" brushRef="#br0" timeOffset="313584.9431">14817 11262 616 0,'0'0'125'0,"0"0"-82"0,0 0-19 15,0 0-15-15,0 0 94 16,0 0-61-16,0 0 4 16,0-27-13-16,0 27-24 15,0-2-9-15,0 2 7 16,0 0-7-16,0 0-4 16,0 0-1-16,3 0 5 15,7 0-4-15,-2 0 4 16,3 2 0-16,-2-1 0 15,1 1 6-15,1-1-6 16,1-1 5-16,0 0-4 0,3 0-2 16,0 0-3-16,4 0-39 15,3-6-96-15,2-5-141 16</inkml:trace>
  <inkml:trace contextRef="#ctx0" brushRef="#br0" timeOffset="317798.2793">9874 11768 377 0,'0'0'189'15,"0"0"-135"-15,0 0 8 16,0 0 27-16,0 0-33 16,0 0 33-16,0 0-36 15,-10-46 28-15,10 43-42 16,0 2 5-16,0-1-6 16,0 2-4-16,0 0-5 15,-1 0-21-15,1 0-8 16,0 0-6-16,0 0 1 0,0 6-15 15,0 8 20-15,0 4 4 16,0 3 5-16,0 1-9 16,1 2 21-16,3-4-10 15,1 0-2-15,-1-1-5 16,1-3 7-16,0-3-8 16,-1 0-2-16,-1-5-1 15,1-1 1-15,-4-2 0 16,0-4-1-16,0-1 1 15,1 0 10-15,1 0-10 16,1 0 30-16,2-6-9 16,7-12-16-16,1 0 3 15,2-2-8-15,3 2 0 0,2-1-2 16,2 1 1 0,8-1-5-16,4 2 4 0,-1 1-8 15,0 3-13-15,-3 3-20 16,-4-1-26-16,-3 5 14 15,-1-1-58-15,-4 3-55 16,-3 0-146-16</inkml:trace>
  <inkml:trace contextRef="#ctx0" brushRef="#br0" timeOffset="386899.1174">9133 12233 180 0,'0'0'243'0,"0"0"-217"0,0 0 39 16,0 0-28-16,0 0 50 16,0 0 6-16,0 0-32 15,-32-15-26-15,27 15 1 16,3 0 48-16,-1 0-26 15,0 0-6-15,0 0 4 16,0 0-7-16,2 0-27 16,-1 0 3-16,2 0 4 15,0 0 1-15,0 0-25 16,0 0 0-16,0 0-10 16,0 0 7-16,0 0-4 15,0 0 2-15,0 0 0 0,6 6 2 16,5 0-2-16,4-1-1 15,3 0 1-15,3-2 4 16,4 0 16-16,-2-2-19 16,2-1 5-16,-2 0-2 15,1 0-4-15,-3 0 0 16,-1 0-2-16,-4 0 1 16,-1 0 1-16,-2 0-47 15,-2 0-84-15,-2 0-146 16,-2-12-314-16</inkml:trace>
  <inkml:trace contextRef="#ctx0" brushRef="#br0" timeOffset="393088.2639">1429 5677 538 0,'0'0'58'16,"0"0"-23"-16,0 0-24 16,0 0 2-16,0 0 64 15,0 0-5-15,0 0-47 16,-4-24-4-16,4 22 27 16,0 2-16-16,-3 0-14 0,3 0-3 15,0 0 2-15,-2 0-13 16,-2 0 5-16,-2 0 1 15,-3 0-6-15,-6 0-4 16,0 0 0-16,-3 0 9 16,-4 0 22-16,2 0 3 15,-2 0-18-15,-2 0 7 16,-1 0-4-16,5 0 2 16,-2 0-9-16,3 0-3 15,2 0-7-15,1 0-2 16,2 0 3-16,1 0 6 15,1 0 5-15,3 2-3 16,-3 1-9-16,0 2-2 16,-4 2 0-16,1 2 0 15,-9 4 2-15,-6 1-4 16,0 6 2-16,1-3-1 0,2-1 1 16,3-2 1-16,6-1-1 15,3-1 3-15,3-2-3 16,6 5-1-16,0-1 1 15,-3 3 0-15,3 2 0 16,-1 1 1-16,1 3-1 16,4-1-1-16,-2 3 1 15,1 1 1-15,0-1-1 16,3 1 0-16,0-1 0 16,-3 1-1-16,3 1 1 0,-3 0 0 15,0 4 0 1,3 2 0-16,-3 2 0 0,-3 3 0 15,3 3 0-15,-5-2 5 16,4-2-5-16,-2 3 3 16,3-2-2-16,3-1-1 15,-3-2 2-15,3 0-1 16,0 0 0-16,0-2 2 16,0 4-2-16,0 0 2 15,0 2-3-15,6 1 0 16,0 3 1-16,-2 6-1 15,0 4 2-15,0 7 7 16,-1 2 8-16,3 0-10 0,0 1-6 16,3-4 2-1,4 3 2-15,-1-1-3 0,2-1 2 16,2 3-3-16,0-3 0 16,1-4-1-16,2 2 10 15,2-5-10-15,3-1 9 16,0 0-9-16,3-2 1 15,-2 0 0-15,0-6 0 16,-2 3-1-16,2 1 0 16,-4 4 2-16,0 0-3 15,-5 0 2-15,-1 1 5 16,0-7-5-16,-6 1-1 16,0 0 0-16,-3-2 0 15,0-2 1-15,-3 0-1 0,-1-3 2 16,-2-3-13-1,0-1 22-15,0-4-11 0,0-1 0 16,-5-1-5-16,-4-4 0 16,-6-1 5-16,0-4 6 15,-4 3-5-15,-2-2 5 16,-3-1-5-16,0-1-1 16,1-4 2-16,3-3 2 15,-1-1-1-15,0-1 12 16,3-2-12-16,0-2 1 15,2 0-3-15,6-3 1 16,2-1 0-16,5-3 0 16,0 0 1-16,3 0-2 0,0 0-1 15,0 0 4-15,0 0 1 16,0 0-5-16,0 0-2 16,3 0 0-16,9 0 3 15,4 0-3-15,1 1 1 16,3 3-2-16,-3 1 6 15,1 2 1-15,0 3-4 16,-3 2-10-16,4 3 10 16,-2 3 7-16,-1 2-7 15,-2 2 0-15,-1 7 0 16,-1 2-2-16,0 5 2 16,-2 8-1-16,-1 4 1 0,-3 4 0 15,-4 2 1-15,-1-2 0 16,-1-1-1-16,0 0 0 15,0-3-1-15,0-1 0 16,-6 0-8-16,-1-3 9 16,-4 0 0-16,1-1 0 15,-2-4-1-15,0 0 7 16,-3-2-7-16,4-2 2 16,0 2-2-16,0-3 1 15,2 0-1-15,-1-1 1 16,1 1 1-16,1-2-1 15,2-2 2-15,-1 2-4 16,1-3 2-16,0 1 0 0,3 1 1 16,3 0-1-1,0 3-1-15,0 0 0 16,0 5 0-16,0-3 1 16,0 1 0-16,0-1 1 0,3 2 1 15,3-1-2-15,-1 1 0 16,5 1 0-16,-1 2 3 15,3 0-3-15,1 4 0 16,0-3 0-16,2-1-1 16,0-3 1-16,2 2 3 15,-2-4-2-15,4 0-1 16,0-1 0-16,4-3 0 16,2 1 0-16,2-1 0 15,0 4 0-15,0-3 0 0,-2 1-5 16,1 1 5-16,-1-1 0 15,0 0-7-15,-1 2 7 16,0-3 1-16,0 0 1 16,1-2-2-16,-1-3 1 15,3-1-2-15,0-2 2 16,-2-1 0-16,5 0-1 16,-2-4 0-16,-1 1-1 15,3-1 1-15,-3-2 0 16,1-2 5-16,-1 0-5 15,-2-2 0-15,1-1-1 16,-1 2-2-16,2 0 3 16,-3 0 0-16,4 0 5 0,-1-1-5 15,-2 1 0-15,-1-2-4 16,-3 1 3-16,-3-4 1 16,0-4 1-16,-2 0 4 15,-4-3-2-15,0-2-3 16,-3-1 2-16,0 0-1 15,-3 0 1-15,0 0-2 16,2 0-3-16,-2 0 2 16,-1 0-18-16,-2 0-66 15,2 0-50-15,-4 0-145 16,-1 0-111-16</inkml:trace>
  <inkml:trace contextRef="#ctx0" brushRef="#br0" timeOffset="446583.5696">21539 12160 241 0,'0'0'9'16,"0"0"-9"-16,0 0 20 16,0 0 22-16,0 0 34 15,0 0 16-15,0 0-43 16,5-40-3-16,-5 37 42 15,0 3-29-15,0-2 0 16,0 1-46-16,0 1 44 16,0 0-1-16,0-2-11 15,0 2-13-15,0 0 8 16,0 0-9-16,0 0 7 0,0 0-34 16,0 0 10-16,0 0-27 15,0 0 26-15,0 10-11 16,0 5 35-16,0 0-26 15,0 1 12-15,0 0-8 16,0-6-3-16,0 2-3 16,0-2 0-16,0-5 3 15,4 0-2-15,0-4-2 16,2-1-7-16,1 0 24 16,6 0-18-16,4-6 11 15,3-6-3-15,0-4-12 16,2-2-1-16,-2 0 7 15,-2-1-9-15,2-1 0 0,-1 0 3 16,2 4-3 0,0 0-26-16,-2 4-34 0,1 3-65 15,3 3-76-15,0-1-102 16</inkml:trace>
  <inkml:trace contextRef="#ctx0" brushRef="#br0" timeOffset="463068.7988">9711 17495 572 0,'0'0'192'0,"0"0"-120"16,0 0-27-16,0 0 2 15,0 0 63-15,0 0 12 16,0 0-71-16,-27-26-20 16,27 26-6-16,0 0 9 15,-2 0-19-15,2 0-13 16,0 12 0-16,0 9 20 0,0 6 4 16,0-2-2-1,0 0 11-15,0 2-21 0,0-4-5 16,0-1-7-16,0-5-1 15,0-1-1-15,0-9-2 16,0-4-50-16,4-3-115 16,4 0-118-16,3-20-271 15</inkml:trace>
  <inkml:trace contextRef="#ctx0" brushRef="#br0" timeOffset="463470.7188">9967 17556 378 0,'0'0'518'16,"0"0"-432"-16,0 0-36 0,0 0 72 15,0 0-46-15,0 0 4 16,-71 22-27-16,69-6-35 16,2-1-6-16,0 4 4 15,0-2-5-15,15-4 1 16,1 0-12-16,4-5 3 15,0-3 8-15,-1-5-11 16,1 0 4-16,-2-7 4 16,-3-5-8-16,-6-5 3 15,-2 3-1-15,-7-1-2 16,0 0-3-16,-8 1 2 16,-10 2 0-16,-6-2-4 0,0 4 9 15,2 4-8 1,4 3 3-16,7 3-1 0,-1 0-6 15,5 3 8-15,2 8 4 16,4 3-4-16,1-5-34 16,0 1-29-16,6-3-46 15,10-4-61-15,7-3-58 16,-2 0-158-16</inkml:trace>
  <inkml:trace contextRef="#ctx0" brushRef="#br0" timeOffset="463791.2421">10167 17274 684 0,'0'0'112'15,"0"0"-10"-15,0 0-27 16,0 0 100-16,0 0-44 16,0 0-90-16,-14-13-24 15,13 13-12-15,1 9 17 16,0 4 27-16,0 1-31 16,0-1-5-16,0-2-13 15,0 1 0-15,0-2 1 0,0-1-1 16,0-1-24-16,0-1-59 15,0 0-176-15,0-4-228 16</inkml:trace>
  <inkml:trace contextRef="#ctx0" brushRef="#br0" timeOffset="464974.528">9615 16512 721 0,'0'0'132'16,"0"0"-102"-16,0 0 50 0,0 0 99 15,0 0-92 1,0 0-64-16,6-4-14 0,-2 21 39 15,1 3-9-15,-1 3-7 16,-2-1-20-16,-1 0-11 16,0 0-1-16,1-3-1 15,1-2-39-15,2-5-79 16,5-7-118-16,0-5-238 16</inkml:trace>
  <inkml:trace contextRef="#ctx0" brushRef="#br0" timeOffset="465319.5202">9830 16515 890 0,'0'0'141'0,"0"0"-100"0,0 0 77 16,0 0-61-16,0 0 3 15,0 0-39-15,-58 42-17 16,59-28 1-16,15-4-4 15,4-3 9-15,-2-5-8 16,0-2-1-16,-3 0 0 16,-2-2-1-16,-7-7-2 15,0-4 2-15,-6-2-29 16,0-1 28-16,-3-1-15 16,-16 3-7-16,-1 4 21 15,-2 7 4-15,3 3-3 0,2 0 5 16,2 0-4-16,6 6 2 15,8 5-2-15,1 1-3 16,1 2-17-16,21-1-72 16,10-6-126-16,4-7-152 15</inkml:trace>
  <inkml:trace contextRef="#ctx0" brushRef="#br0" timeOffset="465552.8945">10355 16438 765 0,'0'0'143'16,"0"0"-79"-16,0 0-4 15,0 0 53-15,0 0-56 16,0 0-53-16,85-36-4 15,-64 33-1-15,-1-1-65 16,-4 4-93-16,-6 0-182 16</inkml:trace>
  <inkml:trace contextRef="#ctx0" brushRef="#br0" timeOffset="465701.7242">10426 16603 736 0,'0'0'60'0,"0"0"19"15,0 0 13-15,0 0 27 16,0 0-72-16,0 0-46 16,84-22-1-16,-56 11-99 15,-7-5-117-15</inkml:trace>
  <inkml:trace contextRef="#ctx0" brushRef="#br0" timeOffset="466325.0532">10020 16261 753 0,'0'0'67'0,"0"0"-12"16,0 0-9-16,0 0 36 15,0 0-14-15,0 0-20 16,-31 41 17-16,31-26-33 15,0-2 4-15,0-2-7 16,0-3-13-16,9-2-16 16,2-5-6-16,2-1 6 0,1 0 7 15,0-7-7-15,-4-6-33 16,-3-1-21-16,-2 3 15 16,-5 0-12-16,0 2 43 15,0 4 6-15,-12 2 0 16,2 3 4-16,-1 0-4 15,2 3 0-15,7 9-2 16,2 2 0-16,0 3-10 16,11 1-75-16,14 0-70 15,6-6-269-15</inkml:trace>
  <inkml:trace contextRef="#ctx0" brushRef="#br0" timeOffset="466672.234">10968 16316 938 0,'0'0'173'16,"0"0"-80"-16,0 0-56 0,0 0 18 15,0 0-35-15,0 0-20 16,-8 34 5-16,8-9-5 15,0 2-2-15,0-1-88 16,2 1-196-16</inkml:trace>
  <inkml:trace contextRef="#ctx0" brushRef="#br0" timeOffset="467367.4944">10672 17352 750 0,'0'0'216'16,"0"0"-191"-16,0 0 3 15,0 0 32-15,0 0-4 0,0 0-47 16,30-3-18-16,-12 3-44 16,-1 0-91-16,-4 0-138 15</inkml:trace>
  <inkml:trace contextRef="#ctx0" brushRef="#br0" timeOffset="467550.5517">10744 17495 730 0,'0'0'134'0,"0"0"-126"0,0 0 52 16,0 0 68-1,0 0-69-15,0 0-59 0,60-33-5 16,-33 16-65-16,0-3-138 15,-2 1-374-15</inkml:trace>
  <inkml:trace contextRef="#ctx0" brushRef="#br0" timeOffset="467803.4932">11094 17178 936 0,'0'0'97'16,"0"0"-77"-16,0 0 21 0,0 0 37 15,0 0 18-15,0 0-43 16,-1 74-36-16,9-52 36 16,-2-3-30-16,1-1-13 15,-1-2-10-15,-3-3 11 16,-2-3-10-16,1-3-2 15,1-4-34-15,-2-3-74 16,3 0-118-16,-1-2-138 16</inkml:trace>
  <inkml:trace contextRef="#ctx0" brushRef="#br0" timeOffset="468149.5662">11338 17239 687 0,'0'0'310'16,"0"0"-265"-16,0 0 68 15,0 0-24-15,0 0 14 16,0 0-50-16,-51 41-21 16,51-28-27-16,0-2 8 15,0 1 1-15,10-4-9 16,4-2-5-16,4-5 1 15,3-1 7-15,3 0 2 16,-4-8-10-16,0-7 0 16,-7 1-16-16,-5-2-1 15,-8 3-3-15,0-1 16 16,-8 2-3-16,-14 4 6 0,2 4-2 16,-7 4-7-16,4 0-1 15,-4 7-6-15,0 17-44 16,0 3-78-16,-1 4-183 15</inkml:trace>
  <inkml:trace contextRef="#ctx0" brushRef="#br0" timeOffset="468807.879">9785 18070 269 0,'0'0'634'0,"0"0"-596"16,0 0-23-16,0 0 51 16,0 0 85-16,0 0-82 15,-2 56-25-15,2-33-32 16,0-2 12-16,0 2-23 15,3 0-1-15,2-6-2 16,9-2-66-16,2-6-102 0,2-9-146 16</inkml:trace>
  <inkml:trace contextRef="#ctx0" brushRef="#br0" timeOffset="469133.1372">10003 18112 394 0,'0'0'547'16,"0"0"-475"-16,0 0-9 16,0 0 63-16,0 0-53 15,0 0-54-15,-75 78 3 16,80-62-19-16,11-6 1 16,6-4 1-16,4-6-5 15,-1 0-7-15,-4-6-16 0,-5-8-30 16,-8-1 30-16,-3 4-3 15,-5-5 20-15,0 7 6 16,-17-1 3-16,-8 3 1 16,-1 2 2-16,1 3 2 15,5 2-5-15,6 0 4 16,6 0-7-16,7 0-10 16,1 0-8-16,0 0-159 15,9 0-5-15,8-1-212 16</inkml:trace>
  <inkml:trace contextRef="#ctx0" brushRef="#br0" timeOffset="469402.3935">10113 17958 812 0,'0'0'100'16,"0"0"-26"-16,0 0-19 15,0 0 49-15,0 0-52 16,0 0-49-16,56-22 3 15,-39 22 0-15,-5 12-4 16,0 5 15-16,-9-1-14 16,-3 3 7-16,0-1 12 15,0-4 15-15,-1-4-2 16,-2-4-32-16,3-2 5 16,0-2-3-16,1-2-4 15,11 0-1-15,9 0-5 16,4 0-89-16,3 0-91 0,1-2-172 15</inkml:trace>
  <inkml:trace contextRef="#ctx0" brushRef="#br0" timeOffset="469576.9277">10591 18020 897 0,'0'0'104'0,"0"0"-103"16,0 0 1-16,0 0-4 16,0 0 1-16,0 0-3 15,71-10-115-15,-59 14-199 0</inkml:trace>
  <inkml:trace contextRef="#ctx0" brushRef="#br0" timeOffset="469713.562">10650 18183 839 0,'0'0'82'16,"0"0"-56"-16,0 0 89 16,0 0 5-16,0 0-107 15,0 0-13-15,76-54-141 16,-43 31-279-16</inkml:trace>
  <inkml:trace contextRef="#ctx0" brushRef="#br0" timeOffset="469998.7976">11154 17915 577 0,'0'0'496'15,"0"0"-474"-15,0 0-3 16,0 0 74-16,0 0 30 16,0 0-57-16,-10 50-31 0,10-29-8 15,0-1-27-15,0-3 6 16,0 0-6-16,0-1-4 16,0-2-59-16,7-11-108 15,5-3-204-15</inkml:trace>
  <inkml:trace contextRef="#ctx0" brushRef="#br0" timeOffset="470331.906">11256 17972 993 0,'0'0'89'0,"0"0"42"15,0 0-27-15,0 0-19 16,0 0-57-16,0 0-17 15,-39 29-3-15,39-24-7 16,12-1 0-16,6-3 0 16,0-1-2-16,1 0-3 15,-1-5 3-15,-6-4-20 16,-3 1-1-16,-3 0 3 16,-6 4 17-16,0 1 2 15,0-1 3-15,-9 3-3 16,-5 1-2-16,2 0 1 15,1 0 0-15,5 0-1 16,3 7-2-16,3 1-10 0,0-2-49 16,7-2-98-1,12-4-60-15,4 0-125 16</inkml:trace>
  <inkml:trace contextRef="#ctx0" brushRef="#br0" timeOffset="470612.8627">11501 17972 906 0,'0'0'131'16,"0"0"-66"-16,0 0 61 15,0 0-45-15,0 0-44 16,0 0-22-16,-14 34-12 0,29-29 4 16,3-2-7-1,1-3-1-15,-4 0 1 0,-4 0-2 16,0 0-4-16,-8-4 5 15,-3 0-9-15,0-1 10 16,-1-1 0-16,-15 5 1 16,-3-2-1-16,-1 3 0 15,-2 0 1-15,6 0-1 16,3 0-26-16,6 4-67 16,7 5-99-16,0-2-263 15</inkml:trace>
  <inkml:trace contextRef="#ctx0" brushRef="#br0" timeOffset="471270.4847">14044 16190 853 0,'0'0'141'15,"0"0"-56"-15,0 0 29 16,0 0-16-16,0 0-50 16,0 0-26-16,0 15-5 15,-2 7 22-15,1 5-4 16,1 2-29-16,0-1-5 16,0-2 0-16,0-2-1 15,0-3-16-15,13-8-94 0,6-6-118 16,2-7-163-16</inkml:trace>
  <inkml:trace contextRef="#ctx0" brushRef="#br0" timeOffset="471584.6992">14254 16353 483 0,'0'0'508'0,"0"0"-466"16,0 0 72-16,0 0-36 15,0 0-26-15,0 0-17 16,-51 41-28-16,67-35 5 16,10-2-3-16,2-4-9 15,3 0-1-15,-2 0-5 16,-6-9-24-16,-4 0-40 0,-10-2 20 16,-9 1 24-16,0 0-4 15,-9 1 24-15,-12 2 6 16,0 3 10-16,1 2 11 15,3 2 18-15,7 0-22 16,5 0-17-16,3 0 0 16,2 6-5-16,0 2-26 15,14 0-129-15,9-5-160 16</inkml:trace>
  <inkml:trace contextRef="#ctx0" brushRef="#br0" timeOffset="471905.8359">14586 16367 939 0,'0'0'88'16,"0"0"35"-16,0 0-37 16,0 0-15-16,0 0-39 15,0 0-29-15,0 0-3 16,-47 28 0-16,65-21-2 15,5-7 3-15,4 0-5 16,0 0-1-16,-7-5-27 0,-4-4-32 16,-10 1 31-1,-6 1 7-15,0 1 21 0,-19 0 5 16,-8 1 10-16,-3 4-10 16,4-1 1-16,3 2 8 15,8-1-9-15,6-1-4 16,9-1 1-16,0-3-110 15,0-6-235-15</inkml:trace>
  <inkml:trace contextRef="#ctx0" brushRef="#br0" timeOffset="472291.8057">14708 16109 551 0,'0'0'394'0,"0"0"-284"16,0 0-85-16,0 0 66 16,0 0-36-16,0 0-23 15,40-65-16-15,-27 65 3 16,-1 0-16-16,-3 1-2 16,-3 12 2-16,-3 2 0 15,-3 3 0-15,0 2 8 16,-3-2-7-16,-4-2-4 15,2-4 0-15,5-2 1 16,0-2-1-16,0-1 7 16,9 2-6-16,6-2 0 0,1 0-1 15,1 1-2-15,-4 1 2 16,-6-1-1-16,-2 2 1 16,-5-1 0-16,0 2 2 15,0 2 1-15,-6-3 2 16,-4 2-5-16,5-2-7 15,5-4-91-15,0-4-169 16,3-2-451-16</inkml:trace>
  <inkml:trace contextRef="#ctx0" brushRef="#br0" timeOffset="472707.8321">15271 16313 948 0,'0'0'0'15,"0"0"3"-15,0 0-3 16,0 0 15-16,0 0-14 16,84-34-1-16,-65 34-1 15,-5 0-132-15,-3 0-217 16</inkml:trace>
  <inkml:trace contextRef="#ctx0" brushRef="#br0" timeOffset="473598.4541">14330 16137 724 0,'0'0'120'16,"0"0"-71"-16,0 0 3 16,0 0 41-16,0 0-32 15,0 0-26-15,31-72-14 16,-16 66-5-16,-3 3 5 15,-3 3-20-15,-3 0-1 16,-5 0 2-16,-1 6 3 16,0 8-1-16,0 1 5 15,0 0 10-15,0-1-17 16,-1-3-1-16,1-1 4 0,0-1-4 16,4-2 1-1,11-2-2-15,2 3 1 0,-1-1 1 16,-1 0-2-16,0 0 0 15,-8 4 0-15,-2 2-1 16,-5-1-1 0,0 4 1-16,0 1-16 0,0 0-34 15,-3 0-86-15,1-4-82 16,2-7-473-16</inkml:trace>
  <inkml:trace contextRef="#ctx0" brushRef="#br0" timeOffset="473980.9914">14576 16419 842 0,'0'0'70'0,"0"0"-24"15,0 0 72-15,0 0 31 16,0 0-77-16,0 0-38 15,23 0-3-15,5-7 23 16,0-3-35-16,0-2-14 16,-3 0 6-16,-7 3-11 15,-4 1-7-15,-8 3-6 16,-6 1-9-16,0 1-27 16,0 3 12-16,-10 0-32 15,-11 0 13-15,0 7 18 16,-2 4 12-16,4 4 24 0,7-3 2 15,3-2-1-15,5 2-5 16,1-3 3-16,3-1 3 16,0 0-2-16,0-1-13 15,3-3 4-15,15-3 10 16,2 2-37-16,6-3-106 16,2 0-182-16</inkml:trace>
  <inkml:trace contextRef="#ctx0" brushRef="#br0" timeOffset="474515.5614">14764 16385 665 0,'0'0'89'16,"0"0"-52"-16,0 0 37 16,0 0-36-16,0 0 25 15,-19-75-55-15,26 51-7 16,8-3-1-16,0 0 4 15,1-1-4-15,-2 3 17 16,-3 4-7-16,-4 8-8 16,-4 6 24-16,-3 7 46 0,0 0-29 15,0 3-38-15,-16 16-1 16,-1 5 22-16,2 3-5 16,3 2-11-16,9 2-10 15,3-2-29-15,8-5-142 16,18-11-196-16</inkml:trace>
  <inkml:trace contextRef="#ctx0" brushRef="#br0" timeOffset="475061.358">15210 16345 689 0,'0'0'209'16,"0"0"-187"-16,0 0-10 15,0 0 3-15,97-16-8 16,-67 14-7-16,-2-3-61 16,-3 2-253-16</inkml:trace>
  <inkml:trace contextRef="#ctx0" brushRef="#br0" timeOffset="475201.9967">15407 16491 802 0,'0'0'14'0,"0"0"-14"0,0 0-29 15,97-55-226 1</inkml:trace>
  <inkml:trace contextRef="#ctx0" brushRef="#br0" timeOffset="475458.332">15951 16145 907 0,'0'0'114'0,"0"0"-36"0,0 0-59 15,0 0 36-15,0 0 46 16,0 0-20-16,0 81-42 15,0-53-11-15,0-1-12 16,2-3-8-16,1-2-5 16,3-5-6-16,5-6-19 15,3-8-108-15,5-3-214 16</inkml:trace>
  <inkml:trace contextRef="#ctx0" brushRef="#br0" timeOffset="475801.421">16187 16244 949 0,'0'0'154'0,"0"0"-71"16,0 0-45-16,0 0 40 16,0 0-22-16,0 0-21 15,-19 26-18-15,29-23-8 16,9-3-6-16,2 0 5 15,-3 0-7-15,-2-7 0 16,-5-3 1-16,-3 0-2 16,-5 1-1-16,-3-2-3 15,0 3 1-15,-5 1 3 16,-8 4 6-16,-4 1-6 16,1 2 0-16,-1 0 2 15,5 5-2-15,5 6-1 0,2 0 0 16,5 0-2-1,0 2-36-15,14-4-69 0,13-4-109 16,7-3-230-16</inkml:trace>
  <inkml:trace contextRef="#ctx0" brushRef="#br0" timeOffset="476158.6015">16597 16257 972 0,'0'0'129'16,"0"0"-8"-16,0 0-2 16,0 0-40-16,0 0-34 0,0 0-43 15,-49 26 1-15,49-11-6 16,4-2 0-16,11-2 3 16,3-4-4-16,0-4-7 15,1-3-6-15,-1 0-5 16,-4 0-34-16,-5-12 30 15,-4 2 19-15,-5-3 7 16,0 2 0-16,0-1 15 16,-13 4-7-16,-3 2 32 15,-5 2-11-15,0 4-4 16,1 0-2-16,3 0-12 16,6 5-1-16,4 4-3 0,7 1-7 15,0-2-15 1,12 2-19-16,15-5-59 0,7-5-127 15,6 0-269-15</inkml:trace>
  <inkml:trace contextRef="#ctx0" brushRef="#br0" timeOffset="476482.765">16934 16264 962 0,'0'0'151'0,"0"0"-2"15,0 0-36-15,0 0-28 16,0 0-39-16,0 0-39 0,-49 10-7 16,49 10 0-1,0-2 4-15,9 0-3 16,13-3-2-16,3-8 3 0,5-6-5 16,0-1 3-16,-6-1-15 15,-2-14 0-15,-5-5-2 16,-8 1 1-16,-6 0 0 15,-3 0 14-15,0 3 2 16,-11 1 0-16,-11 6-1 16,-6 0 2-16,-5 9-2 15,-5 0-20-15,-6 16-38 16,-11 13-73-16,-9 5-191 16</inkml:trace>
  <inkml:trace contextRef="#ctx0" brushRef="#br0" timeOffset="477216.4379">14097 17152 350 0,'0'0'142'0,"0"0"-107"16,0 0 48-16,0 0 67 15,0 0-29-15,0 0-21 0,-12-59 30 16,12 57-11-16,0 2-36 16,0 0-34-16,0 0-38 15,0 21 1-15,0 4 48 16,0 6-29-16,0-1-8 15,0-1-23-15,-1-4 0 16,-1-3 0-16,2-5-4 16,0-6-29-16,11-3-62 15,8-8-91-15,7 0-98 16,-1-17-365-16</inkml:trace>
  <inkml:trace contextRef="#ctx0" brushRef="#br0" timeOffset="477515.1683">14260 17198 812 0,'0'0'60'16,"0"0"-2"-16,0 0 98 15,0 0-15-15,0 0-76 16,-48 79-23-16,48-66-39 16,18-1 17-16,7-4-15 15,5-5-4-15,1-3-2 16,-1 0 1-16,-3-11-7 15,-9-3-14-15,-9 3-6 16,-9-5-2-16,0 6-10 16,-12 0 19-16,-10 3 18 0,-7 4 2 15,-2 3 0-15,7 0-8 16,2 0 7-16,8 0 1 16,7 7-1-16,4-1-1 15,3-2-88-15,4-4-174 16,14 0-75-16</inkml:trace>
  <inkml:trace contextRef="#ctx0" brushRef="#br0" timeOffset="477872.2093">14452 16987 889 0,'0'0'114'0,"0"0"-34"0,0 0 50 15,0 0-83-15,0 0 5 16,0 0-28-16,-25 46-8 16,32-34 3-16,8-5-9 15,5-3-10-15,0-4-5 16,4 0 5-16,-1-8 4 16,1-7-3-16,-5-4-1 15,-4 2-15-15,-5 1 3 16,-6 5 1-16,-4 2 3 15,0 2 16-15,0 6-4 16,0 1 5-16,-5 0-9 0,-6 5 0 16,2 14 5-16,2 3-3 15,5 2 0-15,2 3-2 16,0-1-3-16,17-3-36 16,8-4-74-16,5-12-158 15,0-4-182-15</inkml:trace>
  <inkml:trace contextRef="#ctx0" brushRef="#br0" timeOffset="478066.6967">14986 17115 404 0,'0'0'640'0,"0"0"-608"0,0 0-21 15,0 0-7-15,0 0-2 16,87-43-2-16,-61 38-108 16,-3 3-368-16</inkml:trace>
  <inkml:trace contextRef="#ctx0" brushRef="#br0" timeOffset="478228.2598">15169 17272 941 0,'0'0'85'0,"0"0"-73"0,0 0-12 15,0 0 3-15,103-38-3 16,-67 22-185-16,-1-1-637 16</inkml:trace>
  <inkml:trace contextRef="#ctx0" brushRef="#br0" timeOffset="478593.7078">15995 16912 432 0,'0'0'504'15,"0"0"-458"-15,0 0 97 16,0 0-2-16,0 0-41 16,0 0-24-16,-15-5-54 15,11 7-12-15,1 13 10 16,-4 9 4-16,3 1-14 15,-1 4 2-15,1 2-6 16,2-4-6-16,1-1 0 0,1-6-2 16,0-3-3-16,0-8-50 15,0-4-68-15,12-5-135 16,4-11-278-16</inkml:trace>
  <inkml:trace contextRef="#ctx0" brushRef="#br0" timeOffset="478950.7337">16188 16997 909 0,'0'0'158'0,"0"0"-150"16,0 0 54-16,0 0 59 15,0 0-58-15,0 0-52 0,-22 42-11 16,27-36 8-16,8-6-5 15,6 0-2-15,1 0-1 16,-1-11 0-16,-5-4-25 16,-4 0-2-16,-3 1 1 15,-7 4 11-15,0 0 11 16,-2 3-1-16,-12 2 2 16,-5 0 2-16,-1 5 1 15,1 0 0-15,4 0 0 16,0 11 0-16,6 3 17 15,1 0-15-15,7 1-2 16,1 0-1-16,0-3 0 16,20-4-33-16,6-8-127 0,7 0-226 15</inkml:trace>
  <inkml:trace contextRef="#ctx0" brushRef="#br0" timeOffset="479315.7498">16476 16990 1056 0,'0'0'140'15,"0"0"-29"-15,0 0-11 16,0 0-51-16,0 0-48 16,0 0-2-16,-3 2-5 0,23 7 0 15,1-4 12-15,4-4-12 16,-1-1 3-16,-3 0-3 15,-6 0-4-15,-4-10-3 16,-6 0-9-16,-2-4 19 16,-3 5-2-16,0-1 10 15,-15 2 1-15,-7 1 0 16,-7 2-3-16,-1 5 8 16,2 0 3-16,3 0 4 15,4 7-1-15,8 0-11 16,8 3-4-16,5-1-2 15,0 1 0-15,9 0-5 16,16-3-26-16,10-2-63 16,5-5-86-16,5 0-262 15</inkml:trace>
  <inkml:trace contextRef="#ctx0" brushRef="#br0" timeOffset="479682.0347">16787 16967 991 0,'0'0'200'0,"0"0"-62"16,0 0-41-16,0 0-29 15,0 0-33-15,0 0-35 16,-51-13 3-16,51 26-3 16,0-2 0-16,0 1-2 15,4 0-2-15,11-3 1 0,8-6 1 16,2-3 0-16,0 0-9 15,-3 0-5-15,-3-12-6 16,-6-3 5-16,-7 1 16 16,-6 2-1-16,0-3-9 15,-2 5 22-15,-15 1-8 16,-9 6-1-16,-2 3 2 16,-2 0 0-16,3 0 16 15,2 7-13-15,4 6-5 16,10-3 0-16,5 3-2 0,6-3-6 15,0-3-49 1,21-4-83-16,11-3-107 0,5 0-365 16</inkml:trace>
  <inkml:trace contextRef="#ctx0" brushRef="#br0" timeOffset="480529.0689">17137 16941 580 0,'0'0'164'0,"0"0"-95"16,0 0 30-16,0 0 49 15,0 0-34-15,0 0-52 16,18-22-5-16,-18 20-2 16,0 2-28-16,0 0 4 15,0 0-31-15,0 10 1 16,0 4 37-16,-2 6-18 16,-4-3-3-16,4 2-9 15,2-10 5-15,0 1-13 16,0-4-3-16,4-4 3 15,9-2 10-15,4 0-7 16,2-5-3-16,-1-8-3 16,-6-3-9-16,-3-1-11 0,-6 5 13 15,-3-1 8-15,0 6-16 16,-1-1 18-16,-11 2 0 16,-5 6-13-16,2 0 6 15,1 0-23-15,-2 7-38 16,0 6-50-16,3 1-150 15,0-5-276-15</inkml:trace>
  <inkml:trace contextRef="#ctx0" brushRef="#br0" timeOffset="508167.4558">17544 16428 210 0,'0'0'25'15,"0"0"-25"-15,0 0 0 16,0 0-2-16,0 0 11 0,0 0-19 16,0 0 13-1,0 0-3-15,0 0 9 0,2 0 10 16,-2 0-9-16,0 0-4 16,0 0 16-16,0 0 2 15,0 0-6-15,0 0-4 16,0 0-6-16,0 0-7 15,0 0-2-15,0 0-39 16,0 0-96-16</inkml:trace>
  <inkml:trace contextRef="#ctx0" brushRef="#br0" timeOffset="508512.715">17544 16428 251 0</inkml:trace>
  <inkml:trace contextRef="#ctx0" brushRef="#br0" timeOffset="509119.1077">17544 16428 251 0,'-27'14'128'0,"27"-14"-68"0,0 0-24 0,0 0-8 0,0 0 22 0,0 0-31 15,0 0-2-15,2 0-17 16,2 0 0-16,4 0 27 16,-1 0-16-16,1 0-7 15,1 0 3-15,-3 0-4 16,2 0 5-16,1 0-2 0,-1 3-5 15,-1 4 7-15,-1-1-7 16,3 1-2-16,-3 0 2 16,-1 2 12-16,-2 1-13 15,-3 2 1-15,0-1-5 16,0-1 14-16,0 1-2 16,0-2 8-16,-6-1 21 15,1 1-18-15,0-6-1 16,0-1 8-16,1 0 11 15,2-2-23-15,0 2-11 16,1-2 16-16,1 0-19 0,0 0 9 16,0 0-4-16,0 0-5 15,0 1-2-15,0 1 2 16,0 1 0 0,0 2-5-16,0 0-1 0,0-3 6 15,0 3 0-15,3 0-1 16,1-2 10-16,0 2-10 15,1-3 3-15,-2 2-2 16,-1 1 0-16,-2-1-2 16,0 2-5-16,0-1 14 15,0 1-6-15,0 0 0 16,-5-1 1-16,-2-1 7 16,4-1-9-16,-2-1 10 15,1-1 5-15,1 1 2 0,0-1-11 16,-1 2 9-16,1-3-11 15,1 1-4-15,-3 3 1 16,3-4-1-16,-3 3 1 16,1 0-1-16,2 1 0 15,-1-1 0-15,2 1-10 16,-2-1-33-16,3 0-29 16,0 0 9-16,0-3-118 15,0 0-58-15</inkml:trace>
  <inkml:trace contextRef="#ctx0" brushRef="#br0" timeOffset="512916.088">11193 16581 370 0,'0'0'172'15,"0"0"-138"-15,0 0-34 16,0 0 24-16,0 0 56 15,0 0-36-15,0 0-42 16,0-13-2-16,0 13-1 16,0 0-45-16,0 0-13 15,-1 0-32-15,-1 0 36 16,1 0 22-16,-2 0 32 16,0 0-35-16,0 0 36 15,1 0 0-15,2 0 24 16,0 2-10-16,0-2 40 0,0 0 13 15,0 0-43-15,0 0-23 16,0 0 12-16,0 0 36 16,0 0-33-16,0 0 15 15,0 3-14-15,0 2 3 16,2-2 25-16,5 3-14 16,2 2-25-16,1-2 11 15,1 5-12-15,0-2 3 16,-1 2-2-16,-4 1 2 15,1 0-8-15,-4 2 0 16,-1-2 8-16,-2 2-4 16,0-3 14-16,0 1 20 0,-6-2-16 15,0-3-13-15,0 0 13 16,3-2-20-16,-1-2-1 16,2-1-1-16,2 0 3 15,0 0-9-15,0-2 9 16,0 1-6-16,0 1-1 15,0-2 0-15,2 2 2 16,2-2 2-16,2 1-4 16,-3 2 1-16,0 2 1 15,0 1 0-15,0 0 2 16,0 2-2-16,-2 2 2 16,-1 0 2-16,0 3-2 15,0 0 0-15,0 2-4 16,0-1-6-16,0 1-17 0,0-1-54 15,0-2-99-15,0-3-275 16</inkml:trace>
  <inkml:trace contextRef="#ctx0" brushRef="#br0" timeOffset="514517.7458">11600 17612 372 0,'0'0'50'0,"0"0"-25"15,0 0 59-15,0 0-61 16,0 0 9-16,0 0-7 16,0-6 7-16,0 6-1 15,0 0-28-15,0 0 24 16,0-2 8-16,0 2-27 16,0 0 0-16,0-2-8 15,0 2 18-15,0-1-3 16,0 1-14-16,0 0-1 15,0 0 4-15,0 0-17 0,0 0 26 16,2 3-13 0,2 10 13-16,-1 4 52 0,0 0-36 15,0 2 7-15,0-2-14 16,0 0-21-16,1-6 8 16,1-2-9-16,-2 0 1 15,-3-5-2-15,0-1 2 16,1-2-2-16,-1-1 2 15,0 0 10-15,0 0 28 16,0-4-23-16,0-9-8 16,-3-2-16-16,-4 0 17 15,1-2-9-15,-3-2 0 16,3 1 0-16,-2 2-2 16,3 3 2-16,0 0-5 15,1 2 5-15,-1 5 0 16,4 0 1-16,-1 4-2 0,2 2 1 15,0-3 0-15,0 3 0 16,-1 0 0-16,1 0-4 16,-2 0-7-16,2 0 5 15,0 9-1-15,0 2-1 16,0 3 8-16,0 3 0 16,0 2-4-16,0-1 4 15,0 3-7-15,8-4-123 16,-2-4-171-16</inkml:trace>
  <inkml:trace contextRef="#ctx0" brushRef="#br0" timeOffset="517453.9224">17493 16465 392 0,'0'0'86'0,"0"0"-40"16,0 0 27-16,0 0-17 15,0 0-45-15,0 0-5 16,0 0-1-16,0-29 0 15,0 26 26-15,0-2-3 16,0 2-18-16,0 0 10 16,0 0 0-16,0-2 2 15,0 0-15-15,0 2 35 16,0 2-23-16,0 0-12 16,0 1-7-16,0 0 0 15,0 0 10-15,2 0-22 16,2 0 10-16,0 0 1 15,-1 0 2-15,-1 4-1 16,3 0 1-16,1 0-1 0,-3 1 0 16,0-1-2-16,0 0 13 15,0 0-22-15,0 1 12 16,0-1-1-16,0 2 0 16,-3 1 0-16,0 0 0 15,0 1 1-15,0 1-1 16,-6 1 13-16,-3-1-3 15,-1-1 27-15,2-2 0 16,4-1 2-16,2-2-24 16,2 2-12-16,0 1-3 15,0 0 3-15,0-1-3 16,7 1 0-16,4 0 0 16,-4 1 1-16,1-4-1 15,-2 1-7-15,0-1 6 0,-3 0 1 16,1 1 1-16,-4-1-1 15,2-1 0-15,-2-1 8 16,0 2-8-16,0 0-2 16,0 0-1-16,0 2-1 15,0 0 3-15,0 2 1 16,0 0 8-16,0 2-6 16,0-3-1-16,0 3-1 15,0-2-2-15,0 1 2 16,0-3 1-16,0-1-1 15,0 1 0-15,0-2-1 0,3 0 1 16,1 0-1-16,2 1 1 16,0 0 0-16,-2-1 0 15,1 3 0 1,-4-6 0-16,-1 3 0 0,0 2-9 16,0-2 9-16,0 0 3 15,0 0 5-15,0 0-8 16,0 0 2-16,-1 1-2 15,-4 0-2-15,1-1 2 16,3 0 9-16,-1 0-9 16,2-1-5-16,0 3-9 15,0-3-72-15,0 0-153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22:52.528"/>
    </inkml:context>
    <inkml:brush xml:id="br0">
      <inkml:brushProperty name="width" value="0.05292" units="cm"/>
      <inkml:brushProperty name="height" value="0.05292" units="cm"/>
      <inkml:brushProperty name="color" value="#FF0000"/>
    </inkml:brush>
  </inkml:definitions>
  <inkml:trace contextRef="#ctx0" brushRef="#br0">13374 17486 400 0,'0'0'50'16,"0"0"-19"-16,0 0 2 15,0 0 7-15,0 0-1 16,0 0 4-16,0 0-16 0,0 0 6 16,-9-7 21-1,9 7-31-15,-2-1 13 0,2 1-11 16,0 0 7-16,0 0-24 15,0 0-2-15,0 0-12 16,0 0 5-16,0 0 1 16,3 0-4-16,8 3 8 15,2 2-8-15,4-1 8 16,-1-1 0-16,4-1-4 16,0 1 0-16,2-3 1 0,1 2 5 15,-1 0-6 1,1-2 9-16,-2 1 0 15,3 1-2-15,-1 2 4 0,0-3-7 16,2 1 3 0,-4 1-5-16,0 2 12 0,0-2-12 15,-3 3 2-15,3-4-3 16,-2 3-1-16,-1-2 2 16,1-1 16-16,2-1-12 15,2-1 26-15,2 0-25 16,2 0 15-16,5 0-12 15,3 0-7-15,-1-2 3 16,5-2-6-16,-5 2-4 16,0-1 4-16,1 1 11 15,-1 2-11-15,1 0 3 0,0-3-3 16,1 1 3 0,0 1 4-16,-2 0-3 0,-1 1 0 15,0-2-1-15,-3 1-1 16,1 1 3-16,-3-4-4 15,-2 4 0-15,-1 0 0 16,-3-3-1-16,-1 3 0 16,0 0 0-16,1 0 0 15,0-2 2-15,-2 2-1 16,1-1 0-16,-4-2 0 16,2 0 7-16,0 0-5 15,-2 1-3-15,3-1-2 16,3 1 2-16,-4-1 3 0,1-1-3 15,-5 4-1-15,-6 0 1 16,1 0 0-16,-2 0 0 16,-1 0-35-16,0 3-58 15,-4 3-48-15,-3-1-161 16</inkml:trace>
  <inkml:trace contextRef="#ctx0" brushRef="#br0" timeOffset="7260.5176">3477 4230 423 0,'0'0'77'0,"0"0"-70"16,0 0 17-16,0 0 12 16,0 0 15-16,0 0-31 15,0 0-2-15,0 0-7 16,0 0-11-16,0 0-1 15,0 0-1-15,0 0-4 16,2 0 6-16,-1 0-1 16,2 0 1-16,0 0 1 15,-1 0 4-15,-2 0-6 16,0 0 2-16,0 0-1 16,0 0 12-16,0 0 44 15,0 0-19-15,0 0 9 0,0 0 12 16,0 0-14-1,-5 0-14-15,-2-3-27 0,-5 0 7 16,6 3 12-16,-3-3-7 16,-2 0-2-16,3 2 5 15,-3 0-17-15,5 1 9 16,-3-1 2-16,3 1-10 16,0 0-1-16,-3 0-1 15,0 0-1-15,-2 2 0 16,0 7 0-16,0-1 1 15,-2 1 0-15,-1 1 0 16,0-1 2-16,-1 0-6 16,-3 0 3-16,-1-1-1 15,-1 0 4-15,5-2 3 0,3 1-5 16,3 0-4-16,2-1 3 16,1 0-2-16,3-1 1 15,0 1 2-15,3 0-7 16,-3 1 7-16,1 1 5 15,1 0-5-15,-1 2-13 16,0 0 13-16,2 0 11 16,0 0-11-16,0-1-1 15,0-1 1-15,0 1-3 16,0 0 3-16,0 1 0 16,0 0-2-16,0 2 2 15,4 0-5-15,0 1 5 0,2 1 3 16,-1 0-3-16,2 3 0 15,1-2 0 1,-2 2 0-16,1-1 0 0,3 2-4 16,-2-2 4-16,1 0 1 15,2 3 1-15,-1-1-2 16,2 1 0-16,3 0 1 16,0 2 0-16,1-1 0 15,1 1 5-15,5-2-3 16,0 1 16-16,1-1-5 15,5 0-8-15,-1-2-3 16,2-5 5-16,0 1-6 16,-2-4-1-16,0-4 5 0,-1-4-6 15,3-1 13-15,2 0-12 16,1 0 10-16,3-6-10 16,3-6 4-16,-2-2-4 15,-5-1 6-15,3 3-4 16,-8-5 0-16,0 0-3 15,-2 1 0-15,-5-2 4 16,-2-1-3-16,1 0-1 16,-3-1-2-16,1-2 2 15,-5 1 5-15,2-2-1 16,-4 2 0-16,-3 4-4 16,3 1 0-16,-2 0-1 15,-2 2 1-15,-4-2 10 16,1 1-7-16,-2-2-3 0,0 0 2 15,0 0-9-15,0 1 14 16,-8 1-7-16,-5-2 3 16,-4 0 14-16,-2-1-15 15,-5-2 1-15,-4 0 17 16,-3-1-9-16,-4 1-9 16,1 0 3-16,3 6 9 15,-4-3 17-15,1-1-13 16,-2 3-6-16,5 0 9 15,-1 2-20-15,4 2 3 16,0 3 0-16,2-2 2 16,0 1 2-16,2 3-8 15,-1 0-4-15,-2 2 4 16,4 0 6-16,-2 4-6 0,1 0-1 16,5 0 0-16,-1 0-9 15,-1 0 10-15,3 11 2 16,-1 0-2-16,0 3-7 15,1 3 0-15,0 1-22 16,4 3 1-16,6 4-43 16,6 1-39-16,2 0-25 15,0-3-103-15,0-7-347 16</inkml:trace>
  <inkml:trace contextRef="#ctx0" brushRef="#br0" timeOffset="9563.5412">19752 12332 427 0,'0'0'13'0,"0"0"14"0,0 0 9 16,0 0 16-16,0 0 25 15,0 0 14-15,0 0-54 16,4-22-10-16,-4 20 38 16,0-1-34-16,0 0 6 15,-4 0-21-15,-5 1-4 16,0 1 18-16,-3 1-19 15,1 0 3-15,0 0 4 16,-2 0 13-16,0 0-23 16,0 0-2-16,1 0-1 15,0 0 4-15,-2 0-8 0,1 1-1 16,0 7 0-16,-5 3 1 16,3 2 2-16,-1-1-2 15,-1 3 2-15,-1 1 1 16,0 0 6-16,-1 1-20 15,4-1 19-15,0 1-9 16,3-2 1-16,2 2-1 16,2 2 0-16,4 1-1 15,1 3 1-15,3 2 0 16,0 1 1-16,0 1-1 16,0 0 0-16,0 0 0 15,0 1 1-15,0-1-2 16,0 3 2-16,1 1-1 0,1 0 0 15,2 0-11 1,1 1 11-16,5-3 1 0,1 4 9 16,1-3-10-16,4 1 0 15,2-2 2-15,0-1-2 16,3-1 0-16,1-4 0 16,3-1-4-16,2-3 5 15,3-5-1-15,0-1 10 16,1-4-9-16,2-5-1 15,1-2 3-15,3-2 1 16,1 0 0-16,-4-3 1 16,-4-9 2-16,-2-1-11 0,-5 0 9 15,-1-4-6-15,-1-3 4 16,0 0-3-16,0-7 5 16,0-1-1-16,-1-3-3 15,-3-3 9-15,2 1-3 16,-7-5-7-16,2 4 8 15,-8-2-7-15,-5 0 3 16,-1 2 6-16,0-3-8 16,-3-4 2-16,-12 0 0 15,2 0 4-15,-8 0-2 16,0 5 12-16,-3 4-11 16,0 1 0-16,1 1-7 15,-3-1 1-15,4 3-2 16,-4 1 1-16,-2 2 0 15,3 4 1-15,-1 4-1 0,0 5-1 16,-3 7-3-16,-2 3 4 16,-3 2-2-16,-1 0 1 15,0 1-3-15,3 9 4 16,2-1-5-16,2 2 4 16,7-2 0-16,4 3-5 15,3 1-52-15,5 1-36 16,0 1-34-16,-2-5-156 15</inkml:trace>
  <inkml:trace contextRef="#ctx0" brushRef="#br0" timeOffset="81120.7315">13108 297 407 0,'0'0'95'0,"0"0"-62"16,0 0-7-16,0 0 28 15,0 0 30-15,0 0-50 16,0 0-11-16,0 0 0 15,0 0-15-15,0 0-8 16,0 0-2-16,0 0 2 16,0 5-1-16,3 4 1 0,6 7 0 15,3 2 0-15,4 9 1 16,3-1-1-16,3 0 2 16,3 1 6-16,2-1-5 15,1-6 4-15,-1-2-3 16,3-2 18-16,3-4-16 15,-1-1 34-15,0-2-28 16,7-2 23-16,1-1-13 16,5-5-6-16,3-1 5 15,5 0-1-15,8-1-9 16,8-12 2-16,7-2-3 16,-1 1-7-16,1-1-2 15,-3-1-1-15,3 1 2 0,3 0 1 16,1 2-2-16,-2 0-1 15,-5 0-8-15,-6 2 8 16,-6 0 7-16,-4 0-7 16,-3 1 0-16,-6 0 1 15,-5 3-1-15,-7 2 0 16,-5 1-1-16,-7 4 2 16,-2 0-2-16,-2 0 1 15,-3 0-3-15,-2 0 2 16,-1 0 1-16,-4 2 0 15,-1-2-2-15,-2 2 2 16,-2 1-2-16,-1-3-29 16,1 2-29-16,-3 1-21 15,-1-2-59-15,-1-1-106 16</inkml:trace>
  <inkml:trace contextRef="#ctx0" brushRef="#br0" timeOffset="84145.3997">13932 1716 576 0,'0'0'19'0,"0"0"-18"16,0 0-1-16,-11-77 14 15,10 51 65-15,1-6-18 16,0-6-5-16,0-5-9 16,3-9 21-16,16-4-53 15,3-4 5-15,11-3-18 0,5 0-2 16,6 5 8-16,7 0-7 15,1 2 0-15,5 7 0 16,0 4-1-16,3 8 2 16,0 3-2-16,-1 6 4 15,-1 4-4-15,-2 4 2 16,-3 4-1-16,-5 3-1 16,0 3-5-16,-4-1 5 15,-3 5 0-15,-6 0-4 16,-2 2 4-16,-5-2 0 15,-1 0 10-15,-2 0-10 16,-7 0 2-16,1-2-2 0,-5 3 0 16,-2 0-1-1,-3 1-7-15,-3 2-4 0,-2-4-38 16,1-2-52 0,-5 2-170-16</inkml:trace>
  <inkml:trace contextRef="#ctx0" brushRef="#br0" timeOffset="99760.3992">12594 199 491 0,'0'0'112'15,"0"0"-65"-15,0 0-31 16,0 0 14-16,0 0-5 16,0 0 6-16,0 0-11 15,-47 90 5-15,46-70-1 16,1 2 12-16,0 2-5 0,0-2-28 15,7-1 7 1,7 5-8-16,7-2 10 0,3-2-10 16,2-2-4-16,4-5-4 15,5-5 6 1,0-8 12-16,1-2-11 0,0 0 3 16,0-15 0-16,-4-2-3 15,-2-5-1-15,-3-1 0 16,-6-2 2-16,-6-1 0 15,-5 6-1-15,-3-4 0 16,-7 5 3-16,0-5 9 16,0-1 35-16,-17 0-8 15,-4 1 31-15,-4 6-33 16,-2 0-17-16,3 2 23 16,-3 2 2-16,0 4-27 0,4 2-10 15,-4 2-9 1,3 6 5-16,4 0-3 0,-2 0-2 15,3 4-1-15,1 12-2 16,-2 6-3-16,1 10 2 16,1 4-24-16,-1 5-52 15,5 5-66-15,3-9 10 16,3-6-188-16</inkml:trace>
  <inkml:trace contextRef="#ctx0" brushRef="#br0" timeOffset="104464.3213">13811 2227 874 0,'0'0'122'0,"0"0"-58"15,0 0-39-15,0 0 9 16,0 0-34-16,0 0-2 16,0 0-8-16,-1 14 10 15,20-6 9-15,3-1-9 16,2-4-5-16,-3-3 5 16,-3 0 10-16,-3 0 5 0,-2-8 24 15,-2-8 18-15,-5-6 3 16,-2-3-41-16,-4-1 1 15,0-3-18-15,0 5 1 16,-3-3-1-16,-6 5-1 16,0 1 0-16,-1 1-1 15,4 2 1-15,4 1-1 16,2-1 0-16,0 2-1 16,0 2-5-16,8 1-3 15,3 6-9-15,1 1 4 16,3 4-10-16,-1 2 1 15,4 0 16-15,-2 0 4 0,3 14-4 16,-1 6 6 0,0 4-1-16,0 2 2 0,-4 1 0 15,-1 0 0-15,-1-5-1 16,-1-3 1-16,0-7 1 16,0-2 2-16,-1-6-3 15,2-1 0-15,3-3 5 16,6 0-5-16,6-14 0 15,6-10-1-15,1-8-89 16,-3-2-200-16</inkml:trace>
  <inkml:trace contextRef="#ctx0" brushRef="#br0" timeOffset="121750.5973">19692 12959 328 0,'0'0'50'0,"0"0"54"16,0 0-80-16,0 0-10 15,0 0 32-15,0 0-37 16,0 0 37-16,-9-23-37 16,8 21 62-16,-1 1-36 15,1-1 10-15,-1 2 12 16,1-1-39-16,1 1-5 16,0-2-8-16,0 2 1 15,0 0-5-15,0 0-1 0,0-1 10 16,0 1-9-16,0 0-1 15,0 0 0-15,0 0 1 16,0 0-1-16,0 0 0 16,0 0 0-16,0 0-1 15,0 0 0-15,0 0 0 16,0 0 1-16,0 0-1 16,0 0-6-16,0 0 7 15,-2 0 0-15,2 0-3 16,0 0-3-16,0 0 6 15,-1 0 1-15,1 0 4 16,0 0-5-16,0 0-6 16,0 0 5-16,0 0 1 0,0 0 0 15,0 0 0-15,0 0 7 16,0 0-6-16,0-2-1 16,0 2 2-16,0 0 0 15,0 0 0-15,0 0-2 16,9 0 0-16,3 0 10 15,2 0-7-15,2 0 5 16,-2 0-2-16,0 0-4 16,2 0 10-16,1 0-12 15,-1 0 0-15,-1 0 2 16,1 0-1-16,-2 0 4 16,-2 0-5-16,0-3 1 15,-5 3 0-15,-1-2-1 16,-1 0 0-16,-3 2 0 0,1 0 2 15,-1 0-2-15,1 0 0 16,0-1-2-16,-1 1 1 16,-2-1-54-16,1 1-22 15,-1 0-53-15,0-2-68 16</inkml:trace>
  <inkml:trace contextRef="#ctx0" brushRef="#br0" timeOffset="123393.0566">19725 12668 219 0,'0'0'208'16,"0"0"-173"-16,0 0-9 15,0 0 6-15,0 0 11 16,0 0-17-16,0-8 8 0,0 8 37 16,0 0-40-1,0 0-11-15,0 0-11 0,0 0 4 16,0 0-1-16,0 0-12 15,0 0 10-15,0 0 2 16,0 0 9-16,0 0-16 16,0 0 3-16,0 0 1 15,0 0-5-15,0 0-4 16,0 0 0-16,0 0 0 16,0 0-1-16,0 0 1 15,0 0-1-15,2 0 2 16,-2 0-1-16,4 0 4 15,0 3-4-15,-1-2 1 16,0 1 4-16,-1 0-2 16,1 1-2-16,0-3-1 0,0 3 9 15,1-3-7-15,2 3 10 16,0 0 3-16,0 0-7 16,2-1 1-16,-1 3-4 15,0-2 0-15,-1 1-4 16,0-1 1-16,1-1-2 15,-1 0 0-15,-1-1 1 16,0 1-1-16,-1 0 6 16,1-2-5-16,-1 3-1 15,2-3 0-15,0 0 3 16,-4 0-3-16,4 2 9 16,-3-1-7-16,0-1 0 15,0 1-2-15,0-1 1 0,-1 2 1 16,2-2-2-16,-3 0 8 15,2 0-8-15,-3 0 0 16,0 1 2-16,1-1 6 16,2 2-8-16,0-2 3 15,0 1 5-15,-1-1-6 16,1 2 0-16,0-2 2 16,1 2-2-16,0-2 0 15,0 0 8-15,-3 0-9 16,1 0 3-16,-2 0 5 15,1 0-8-15,-1 0-1 16,0 0 9-16,0 0-9 16,0 0 2-16,0 0-2 15,0 0 0-15,0 0-3 0,0 0 3 16,0 0-109-16,0-2-239 16</inkml:trace>
  <inkml:trace contextRef="#ctx0" brushRef="#br0" timeOffset="125058.6589">19655 12958 228 0,'0'0'33'0,"0"0"66"16,0 0-26-16,0 0 60 15,0 0-65-15,0 0-66 16,-3-22-2-16,3 17 53 15,0 2-13-15,0 0-21 16,0 0-13-16,0 3 8 16,0 0 2-16,0 0 4 0,0 0-18 15,0 0 0-15,0 0 1 16,0 0-3-16,0 0 0 16,0 0-5-16,0 0 10 15,1 0-5-15,5 0 1 16,-1 0-1-16,1 0 1 15,3 3-1-15,-3-3 11 16,0 2 3-16,0-2-2 16,1 1 27-16,-3-1-2 15,1 0-22-15,-1 0 18 16,0 0-14-16,2 0-9 16,2 0 16-16,1 0-16 0,0 2-2 15,0-2-4 1,3 1 2-16,-3 1-3 0,0-1-3 15,0 1 2-15,-3 1 0 16,0-3-2-16,0 0 0 16,0 2 0-16,0-1 4 15,1 1-4-15,2-1-1 16,2 1 1-16,-1-2 0 16,0 0 2-16,-1 0-2 15,0 0 1-15,-2 0 1 16,0 0 4-16,-1 0-12 15,-2 0 5-15,1 0-1 16,1 1 4-16,-2 1-3 16,1-2 2-16,-1 0 0 15,1 0-1-15,-1 0 6 0,1 0-11 16,-1 0 10-16,1 0-4 16,-2 0-1-16,0 0-1 15,1 0 1-15,-3 0 1 16,2 0 0-16,0 0 0 15,-1 0-2-15,-2 0 2 16,1 0-2-16,-1 0 1 16,0 0 0-16,0 0-1 15,0 0 2-15,2 0-1 16,-2 0 3-16,0 0-3 16,0 0-5-16,0 0 3 0,3 0-36 15,0 0-94-15,-3-3-47 16,0-3-478-16</inkml:trace>
  <inkml:trace contextRef="#ctx0" brushRef="#br0" timeOffset="148964.79">11893 3993 1053 0,'0'0'30'16,"0"0"15"-16,0 0 10 0,0 0-34 15,-103-6 14 1,67 20 22-16,-3 6-21 0,3 7-9 16,3 6-22-16,5 3 17 15,9 1-14-15,4-2-7 16,10-3 4-16,5-6-5 16,3-5 8-16,20-4-16 15,8-6 17-15,12-2-10 16,6-5 1-16,4-2 0 15,-5 0-8-15,-11 1 16 16,-4 4-17-16,-15 3 15 16,-8 3-8-16,-10 5 2 15,0 6 0-15,-20 5 2 16,-11 5 0-16,-7-1 2 16,-1-3 5-16,6-8 11 0,11-5-9 15,6-8-8-15,10-4-2 16,3-5 5-16,3 0-6 15,0-10-96-15,22-13-243 16,10-7-329-16</inkml:trace>
  <inkml:trace contextRef="#ctx0" brushRef="#br0" timeOffset="151256.6919">12115 4356 967 0,'0'0'104'0,"0"0"-33"16,0 0 20 0,-103 21-15-16,78-4-17 0,4 3-1 15,4 0-25-15,11 2-22 16,5 0-3-16,1-4-5 16,1-5 3-16,18-2-2 15,4-8-4-15,7-3 0 16,1-2 8-16,-1-16-7 15,-3-4 6-15,-8 2-6 16,-10 0-1-16,-7 0 0 16,-2 2-7-16,-5 3 5 15,-14 0-1-15,-5 6 2 16,2 5 0-16,2 4-1 16,7 0 1-16,4 0 0 15,5 8 0-15,4 5 0 0,0-2-1 16,0 4 1-16,17-5-5 15,6 1 6-15,5-5-3 16,3-6-2-16,4 0 2 16,-1 0 3-16,-1-10-10 15,-3-6-1-15,-7-4 2 16,-4-4 8-16,-6-2 1 16,-9-1 0-16,-3-2 1 15,-1-1 0-15,0-1 10 16,-11 1-11-16,-9 2 0 15,-2 2 1-15,0 6-1 16,2 3 2-16,4 5 2 0,5 6-4 16,7 3 0-16,0 2-1 15,3 1 1-15,1 0-5 16,0 0 5-16,1 0-10 16,13 4 7-16,10 5 2 15,8-2-3-15,2-2-2 16,5-2 6-16,1-2-1 15,-2 1-11-15,2-2-13 16,-3 1-14-16,-3-1 23 16,-4 2 14-16,-11-1-15 15,-2 3 17-15,-10-3 5 16,-7 5-5-16,0 4-7 16,0 2 3-16,-4 2 7 15,-12 6-3-15,0 2 20 0,2 0 8 16,6-4 11-16,5-2-31 15,3-2 6-15,0-2-12 16,7-4 7-16,13-4-7 16,10-4 1-16,1 0 1 15,3-5-4-15,2-9-1 16,-7 0-7-16,-6 1-14 16,-9 6-16-16,-7 2 33 15,-5 5 0-15,-2 0-13 16,0 3 18-16,0 11 7 15,-9 1-7-15,1 3 1 16,4-3 14-16,2-2 5 16,2-1-14-16,0-5-1 0,2-3-2 15,8-4 0-15,6 0-3 16,3 0 5-16,-1-16 1 16,-1-1-6-16,-5-1-4 15,-4 0-15-15,-5 0 9 16,-3 0-13-16,0 1 1 15,-8 5 4-15,-8 2-15 16,-3 6 32-16,1 4-5 16,4 0 6-16,3 1-9 15,4 9 6-15,3 1 2 16,4 2 2-16,0-1 11 0,4-1 9 16,11-5-15-1,5-3-1-15,1-3-5 0,5 0 8 16,-2-1-12-16,0-12 15 15,-1-4-21-15,-3-3 22 16,0-5-11-16,-4-4-1 16,-1-6 3-16,-2-1 19 15,5-4 21-15,-3-4-1 16,0 2-10-16,-6 3-8 16,-6 5-15-16,-3 7 1 15,0 6 1-15,0 8 2 16,0 8-8-16,0 2 4 15,0 3-9-15,0 0-1 16,0 16-6-16,0 9 7 0,0 7 0 16,0 5 0-16,0 2-1 15,0 1 1-15,0-1 0 16,0-6 0-16,9-3 0 16,3-8 0-16,2-6 0 15,2-6 0-15,3-9-4 16,4-1 2-16,2 0 2 15,0-13-2-15,-4-2-7 16,0-2-4-16,-6 0 6 16,-6 3 6-16,-1 4 0 15,-5 4 1-15,-3 3 0 16,0 1 0-16,0 2 0 16,0 0-6-16,0 8 4 15,-13 14 2-15,3 3 0 16,0 1-6-16,7-1 6 0,3-1 0 15,0-4 2-15,0-6-2 16,3-5-4-16,8-4 4 16,1-2 0-16,2-3 6 15,2 0-4-15,-2-14-2 16,1-5 0-16,-6-3-1 16,-6 2 0-16,-3 0-7 15,0 0 1-15,0 2 5 16,-5 1-1-16,-5 4 1 15,-2 3 1-15,4 4 1 0,3 6 4 16,3 0-4 0,0 0-8-16,1 0 8 0,1 3-8 15,0 5 5-15,0 0 0 16,3-1 2-16,9-4-6 16,3 1 4-16,0-4 1 15,5 0 2-15,0 0-2 16,-1-4-18-16,2-5 4 15,-3 0-7-15,-5 1 18 16,0 0-11-16,-3 4 7 16,-3 1 7-16,-2 3-5 15,-2 0 7-15,-2 0-3 16,0 0 3-16,3 5 0 0,1 7 5 16,0 0 10-1,1 0-15-15,0-2 26 0,3-2-9 16,0-1-5-16,3-3-6 15,3-4 3-15,0 0-7 16,2-5 6-16,-1-9-5 16,0-2-2-16,-6-1-2 15,-2-1-9-15,0-1 2 16,-6 5 0-16,0 3 6 16,-2 4-7-16,0 6 9 15,0 1 0-15,0 0 0 16,-5 4 0-16,-2 11 4 15,2 2 0-15,4 2 15 16,1-4-2-16,0-1-15 0,0-2 5 16,0-4-6-16,9-4 1 15,4-4-1-15,2 0-2 16,2 0 2-16,-1-12-1 16,0-3 0-16,-3 1 0 15,2-1-1-15,-2 3 1 16,-2 5-5-16,-3 2 4 15,-5 5 1-15,-3 0 0 16,0 14 4-16,0 13-1 16,-1 7-1-16,-13 5-1 15,-2 1 7-15,-2-4-2 16,1-5-3-16,3-3-2 16,3-8 3-16,4-6 3 0,2-7-5 15,3-4 1 1,2-3-2-16,0-3 17 0,5-17-3 15,15-6-15-15,3-8-1 16,6 0-1-16,-1 3-27 16,-4 6-13-16,-6 8-64 15,-3 8-35-15,-11 4-117 16,-4 5-109-16</inkml:trace>
  <inkml:trace contextRef="#ctx0" brushRef="#br0" timeOffset="151560.8927">12406 4705 777 0,'0'0'100'0,"0"0"-66"16,0 0-15-16,0 0 46 15,0 0 77-15,0 0-54 16,-15 27 15-16,67-43-13 16,29-12-54-16,19-9-23 15,19-7-4-15,16-3-9 16,12-2 0-16,5 1 0 16,3 2 0-16,-9 7-7 15,-3 7-6-15,-4 5-93 0,-20 0-254 16</inkml:trace>
  <inkml:trace contextRef="#ctx0" brushRef="#br0" timeOffset="809418.0827">3571 12550 226 0,'0'0'136'15,"0"0"-29"-15,0 0-24 16,0 0-6-16,0 0 31 15,0 0-54-15,0 0-8 16,0 0 9-16,0-3-12 16,0 3 16-16,0 0-6 15,-3 0-25-15,3 0-19 16,-1 0-9-16,-2 0-8 0,3 0-58 16,0 1-48-16,-2 8-33 15,2-2-106-15</inkml:trace>
  <inkml:trace contextRef="#ctx0" brushRef="#br0" timeOffset="809816.5146">3571 12550 560 0,'57'-5'146'16,"-63"0"-96"-16,-2 2 37 0,3-1-38 15,-3 1 2-15,5 2 66 16,-1 1-75-16,-1 0-14 16,-4 0-20-16,-3 0-8 15,-4 11-1-15,2 8 1 16,-3 3 8-16,0 6-4 16,4 3 5-16,2 0-2 15,4-5 10-15,4-5-2 16,3-4-10-16,0-3-3 15,3-3 1-15,12-2-1 16,7-3 8-16,9-2-1 16,4-3 10-16,3-1-1 15,-2 0-5-15,3 0-6 0,0-1-7 16,-5-6-3 0,3 1 3-16,-7 0 0 0,-6 1-35 15,-6 2-56-15,-12 0-85 16,-6 0 1-16,0 3-127 15</inkml:trace>
  <inkml:trace contextRef="#ctx0" brushRef="#br0" timeOffset="810313.3653">3689 12682 561 0,'0'0'148'15,"0"0"-96"-15,0 0-33 0,0 0 35 16,0 0-5-16,0 0-32 15,12-3-14-15,18 4 9 16,14 3 15-16,10-1-23 16,2 0 7-16,10-3-11 15,-3 0-4-15,1 0 4 16,2 0 0-16,1 0 0 16,-1 0 0-16,8 0 0 15,1-6 1-15,5-4 9 16,5-1 9-16,3 4-16 15,-2 0 3-15,0 3-6 16,2 2 1-16,-2 1-1 16,-1 1 0-16,-5 0-3 15,-3 0 3-15,-7 0 0 16,-4 0-5-16,-5 0 4 0,-3-5 1 16,-3 0 0-16,-6-1 2 15,-7 0-2-15,-4 1 0 16,-7-1 0-16,-6 4 0 15,-5 0 0-15,-9 1 0 16,-3 0 0-16,-7 1 0 16,-1 0 0-16,0 0 0 15,0 0 5-15,0 0 2 16,0-2-1-16,-10-1-6 16,-5 3-32-16,-1-2-10 15,1 2-31-15,0 0-73 16,3-3-264-16</inkml:trace>
  <inkml:trace contextRef="#ctx0" brushRef="#br0" timeOffset="810647.4746">5615 12439 763 0,'0'0'20'0,"0"0"-10"15,0 0-18-15,0 0 14 0,0 0-6 16,89 22 13-16,-65-8-4 16,1 5 14-16,-7 2-12 15,-1 1 8 1,-4 5 9-16,-6-3-6 0,-4 6-11 15,-3 1 18-15,0-1-5 16,-10-2 28-16,-11-4 3 16,-1-2-39-16,-4-3-13 15,5 0-3-15,1-3-2 16,0-5-128-16,5-4-81 16</inkml:trace>
  <inkml:trace contextRef="#ctx0" brushRef="#br0" timeOffset="811819.2824">4114 12818 499 0,'0'0'152'0,"0"0"-65"16,0 0-24-16,0 0 37 15,0 0-35-15,0 0 13 16,0-7-26-16,0 7-26 16,0 3-11-16,0 13-7 15,-6 9 13-15,0 0 11 16,0 0-21-16,3 3-3 16,2-3-8-16,1 0 0 15,0-1-3-15,0-2-1 16,0-1-124-16,10-10-108 0,-1-4-367 15</inkml:trace>
  <inkml:trace contextRef="#ctx0" brushRef="#br0" timeOffset="812231.1397">4611 12839 650 0,'0'0'248'16,"0"0"-189"-16,0 0 23 16,0 0 13-16,0 0-31 15,0 0-41-15,-9 6-20 0,5 11 6 16,2 5-4-1,-1 2-5-15,3 4-1 0,0 2 0 16,0 1-14-16,1-2-174 16,10-7-228-16</inkml:trace>
  <inkml:trace contextRef="#ctx0" brushRef="#br0" timeOffset="812764.2285">5250 12886 750 0,'0'0'66'15,"0"0"-38"-15,0 0-16 16,0 0 33-16,0 0-34 15,0 0 5-15,-4 48 1 16,4-21-5-16,9-1-9 16,0 1 1-16,5 0-4 15,-1-1-2-15,5-3-2 0,0-4-61 16,-2-7-262-16</inkml:trace>
  <inkml:trace contextRef="#ctx0" brushRef="#br0" timeOffset="813134.2414">5793 12837 850 0,'0'0'86'16,"0"0"-21"-16,0 0-2 15,0 0-6-15,0 0-42 16,0 0 2-16,-20 54-6 15,20-25 1-15,0 1-5 16,0 0-4-16,6-1 3 16,3-1-6-16,1-2-1 15,5 0-5-15,3-11-195 16,-6-4-221-16</inkml:trace>
  <inkml:trace contextRef="#ctx0" brushRef="#br0" timeOffset="813506.2416">6469 12712 712 0,'0'0'190'16,"0"0"-138"-16,0 0-33 16,0 0 40-16,0 0-7 15,0 0-39-15,-10 36 25 16,10-7-2-16,0 2 4 15,3 2-18-15,7 1-2 16,-1-1-19-16,2 3 1 16,2-4-3-16,1 1 3 15,5-6-4-15,3-8-127 0,-1-7-203 16</inkml:trace>
  <inkml:trace contextRef="#ctx0" brushRef="#br0" timeOffset="813822.5664">7173 12766 696 0,'0'0'31'0,"0"0"-19"16,0 0 45-16,0 0 38 15,24 89-48-15,-18-63-7 16,2 6-8-16,-1 0-4 16,3 3-21-16,1-1-4 15,1-2-3-15,6-2 0 16,2-2-39-16,3-11-148 15,2-6-450-15</inkml:trace>
  <inkml:trace contextRef="#ctx0" brushRef="#br0" timeOffset="814143.425">8191 12850 736 0,'0'0'126'0,"0"0"-126"15,0 0 0-15,0 0 9 16,0 0 99-16,0 0 1 0,14 48-39 15,-12-24-39-15,-1 5-3 16,2 0-8-16,-2 5-12 16,3-2-7-16,2 3 4 15,3-3-10-15,4-3-32 16,3-9-219-16,3-13-150 16</inkml:trace>
  <inkml:trace contextRef="#ctx0" brushRef="#br0" timeOffset="814361.0713">8717 12958 680 0,'0'0'51'0,"0"0"-50"15,0 0-1-15,-3 79 7 16,-1-51-7-16,-4 3 0 16,-1 1-6-16,-12-3-96 15</inkml:trace>
  <inkml:trace contextRef="#ctx0" brushRef="#br0" timeOffset="815982.5284">4202 12262 387 0,'0'0'89'16,"0"0"-69"-16,0 0 19 16,0 0 15-16,0 0-23 15,0 0-19-15,31-56-6 16,-25 51-6-16,-1 2 0 15,-2 3 0-15,0 0 0 0,-3 0 0 16,4 0-1-16,-4 6-71 16,0 1-230-16</inkml:trace>
  <inkml:trace contextRef="#ctx0" brushRef="#br0" timeOffset="817700.2153">4141 11665 747 0,'0'0'55'15,"0"0"-7"-15,0 0-41 16,0 0 2-16,0 0 21 16,0 0 1-16,-63 62-26 15,63-46-1-15,0-5-2 16,0-1-4-16,11-3-7 16,0-3 9-16,5-4 6 15,0 0-1-15,-2 0-5 0,2-7 0 16,-7-7-2-1,-6-3-2-15,-3-2 3 0,0-1 1 16,-3-2 0-16,-15 1 1 16,4 1-1-16,-2 0 4 15,1-3-8-15,0 0 3 16,3 0 1-16,3-2 0 16,2 4 5-16,7 4-3 15,0 2 3-15,0 5-5 16,0 2 0-16,15 2 0 15,-2 4 0-15,2-1-1 16,0 3 0-16,-1 3-2 16,-1 13 3-16,0 6-1 15,-5 5 0-15,-5 2 1 16,-3-3 0-16,0 1 1 0,0-6-1 16,-2-2 0-16,-1-6-1 15,3-3 1-15,0-2-4 16,5-6-18-16,14-2-112 15,1 0-168-15</inkml:trace>
  <inkml:trace contextRef="#ctx0" brushRef="#br0" timeOffset="818084.1757">4448 11580 649 0,'0'0'118'0,"0"0"-71"0,0 0 21 16,0 0-28-16,0 0 6 15,-83 2-4-15,77 9-20 16,3 2-22-16,3-1 0 16,0 2-2-16,0-4 1 15,13-5 1-15,8-1 2 16,1-4-2-16,-2 0-2 15,1 0 0-15,-7 0-28 16,-6-9 2-16,-2-3-5 16,-6 0 23-16,0-1-13 15,0 0 22-15,-11 0-4 0,-6 2 1 16,0 1 4 0,2 3-2-16,5 3 2 0,4 3 0 15,0 1 0-15,4 0-12 16,2 1-31-16,0 9-45 15,0 0-75-15,14-1-162 16</inkml:trace>
  <inkml:trace contextRef="#ctx0" brushRef="#br0" timeOffset="819048.474">4071 11471 505 0,'0'0'112'16,"0"0"-98"-16,0 0 10 15,0 0 60-15,59-77-40 16,-53 72-34-16,-3 1-8 15,-1 2 19-15,-2 2 13 16,0 0 13-16,0 0-4 16,-2 0-19-16,-14 0-4 15,-4 14-12-15,-5 6 2 0,3 2-8 16,2 4 13-16,7 2-14 16,4 2 7-16,2 2-5 15,7-5 12-15,0-3-13 16,0-5-2-16,7-4 0 15,11-5 5-15,1-5-3 16,5-5-2-16,1 0 2 16,1-7-2-16,1-8 8 15,-2-3-8-15,-4-5-4 16,-4 0-11-16,-3 1 10 16,-7 1-6-16,-3 4 11 15,-4 2-2-15,0 4 2 16,0 6 2-16,0 2-2 15,0 3 10-15,-6 0-10 0,0 14-11 16,0 11 11-16,-1 4-1 16,7 1 0-16,0 1 1 15,0-3 0-15,0-1 0 16,8-5 0-16,3-2 0 16,-2-3 0-16,9-3-14 15,-5-7-142-15,2-7-239 16</inkml:trace>
  <inkml:trace contextRef="#ctx0" brushRef="#br0" timeOffset="825101.9362">19826 12637 369 0,'0'0'73'0,"0"0"-33"15,0 0 32-15,0 0-50 16,0 0-3-16,0 0 14 15,0 0 48-15,-7-11-40 16,5 11-13-16,0-1-13 16,0 1 30-16,1 0-27 15,1 0-8-15,-5 0-5 0,0 0 6 16,-1 0-11-16,-3 0 0 16,2 0 0-16,0 0 0 15,1 0 1-15,-2 0 0 16,1 0-1-16,1 0 0 15,1 0 0-15,-1 0 0 16,2 0 0-16,3 2 2 16,-2 0-4-16,3-2 4 15,-2 1-4-15,1-1 2 16,1 0 0-16,0 0-1 16,0 0 1-16,0 0 0 15,0 0 7-15,0 4-1 0,3-4 13 16,14 3 23-1,6-3-14-15,1 0 6 0,2 0-8 16,0 0-5-16,-1 0-3 16,0 0-3-16,-5 0-3 15,-2 0-5-15,-6 0 0 16,-2 0-2-16,-5 0-4 16,2 0 3-16,-1 0-4 15,1 0 0-15,-1 0-4 16,-1 0 3-16,-1 0 1 15,-2 0-1-15,1 2-103 16,-3 2-18-16,0 0-12 16,0-2-205-16</inkml:trace>
  <inkml:trace contextRef="#ctx0" brushRef="#br0" timeOffset="826451.0695">19719 12966 216 0,'0'0'175'15,"0"0"-93"-15,0 0-47 16,0 0 11-16,0 0-39 16,0 0 5-16,0-22 9 15,0 19 9-15,0 1 45 16,0 2-63-16,-2-2-12 16,1 2 8-16,-2-1 0 0,-2 1-8 15,1 0 0 1,0 0 3-16,1 0-1 0,1 0-2 15,2 0 1-15,-1 0 5 16,1 0 7-16,0 0 2 16,0 0-2-16,0 0 9 15,0 0 1-15,0 0-2 16,0 0-13-16,0 0-2 16,0 0-5-16,0 0-1 15,0 0-1-15,0 0 0 16,0 0 1-16,0 0-2 15,0 0 2-15,0 0 0 16,0 0 0-16,7 0 0 16,6 0 26-16,3 0-6 0,1 0 1 15,1 0-12-15,-1 0 7 16,-1 0 1 0,2 0-3-16,0 0 1 0,-2 0 10 15,1 0-2-15,-4-5 7 16,0-1 1-16,0-1-1 15,-3 2-2-15,-3-3-7 16,1 3-6-16,-2-1 2 16,-2 3-10-16,2 0-4 15,-4 1-3-15,2 0 0 16,-4 1-1-16,2 1 1 16,1 0-8-16,-3 0 1 15,6 0-14-15,-3 0-50 0,-2 0-57 16,2 0 22-1,-3 0-98-15,0 0-407 0</inkml:trace>
  <inkml:trace contextRef="#ctx0" brushRef="#br0" timeOffset="834580.0855">7239 11469 395 0,'0'0'139'0,"0"0"-28"0,0 0-57 15,0 0-3-15,0 0-20 16,0 0 47-16,0 0-24 16,-8-59-14-16,1 57 2 15,0 1-36-15,-4 1-5 16,-4 0 0-16,-3 7-1 15,-4 10-1-15,-8 7 1 16,-4 7-5-16,-7 3 5 16,-5 4 0-16,1 2-2 15,-3 2 2-15,4 2-4 16,2-1 2-16,11 1-1 16,10-5 6-16,12-2-5 0,9 0 2 15,0 0 0-15,19-3-7 16,8 1 11-16,8-3-4 15,1 2 0-15,7-2-3 16,4 1 2-16,4 0 2 16,0 0 2-16,6 3-2 15,2-2 0-15,4 2-1 16,10-3 1-16,2-3-3 16,11-3-1-16,12-5 3 15,10-5 5-15,8-5-3 16,8 1-4-16,3 0 2 15,0 2-1-15,1 2 1 16,-5 5 0-16,-4 6 0 16,-7 3-1-16,4 3-2 0,-4 2-19 15,6-2 12-15,4-2-42 16,2-3-1-16,7-5 4 16,-1-2-28-16,-4-3-33 15,-2-4-5-15,-2-3 28 16,5 0 87-16,3 1 79 15,4-1-47-15,11 2 101 16,9-1-15-16,8 1-96 16,10 3-1-16,-1 2-7 15,2-5-14-15,5-3 1 16,7-5 0-16,14-3 21 16,7-1-3-16,-1-2-7 15,-2 0 0-15,-6 0-11 0,-4 0 3 16,0 0-3-1,-1 3 5-15,-4 1-4 0,-10 1 2 16,-5 0-3-16,-5 2 0 16,-5-2-1-16,4 0-1 15,-1 0 1-15,2-1 1 16,-5-1 2-16,-7 4-3 16,-8-1-1-16,-8-2-2 15,-9 6 3-15,-5-4 3 16,-5 3-3-16,-5 1 0 0,-1 1 0 15,-5 1 0 1,-3 3 0-16,-6 1 0 0,-2 0 1 16,-7 0-1-16,-1-1 2 15,-1 2 2-15,-6-5-4 16,-2 2 0-16,-5-2-10 16,-1 1 10-16,2-2 0 15,1 2 1-15,3-1 1 16,0-1-2-16,3 0-2 15,2 0 2-15,-1-1 3 16,0-2-3-16,3 1 0 16,0-2 0-16,4 1 1 15,2 0-1-15,0-2 0 16,3 3-5-16,3-1 5 16,3 0 1-16,5-1 1 0,1 0-2 15,3 0 0-15,0-2 0 16,3 0-4-16,1-3 10 15,2 1-6-15,5-3 0 16,4 0-1-16,5 0-2 16,4 0 0-16,3 0 6 15,-1-3-1-15,-3-5-2 16,-1 0-8-16,-9-4 8 16,-6-1 9-16,-3-1-9 15,-8 1-4-15,-2-3 4 16,-2-2 1-16,-7-3-1 15,-4-6 0-15,-10 1 0 16,-7-7 0-16,-11-1-1 16,-11-6 4-16,-12-1-2 0,-10-6 0 15,-6-3 3-15,-13-5-4 16,-7-6 0-16,-7-2 1 16,0-7-1-16,-11-3-4 15,-16-7-7-15,-6-2 11 16,-8 1 0-16,-13 5 0 15,-11 5 0-15,-12 2 0 16,-14 1 0-16,-10 5-1 16,-7 0 1-16,-7-1 0 15,-2 2 0-15,-11-2 5 16,-8 0-5-16,-6-1-3 16,-12-2 3-16,-4 1-3 15,-9-5 9-15,-4 2-6 0,1-1 0 16,-6 3 2-1,3 8-2-15,-6 3-6 0,-5 3 6 16,-1 3 3-16,-1 2-3 16,-1 4-4-16,4 1-2 15,1 2 6-15,-3 3-4 16,-5 4 2-16,-2 0 1 16,1 3 1-16,-1 1-1 15,1 4 1-15,2 2 1 16,-4 4-1-16,-1 0 4 0,0 3-4 15,5 3 1 1,2 1-1-16,7 2 7 0,3 1 1 16,2 1-8-16,5 2 2 15,0-1-2-15,7 2 2 16,5 0-2-16,6-1 4 16,9 0-4-16,-1-3-4 15,5 3 0-15,4-3 4 16,-3 3 7-16,8-1-7 15,4 1-5-15,5 0 5 16,2 0 0-16,3 1 1 16,1 3 1-16,6 0-3 15,0 0 2-15,3 3 2 16,-1 0-3-16,1 0 0 16,0 0 0-16,1 0-4 0,3 0 4 15,2 0 0-15,-2 0-2 16,1 0 2-16,0 6 1 15,1 0-1-15,-2 1 6 16,2 3-12-16,-1-2 9 16,-3 1-5-16,4-4 4 15,-2 2-4-15,8-4 2 16,3 1 0-16,1 1 0 16,6-1 4-16,1 0-4 15,2-1 0-15,4 1-6 16,4 3 13-16,0 3-7 15,0 3 0-15,-4 3 0 16,-1 1 0-16,1 0 0 16,2 0-1-16,-1 0 1 0,3 0-1 15,0 0 2-15,4-1-7 16,3 1 8-16,2 0-2 16,0 0 0-16,3 0 5 15,-4-2-6-15,3-1 1 16,4 1-6-16,3-3 4 15,1 0 4-15,2 0-6 16,-3-1 12-16,2 0-16 16,0-2 16-16,1-1-6 15,4 1-1-15,6-1-2 16,3-2 4-16,2 0-6 16,5-1 2-16,-2 3 1 15,0-1-3-15,0 2 3 0,-2 0-1 16,0 2 1-1,-1-4 0-15,-4 3 1 0,6-1 8 16,-1-2-9-16,2 2-1 16,-1-1-4-16,-2 0 10 15,0 1-10-15,0-1 9 16,-2 2-4-16,-4 0 0 16,2 0 0-16,2 0 0 15,1 0 0-15,8 0 0 16,0-3 1-16,6-1-1 0,5 2 0 15,4-3 0 1,2 2 0-16,2 1 0 0,2 3 0 16,-1 1-1-16,0 3 1 15,3 2 0-15,-3 0-2 16,1 3 2-16,1 2 0 16,1 0 0-16,0 1 0 15,-1-3 2-15,-1 2-4 16,0-2-9-16,0 0-63 15,0-4-15-15,-4-2-165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26:54.095"/>
    </inkml:context>
    <inkml:brush xml:id="br0">
      <inkml:brushProperty name="width" value="0.05292" units="cm"/>
      <inkml:brushProperty name="height" value="0.05292" units="cm"/>
      <inkml:brushProperty name="color" value="#FF0000"/>
    </inkml:brush>
  </inkml:definitions>
  <inkml:trace contextRef="#ctx0" brushRef="#br0">6128 6866 577 0,'0'0'44'16,"0"0"-34"-16,0 0 43 16,0 0-5-16,0 0-8 15,0 0-25-15,0 0-15 16,3-3-1-16,1 3 1 15,2 0 2-15,2 0 4 0,-1 0-4 16,2 0 7-16,1 9 24 16,1 5-29-16,2 3 18 15,1 4-11-15,0 8 15 16,2 7-17-16,-2 6 7 16,0 5-2-16,-2-1-4 15,-2 1-3-15,-2-2-2 16,-2-1 2-16,-5 1-2 15,-1 0 2-15,0 0 2 16,0-1 7-16,-10-5-3 16,-8-3 7-16,3-4-17 15,-4-2 12-15,0-4-12 16,-1-5 4-16,-1-4-7 16,0 0 0-16,-3-3-6 15,3 0 5-15,-1-3-21 0,4-3-52 16,0-2-15-1,3-6-141-15</inkml:trace>
  <inkml:trace contextRef="#ctx0" brushRef="#br0" timeOffset="10889.024">3668 8707 250 0,'0'0'312'0,"0"0"-291"15,0 0-21-15,0 0 0 16,0 0 0-16,0 0 2 16,0 0 42-16,27 5 17 15,-17-4-21-15,2 1-15 16,3 1-3-16,3 1-13 15,3-2 14-15,2 3 3 16,3-2-8-16,3 0-8 16,-1-3 6-16,5 0 12 15,-3 0-14-15,-2 0-5 16,0 0-8-16,-4-3 3 16,2-5-4-16,-4 3-4 0,-1-1 4 15,-5 3 2-15,-2 0-2 16,-7 3-12-16,-3 0-84 15,-4 0-21-15,0 0-72 16</inkml:trace>
  <inkml:trace contextRef="#ctx0" brushRef="#br0" timeOffset="11132.5255">3877 8792 249 0,'0'0'224'0,"0"0"-210"0,0 0 62 15,0 0 16-15,0 0-8 16,97-10-60-16,-70 0 9 16,0 3-16-16,1 0-17 15,6 0 0-15,1 2 0 16,3-2-3-16,-5 0-143 15,-2-1-363-15</inkml:trace>
  <inkml:trace contextRef="#ctx0" brushRef="#br0" timeOffset="34655.5108">17171 11053 487 0,'0'0'41'0,"0"0"-17"16,0 0 16-16,0 0 56 16,0 0-45-16,0 0-36 15,0 0-7-15,0 0-12 0,-4 0 18 16,4 0-17-16,0 0 3 15,0 0-5-15,0 3-7 16,0 0-83-16,0-3-62 16</inkml:trace>
  <inkml:trace contextRef="#ctx0" brushRef="#br0" timeOffset="47594.7511">17453 13906 255 0,'0'0'197'0,"0"0"-100"16,0 0-26-16,0 0 31 15,0 0-47-15,0 0 8 16,0 0 6-16,0 0-27 16,-1 6-8-16,1-4 22 15,-2-2-2-15,0 0-30 16,1 0 3-16,1 0-11 15,0 0-6-15,0 0-1 16,0 0 2-16,0 0-10 16,0 0-2-16,0 0 1 15,0 0 0-15,0 0 7 0,0 0-7 16,0 0-1-16,0 0 1 16,5 0 0-16,7 0 1 15,-2 0 6-15,1 0-7 16,-1-5 3-16,-1 2-13 15,-1 1 21-15,-1-2-22 16,0 4 11-16,-2 0-3 16,-1 0 3-16,-1 0 4 15,0 0-4-15,2 0-3 16,2 0-3-16,2 0-17 16,3 0-87-16,1 0-68 15,-2 0-214-15</inkml:trace>
  <inkml:trace contextRef="#ctx0" brushRef="#br0" timeOffset="55727.3283">22225 8174 309 0,'0'0'161'16,"0"0"-148"-16,0 0-11 16,0 0-2-16,0 0-3 15,0 0 2-15,0 0-5 16,0 0 5-16,0-3 1 0,0 3-1 16,0 0 1-16,0 0 0 15,0 0 10-15,0 0 26 16,0-1-11-16,0 1 3 15,0 0 9-15,0-2-18 16,0 2 6-16,0 0-3 16,0 0-9-16,1-3-2 15,-1 3 1-15,0 0 7 16,0-2-4-16,0 0-4 16,0 1 6-16,0-2 11 15,0 0 4-15,0 0-18 16,0 1 8-16,0-1 42 15,0 1-36-15,0 1-10 16,0 1 20-16,0 0 14 16,0 0-15-16,0 0-29 0,0 0-8 15,0 1-12-15,0 13 11 16,0 5 1-16,1 3 0 16,6-3 3-16,0-2-3 15,2-5-5-15,5 1 5 16,1-7 2-16,1-2 1 15,3-4 9-15,2 0-12 16,2-1 7-16,0-14 1 16,-3-3-7-16,-4-2 0 15,-5 3 1-15,-4 0 5 16,-4 3-5-16,-3 4 14 16,0 3 41-16,0 5 3 0,0 1-36 15,0 1-14-15,0 0-10 16,0 0-5-16,0 0 3 15,0 6-7-15,0 11 9 16,0 2 2-16,-3-3-2 16,3-3-1-16,0-1 1 15,0 0 0-15,0-3-1 16,0-1-6-16,0-1-71 16,8-2-73-16,1-5-60 15,5 0-121-15</inkml:trace>
  <inkml:trace contextRef="#ctx0" brushRef="#br0" timeOffset="56160.8427">22742 8160 812 0,'0'0'56'15,"0"0"-45"-15,0 0 34 16,0 0 62-16,0 0-36 16,0 0-35-16,-61 11-26 15,49 6 0-15,5 3-1 16,7-2 1-16,0 1-10 0,0-2 11 16,0-3-10-1,11-1-1-15,3-3 2 0,1-3 4 16,5-5-1-16,-3-2-5 15,3 0 4-15,2-2 5 16,-3-14-9-16,-2 0 2 16,-4-4 1-16,-7-1 8 15,-6-1-4-15,0 1-6 16,0-4 1-16,-8 6 1 16,-4 2 5-16,-5 6-7 15,-4 4 2-15,-3 7-3 16,-2 0-3-16,-4 4-2 15,-2 13 5-15,6 4-26 16,3 3-52-16,5 2-128 16,8-5-170-16</inkml:trace>
  <inkml:trace contextRef="#ctx0" brushRef="#br0" timeOffset="58877.2086">23446 8886 773 0,'0'0'116'16,"0"0"-84"-16,0 0-29 15,0 0 111-15,0 0 2 16,0 0-53-16,-4-3-40 16,4 0-23-16,7-2 0 15,7 2 5-15,2-2-5 16,-1 4-1-16,0 1-15 16,-3 0 14-16,0 0-8 0,-3 9 8 15,0 6-1-15,-6 3 3 16,-3 2 2-16,0-1 7 15,-12 1-9-15,-10-1-7 16,-6-3 7-16,5-4 5 16,0-4-5-16,9-5 11 15,8-2-11-15,2-1-2 16,3 0 2-16,0 0 11 16,-1-1 13-16,2-7-24 15,0 1 6-15,0 0-15 16,11 1 5-16,2 3-7 15,-3 3 4-15,1 0 7 16,1 0-2-16,-3 1-11 16,4 10 13-16,-1 2 6 15,0-3-6-15,0 1-1 0,-3 2-11 16,0-3 23 0,3 0-11-16,-3-1 0 0,3 1-11 15,3-3 11-15,3-2 0 16,5 0-64-16,4-5-292 15</inkml:trace>
  <inkml:trace contextRef="#ctx0" brushRef="#br0" timeOffset="59311.0485">23959 8964 898 0,'0'0'49'0,"0"0"31"16,0 0 43-16,0 0-80 15,0 0-22-15,0 0-10 16,-67 28-8-16,60-12 3 16,5 1-2-16,2-3-1 15,0 0 1-15,2-2-1 16,7-2-3-16,6-3 6 15,-2-4-3-15,1-3 0 16,1 0 2-16,3 0-1 16,-1-13 2-16,-2-6 5 0,-3 0-7 15,-6-3 0-15,-3 0-4 16,-3-1 13-16,0 5-13 16,-1 1 0-16,-9 7-10 15,-3 6 20-15,-1 1-10 16,-3 3 0-16,-2 0-14 15,-2 0 6-15,-2 10 8 16,4 4-2-16,2 0-7 16,7 3-63-16,5-4-77 15,5-3-118-15</inkml:trace>
  <inkml:trace contextRef="#ctx0" brushRef="#br0" timeOffset="61003.7101">23774 9869 138 0,'0'0'473'0,"0"0"-403"15,0 0-39-15,0 0 37 16,0 0 6-16,0 0-12 15,0 0-41-15,2-3-20 16,-2 6 0-16,0 11 6 0,0 6 39 16,0 1 27-16,-3 3-11 15,-1-2-22-15,2 2-26 16,1-2-8-16,1-4-4 16,0-1-2-16,0-4 0 15,0-2-1-15,0-2-1 16,10-6-111-16,7-3-98 15,2 0-196-15</inkml:trace>
  <inkml:trace contextRef="#ctx0" brushRef="#br0" timeOffset="61404.1697">24124 9953 757 0,'0'0'97'0,"0"0"-81"16,0 0 72-16,0 0-13 16,0 0-32-16,0 0-15 15,-66-2-7-15,58 13-10 16,-2 0 9-16,3 2-20 16,1-2 2-16,3 3-2 15,3-2 9-15,0-2-8 16,0 0-1-16,10-2 0 15,3-2 7-15,0-3-7 0,2-1 0 16,-2-2 1-16,-1 0 0 16,0 0 0-16,-5-9 17 15,1-7-18-15,-5-1-1 16,-3-3 1-16,0 3 0 16,-2 2 0-16,-8 3 0 15,-1 3 4-15,-2 3-4 16,4 4-2-16,-4 2-4 15,-1 0 1-15,0 5-90 16,-2 9-67-16,3 0-173 16</inkml:trace>
  <inkml:trace contextRef="#ctx0" brushRef="#br0" timeOffset="64580.3497">24170 10891 458 0,'0'0'112'0,"0"0"-78"16,0 0-34-16,0 0 141 15,0 0-85-15,0 0 4 0,0 0 15 16,18-19-25 0,-18 19 7-16,0 0 31 0,0 0-48 15,0 0-15-15,-3 0-23 16,-8 0-3-16,-5 3 7 16,-1 7-6-16,0 2 0 15,5 2 0-15,-2 3 2 16,7 1-1-16,1-3 1 15,6-1-2-15,0 0-1 16,0-4-1-16,12 2 4 16,6-1-2-16,0-1 3 15,3-2-2-15,-4 0-1 16,-5 1 0-16,-3-2-1 0,-1 0 2 16,-5 0 3-1,-2 0-4-15,-1 1-6 0,0-3 6 16,0 2-3-16,0 2 3 15,-16-1 4-15,-4 2 1 16,-3-2 8-16,0-1-6 16,2-1 1-16,5-2 2 15,0 1-7-15,3-2-1 16,1 4-4-16,-1-2-67 16,3 0-202-16</inkml:trace>
  <inkml:trace contextRef="#ctx0" brushRef="#br0" timeOffset="65797.8918">24109 11773 658 0,'0'0'144'0,"0"0"-46"15,0 0 3-15,0 0 49 16,0 0-76-16,0 0-67 16,21-2-7-16,0-1-3 15,-1 3 3-15,-2 0-1 16,-2 3-1-16,-6 11-7 16,-1 1-4-16,-4 6 13 0,-5 1 0 15,0 2-8-15,-17-2 8 16,-7 0 7-16,1-5-5 15,1-3 2-15,7-4-2 16,6-5-2-16,5-2 0 16,4-3-1-16,0 0 2 15,0 0 1-15,0 0 1 16,0 0 0-16,0 0-6 16,3 0-7-16,6 0 9 15,2 4-9-15,0-2 9 16,-2 2 0-16,1 2-1 15,-1-1 2-15,-1 0 0 16,4 0 0-16,0 1-5 0,1-5-88 16,3-1-136-16,2 0-447 15</inkml:trace>
  <inkml:trace contextRef="#ctx0" brushRef="#br0" timeOffset="65949.1347">24362 11986 834 0,'0'0'116'16,"0"0"-25"-16,0 0-27 16,0 0-32-16,0 0-21 15,0 0-10-15,-4-2-1 16,20-2-166-16,8-3-83 16</inkml:trace>
  <inkml:trace contextRef="#ctx0" brushRef="#br0" timeOffset="66310.2013">24602 11841 772 0,'0'0'112'15,"0"0"-97"-15,0 0 56 16,0 0-8-16,0 0-5 0,0 0-48 15,-49 0-9 1,49 10-2-16,0 0-6 0,0 1 7 16,12 3 8-16,3-3-8 15,2 1 0-15,1 1-1 16,-1 1 1-16,-5 0 0 16,-2 0 0-16,-5-2-12 15,-3 1 12-15,-2-2-1 16,0-1 1-16,0-1 0 15,-12-2 1-15,0 1 8 16,-2-3 7-16,-1-3-10 16,2 1-6-16,0-1-8 15,2-2-57-15,2 0-196 16</inkml:trace>
  <inkml:trace contextRef="#ctx0" brushRef="#br0" timeOffset="67500.3491">24261 12751 717 0,'0'0'131'15,"0"0"-72"-15,0 0-53 16,0 0-6-16,0 0 0 16,0 0 6-16,0 60 70 15,1-30-44-15,-1-2 39 0,0 0-42 16,0-3-4-16,0-3-16 16,0-3-7-16,0-6-2 15,2-2 0-15,2-5-9 16,5-6-238-16,3 0-576 15</inkml:trace>
  <inkml:trace contextRef="#ctx0" brushRef="#br0" timeOffset="67662.5971">24375 12954 994 0,'0'0'181'0,"0"0"-128"15,0 0 2-15,0 0-40 16,0 0 2-16,0 0-17 0,25-41-176 16,-2 24-169-16</inkml:trace>
  <inkml:trace contextRef="#ctx0" brushRef="#br0" timeOffset="68060.6855">24567 12790 817 0,'0'0'109'16,"0"0"-105"-16,0 0-4 0,0 0 18 16,0 0-17-16,79 10-1 15,-64 8-2-15,-9 5 0 16,-6 0 4-16,0-1 12 15,-13-3-14-15,-7-2 0 16,-1-5 1-16,4-5 8 16,6-6-9-16,2-1 3 15,7 0 45-15,2 0 0 16,0-1-20-16,0-6-26 16,0 0 0-16,8 2-2 15,6 1 0-15,2 4 2 16,-1 0-2-16,1 0-6 15,0 0-5-15,1 4 6 0,-1 1-3 16,2-1 8-16,3-1-1 16,0-3-1-1,-1 0-83-15,1-4-110 0</inkml:trace>
  <inkml:trace contextRef="#ctx0" brushRef="#br0" timeOffset="68394.2922">24907 12777 764 0,'0'0'78'0,"0"0"-70"0,0 0 40 16,0 0-3-16,0 0-16 16,0 0-29-16,-30 10 0 15,30 0 12-15,1-2-12 16,12 3-5-16,4 0 5 15,1-1 1-15,-1 3-1 16,-2 1-1-16,-5 1-3 16,-1 0 3-16,-8 1-1 15,-1-1 2-15,0-1 6 16,0 1-5-16,-12-3 9 16,-5 0 58-16,-2-3 26 15,0 1-46-15,4-4-22 16,3 0-22-16,5-3-2 15,2 1-2-15,1-3-64 16,2-1-277-16</inkml:trace>
  <inkml:trace contextRef="#ctx0" brushRef="#br0" timeOffset="97529.2871">23976 12809 352 0,'0'0'257'16,"0"0"-193"-16,0 0-5 16,0 0-34-16,0 0 15 15,0 0 52-15,0 0-46 16,-10-26-30-16,10 22 19 15,0 0-1-15,0 0-28 16,0-1 42-16,0-1-32 16,-2 1 24-16,2-4-10 15,-2-1-15-15,2 0-14 16,-1-4 6-16,1-1 1 16,0-5-4-16,0-1-4 0,0-3 4 15,0-1 31-15,0-3-24 16,-3-3-8-16,1 1 7 15,-1-3 6-15,1 3-10 16,-1 4 7-16,0 2-7 16,0 2-4-16,-2 3 3 15,4-1 6-15,-2 2-9 16,-2 2 2-16,5-3 10 16,-4 1-10-16,2 2-2 15,2-1 4-15,-4 0-6 16,2 1 12-16,-1-2-4 15,-1 2-6-15,-1 1-2 0,1-2 0 16,1-1 0 0,-2 2 0-16,0 1-2 0,1-2 2 15,2 1 2-15,0 1-2 16,1-1 12-16,-1 0-10 16,-1 2 3-16,0-1-5 15,0 1 2-15,0-3-4 16,-1 1 2-16,1-1 0 15,-1 1 9-15,2-1-9 16,-3-2 1-16,2 2 1 16,-1 0-2-16,-1 0 0 15,0 2 2-15,-1-1-1 16,2-1-1-16,1 0-5 16,-1 3 5-16,1 0 2 15,-2 1-2-15,0-4 7 0,2 3-15 16,-3-3 18-1,1 3-10-15,-1-1 0 0,0 0 1 16,0 1-3-16,2-1 4 16,-1-5-1-16,2 4-1 15,-1 0 0-15,1-1 0 16,0 1 0-16,0 1 0 16,-1-2-1-16,-1 0 1 15,2 1 0-15,0-1 0 16,-1 0 0-16,3 1 1 15,-2-2 0-15,0 1-1 16,2 0 0-16,-1 1 0 0,1 0 0 16,-3 3 0-16,2-3-1 15,1 0 1-15,1-4 0 16,-2 3 0-16,1 0 1 16,-1-4-1-16,1 0-1 15,1-1 0-15,-3 1 1 16,-2-2 0-16,0 1 0 15,1 0 0-15,-3 1 0 16,2-1 0-16,-2 3 0 16,2-4 0-16,-2 4 0 15,0 0-1-15,0 2 1 16,0 2 0-16,0 1 0 16,1 0 0-16,-2 1 0 15,-1 1 0-15,0-1 0 0,-1 2-1 16,-1-1 1-16,2 1-5 15,-2 2 5-15,1 1 3 16,3 1-3-16,-2-1 0 16,2 1-2-16,1 1 2 15,0-1 3-15,1 3-3 16,-3-2-1-16,3-1 1 16,0 4-4-16,1 0 3 15,-2 2-1-15,3-1-4 16,-6 2 2-16,0 0-58 15,-3 0-50-15,-1 0-57 0,1 6-18 16,-1 2-88 0</inkml:trace>
  <inkml:trace contextRef="#ctx0" brushRef="#br0" timeOffset="98043.9067">23270 10917 606 0,'0'0'63'15,"0"0"-7"-15,0 0-43 0,0 0-2 16,0 0 41-16,0 0 17 15,7-61-58-15,3 51 2 16,-1-2-11-16,3-3 7 16,0 3 2-16,-1-2-6 15,2-3 11-15,0 2-14 16,1-2 8-16,-1-1-7 16,0-1 3-16,2-1-4 15,0 1-1-15,3-2 7 16,0 0-8-16,1 6 0 15,0 1 1-15,0 2-1 16,-3 6 0-16,-2 3-1 0,-1 0-1 16,-1 3 2-16,1 0-1 15,-2 0 1-15,-2 9 0 16,-2 6-6-16,0 2 6 16,1 3 1-16,-2 3-1 15,0-1 1-15,1 0-1 16,2 1-2-16,2 0 2 15,2-1 0-15,1 2 1 16,3-1-3-16,0-3-58 16,-1-5-79-16,-2-6-379 15</inkml:trace>
  <inkml:trace contextRef="#ctx0" brushRef="#br0" timeOffset="101095.5486">10006 8349 362 0,'0'0'103'0,"0"0"-34"0,0 0-16 16,0 0 20-16,0 0-11 16,0 0-26-16,0 0-27 15,-2-31 24-15,1 28-22 16,1 1 14-16,0 0-1 16,0 1-5-16,0 1-17 15,0-2 7-15,0 2-7 16,0 0 9-16,0 0-11 15,0 0-2-15,0 0-5 16,0 0 6-16,0 3-9 16,0 9 7-16,0 1 3 0,0 3 0 15,0-2-1-15,4 1 1 16,-2-1 2-16,4-3 6 16,-1-5-13-16,-3 2 5 15,3-6 0-15,-4 0 7 16,1-2-5-16,4 0 11 15,3 0-1-15,8-5 27 16,6-11-35-16,2-2 5 16,4-2-9-16,5 2 0 15,-7-2-7-15,7 3 1 16,-8 3-72-16,-1 3-45 16,-4 2-118-16</inkml:trace>
  <inkml:trace contextRef="#ctx0" brushRef="#br0" timeOffset="105695.0204">16822 10953 544 0,'0'0'19'15,"0"0"26"-15,0 0 31 16,0 0-45-16,0 0-9 16,0 0 33-16,0 0-9 15,-16-36-10-15,16 33-8 16,0 3-28-16,0 0-1 15,0 0 1-15,6 0 2 16,18 0-2-16,9 0 0 16,6-3 14-16,4 0-7 0,0-2-7 15,0 1 1-15,-1-1 9 16,-4 0-7-16,-4 2-1 16,-4-1-4-16,-5 2 4 15,-4 0 3-15,-6 1-4 16,-5 1 0-16,-4 0-1 15,-6 0 0-15,0 0-2 16,0 0-4-16,0 0 6 16,0 3-11-16,0 8-61 15,-2 0-16-15,-8-3-201 16</inkml:trace>
  <inkml:trace contextRef="#ctx0" brushRef="#br0" timeOffset="107774.1412">23746 7874 662 0,'0'0'111'0,"0"0"-21"15,0 0-11-15,0 0-23 0,0 0 32 16,0 0-28-16,0 0-54 16,2-11 14-16,5 8-12 15,4-1-5-15,5-2-2 16,3 2 1-16,1-2 2 16,4-1-4-16,-1 1 0 15,6-4 0-15,-2 3 1 16,5 1 2-16,-5 1-3 15,-4 2-8-15,-5 2-116 16,-8 1-114-16,-10 0-363 16</inkml:trace>
  <inkml:trace contextRef="#ctx0" brushRef="#br0" timeOffset="108069.0781">23760 8156 739 0,'0'0'66'0,"0"0"-49"15,0 0 20-15,0 0 43 16,0 0-14-16,98-25-19 0,-73 16 7 15,-1 1-32 1,-3 1-13-16,-3 2-7 0,0 0-3 16,-3-4 1-16,0-1-8 15,-3-7-48-15,-5-4-134 16,-4-4-114-16</inkml:trace>
  <inkml:trace contextRef="#ctx0" brushRef="#br0" timeOffset="108294.1888">23958 7793 659 0,'0'0'124'0,"0"0"-62"0,0 0-29 16,0 0-30-16,0 0-3 15,0 0 15-15,-16 37 32 16,14-17 19-16,1 0-38 15,1-1-22-15,0 3-4 16,0 2-2-16,0 2 11 16,10 2-11-16,-1-2-176 15</inkml:trace>
  <inkml:trace contextRef="#ctx0" brushRef="#br0" timeOffset="109230.4245">24403 8771 809 0,'0'0'7'15,"0"0"24"-15,0 0-12 16,0 0 16-16,86-53 6 16,-59 45-22-16,-2-1-9 15,2 1-10-15,-2 3 0 16,0 2-1-16,-6 3 1 16,-5 0-8-16,-9 0-64 15,-5 13-144-15,-3 5-154 16</inkml:trace>
  <inkml:trace contextRef="#ctx0" brushRef="#br0" timeOffset="109446.8459">24422 9017 397 0,'0'0'97'0,"0"0"36"15,0 0-5-15,0 0-6 16,0 0-62-16,0 0 7 15,80-9-34-15,-56-1 13 16,0-2-46-16,-1-1 0 16,-3-1 0-16,-5-3-88 15,-5-3-93-15,-9-2-413 16</inkml:trace>
  <inkml:trace contextRef="#ctx0" brushRef="#br0" timeOffset="109666.3748">24567 8768 752 0,'0'0'104'15,"0"0"-97"-15,0 0 24 16,0 0-22-16,0 0 13 16,0 0 3-16,3 43 27 15,1-23-29-15,1 1 13 16,-1 1-17-16,-1-3-17 0,1-1-2 15,-4-1 4 1,0-3-4-16,0-4-41 0,0-5-130 16,0-5-171-16</inkml:trace>
  <inkml:trace contextRef="#ctx0" brushRef="#br0" timeOffset="109881.7971">24676 8765 785 0,'0'0'101'15,"0"0"-99"-15,0 0 7 16,0 0 24-16,0 0 18 16,0 0 16-16,25 61-36 0,-19-41-23 15,1 1-7-15,-2 2-1 16,-1-2 0-16,-2-1-95 15,-2-2-232-15</inkml:trace>
  <inkml:trace contextRef="#ctx0" brushRef="#br0" timeOffset="110459.3827">24605 9598 836 0,'0'0'224'16,"0"0"-146"-16,0 0-55 0,0 0 25 15,0 0 7 1,0 0-38-16,71-28-17 0,-38 23 0 16,0 4 0-16,2-2 0 15,-1 3-2-15,-2 0-2 16,-3 0-65-16,-10 0-222 16,-12 0-174-16</inkml:trace>
  <inkml:trace contextRef="#ctx0" brushRef="#br0" timeOffset="110690.7632">24590 9961 740 0,'0'0'107'0,"0"0"-103"0,0 0 16 16,0 0 126-16,0 0-15 15,0 0-85-15,102-30-46 16,-75 18 6-16,-6 1-4 16,1 0-2-16,-4-3-2 15,-8-1-47-15,-7-6-180 16,-3 1-151-16</inkml:trace>
  <inkml:trace contextRef="#ctx0" brushRef="#br0" timeOffset="110931.1388">24707 9635 646 0,'0'0'237'0,"0"0"-200"0,0 0-32 16,0 0 21-16,0 0 24 16,0 0-36-16,2 22 61 15,3-2-36-15,0 2-18 16,-2 2 14-16,-2-1-18 15,-1 0-10-15,0-3-4 16,0-1-2-16,0-5-1 16,0-4-2-16,0-4-20 15,0-6-159-15,3 0-93 16</inkml:trace>
  <inkml:trace contextRef="#ctx0" brushRef="#br0" timeOffset="111156.9548">24863 9663 892 0,'0'0'148'16,"0"0"-83"-16,0 0-13 16,0 0-25-16,0 0-27 15,0 0 0-15,0 51 1 16,0-32-1-16,0 0 0 0,0-4-3 15,0 0 2-15,0-6-62 16,9-4-108-16,0-5-137 16</inkml:trace>
  <inkml:trace contextRef="#ctx0" brushRef="#br0" timeOffset="111380.5882">24963 9617 816 0,'0'0'121'0,"0"0"-77"16,0 0 7-16,0 0-16 15,0 0-21-15,0 0 19 16,0 54 34-16,0-28-58 16,0 0-6-16,0-2-3 0,0 3 0 15,3 2 0-15,-1-2-56 16,1-6-250-16</inkml:trace>
  <inkml:trace contextRef="#ctx0" brushRef="#br0" timeOffset="119412.8272">19973 17416 634 0,'0'0'53'16,"0"0"-53"-16,0 0-7 16,0 0 7-16,0 0 42 15,0 0-30-15,0 0 2 16,0 0 38-16,101 7 23 16,-43-7-54-16,8-3-15 15,-1-3 0-15,1 0-6 16,-3 2 0-16,-5 0-1 15,0 3-1-15,-5 1-19 16,-9 0-145-16,-10-2-244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29:21"/>
    </inkml:context>
    <inkml:brush xml:id="br0">
      <inkml:brushProperty name="width" value="0.05292" units="cm"/>
      <inkml:brushProperty name="height" value="0.05292" units="cm"/>
      <inkml:brushProperty name="color" value="#FF0000"/>
    </inkml:brush>
  </inkml:definitions>
  <inkml:trace contextRef="#ctx0" brushRef="#br0">806 2300 802 0,'0'0'62'15,"0"0"-53"-15,0 0-5 16,0 0-3-16,0 0 49 0,0 0-10 16,0 0-2-16,56-46-15 15,-35 36-23-15,-1-4 6 16,-1 5-4-16,-4-2-4 15,-2-1-46-15,-4-1-47 16,-9 0-95-16,0 1-290 16</inkml:trace>
  <inkml:trace contextRef="#ctx0" brushRef="#br0" timeOffset="222.9365">834 2080 733 0,'0'0'59'0,"0"0"-59"0,0 0 20 16,0 0 23-16,82-21-5 15,-58 21 16-15,0 15 26 16,-2 3-52-16,-3 6-1 16,-2 6-15-16,-4 6-8 15,-4 9-4-15,-1 1-1 16,-6 2-82-16,2 1-102 15</inkml:trace>
  <inkml:trace contextRef="#ctx0" brushRef="#br0" timeOffset="3224.1795">1083 5666 333 0,'0'0'16'16,"0"0"1"-16,0 0 44 16,0 0 28-16,0 0-25 15,0 0-34-15,0 0 4 16,-33 0 43-16,29 0-21 15,-1 0-23-15,2 0-8 16,-1 0 19-16,0 0-31 16,2 0 12-16,2 0 0 0,0 0-9 15,0 0-15-15,0 0 10 16,0 0-13-16,0 0 2 16,2 4-2-16,12-1 0 15,3-1 4-15,8 0-2 16,3-2 1-16,2 0 11 15,3 0 5-15,0-2-5 16,-3-7 6-16,0-1-10 16,-2-3-7-16,-6 2-1 15,-4-4 4-15,-1 4-3 16,-8 3-1-16,-2-2 0 16,-4 1-5-16,-3 1-14 0,0-1-84 15,-9 1-13 1,-7 5-85-16,-8 2-141 15</inkml:trace>
  <inkml:trace contextRef="#ctx0" brushRef="#br0" timeOffset="3542.3485">1190 5540 593 0,'0'0'152'0,"0"0"-126"16,0 0-2-16,0 0-6 15,0 0-13-15,0 0 1 16,42-22 16-16,-15 18 5 16,0 4-18-16,-2 0-2 15,-2 0 6-15,2 6-13 0,-4 5 28 16,0 5-12-16,-6 2-15 16,1 5 15-16,-7 4 38 15,-6-1-14-15,-1 3 25 16,-2 0-37-16,0 1-5 15,-14-2 6-15,-5-1-1 16,-2-2-15-16,1-1-6 16,-2-1-6-16,1 1-2 15,0 1-52-15,-4-2-146 16,-3-6-280-16</inkml:trace>
  <inkml:trace contextRef="#ctx0" brushRef="#br0" timeOffset="11712.3059">7524 3188 455 0,'0'0'77'15,"0"0"-32"-15,0 0 35 16,0 0-6-16,0 0-1 0,0 0-21 16,0 0 17-16,0 0-49 15,-28-40 39-15,28 37-4 16,0 0-38-16,-2 3 5 16,2 0 1-16,0 0-11 15,0 0-12-15,0 0-4 16,0 0-4-16,0 0-16 15,9 7 24-15,4 0-1 16,1-3 0-16,4 1 1 16,1-2 0-16,-2-2 2 0,3-1 1 15,1 0 4 1,-3 0-2-16,3 0-5 0,-2 0 0 16,1-1-1-16,-2-2-55 15,-2 0-87-15,-4 3-74 16,-8 0-424-16</inkml:trace>
  <inkml:trace contextRef="#ctx0" brushRef="#br0" timeOffset="15477.3889">4213 6783 441 0,'0'0'52'0,"0"0"-23"0,0 0 39 15,0 0 14-15,0 0-6 16,0 0-26-16,-27-20 22 16,25 19-39-16,1-1 15 15,-1 2-15-15,1 0 3 16,1 0-5-16,-2 0-1 16,2 0-21-16,0 0-3 15,0 0-6-15,0 0 0 16,0 0-10-16,11 0 9 15,5 0-1-15,6 0 3 16,-2 0-1-16,5 0 0 0,-1 0 13 16,3 0-3-16,-2-1-6 15,0-1 4-15,1 2-8 16,-1-3 0-16,-1 3 1 16,-5 0 1-16,-2 0-2 15,-4 0-1-15,-5 0 0 16,-2 0-2-16,-3 0 3 15,-2 0 6-15,-1 0-6 16,0 0 10-16,0 0 17 16,0 0 17-16,0-2 6 15,0 0-11-15,0-1-25 16,0 2-4-16,0-2-10 0,0 2 1 16,0 1-1-16,0 0-3 15,0 0-46-15,0 0-112 16,-9 1-124-16,-7 8-501 15</inkml:trace>
  <inkml:trace contextRef="#ctx0" brushRef="#br0" timeOffset="30894.6486">18860 4284 848 0,'0'0'38'0,"0"0"49"16,0 0-5-16,0 0-19 16,0 0 23-16,0 0-38 15,0 0-19-15,0 0 3 16,-84-4-22-16,71 17-10 15,-4 7 14-15,0 6-10 16,3 3 32-16,5 3-23 0,0 2-8 16,8-1 2-16,1 1 8 15,0-4-15-15,5-5 12 16,11-4-5-16,3-2-5 16,8-4 10-16,2-5 0 15,6-6-10-15,2-4 6 16,-1 0 6-16,-3 0-8 15,-3 0-3-15,-5-7-3 16,-1-2-18-16,-6-1-61 16,0-3-58-16,-5-3-150 15,-4-4-319-15</inkml:trace>
  <inkml:trace contextRef="#ctx0" brushRef="#br0" timeOffset="31248.7016">19104 4003 697 0,'0'0'184'0,"0"0"-140"16,0 0-39-16,0 0 37 15,0 0 21-15,0 0-14 16,26 7 7-16,-2-7-30 15,3-9-23-15,1-1-3 16,-2-5-113-16,-5-5-125 16</inkml:trace>
  <inkml:trace contextRef="#ctx0" brushRef="#br0" timeOffset="31494.0461">19331 3797 840 0,'0'0'114'0,"0"0"-102"15,0 0-1-15,0 0-1 16,0 0 70-16,0 0 22 16,20 78-44-16,-13-51-30 15,-1-3-8-15,3 0-17 16,-3-2 1-16,-2-3-1 15,1-4-6-15,-1-5-6 16,0-5-165-16,1-5-98 0</inkml:trace>
  <inkml:trace contextRef="#ctx0" brushRef="#br0" timeOffset="31854.0727">19586 3755 211 0,'0'0'641'15,"0"0"-499"-15,0 0-88 16,0 0 24-16,0 0 27 16,0 0-68-16,-1 24-31 15,-8-5 20-15,0 7 5 16,-1-1-8-16,-1 1-5 16,1-1-6-16,-3-1-9 15,2-5 1-15,0 0-4 16,2-6-4-16,0-7-93 15,2-3-119-15,4-3-86 16</inkml:trace>
  <inkml:trace contextRef="#ctx0" brushRef="#br0" timeOffset="32040.5735">19494 3943 779 0,'0'0'73'0,"0"0"-36"16,0 0 60-16,0 0 14 15,0 0-38-15,0 0 2 16,70 38-35-16,-48-32-39 16,1-2 4-16,-1 1-5 15,2 0-52-15,-2 3-152 16,-8-3-254-16</inkml:trace>
  <inkml:trace contextRef="#ctx0" brushRef="#br0" timeOffset="33227.6335">20169 4378 801 0,'0'0'140'0,"0"0"-30"0,0 0-47 16,0 0 73-16,0 0 5 15,0 0-114-15,-28-46 1 16,9 46-9-16,-2 0-13 16,-6 9-2-16,0 7-4 15,3 6 9-15,8 4-2 16,1 0-2-16,9-1-2 15,6 0-3-15,0-2 0 16,6-3 0-16,15-5 4 0,7-4-3 16,5-8 1-16,1-3-2 15,2 0 7-15,-5-12-7 16,-1-6 8-16,-4-7-8 16,-7 0-13-16,-7 2 9 15,-6 0-2-15,-5-1 6 16,-1 2-2-16,0 2 2 15,0 6 0-15,0 6 0 16,0 5 0-16,0 2 0 16,0 1 0-16,0 0-3 15,0 0-8-15,0 4-7 16,0 12 13-16,8 2 5 16,2 1 0-16,1 3 0 0,3-2 0 15,2-3 0-15,3-1 0 16,1-2-42-16,3-7-105 15,1-7-199-15</inkml:trace>
  <inkml:trace contextRef="#ctx0" brushRef="#br0" timeOffset="33580.7577">20681 4262 583 0,'0'0'477'0,"0"0"-357"16,0 0-112-16,0 0 1 16,0 0 24-16,0 0 19 15,97-24-29-15,-69 30-16 16,-5 12 2-16,-7 2-7 15,-7 1 3-15,-6 4 3 16,-3-1-1-16,-4 1 8 16,-17-2 27-16,-5-1-27 15,0-5 0-15,5-6-9 16,7-7 2-16,8-4-8 0,6 0 0 16,0-13-98-1,11-11-195-15,15-7-64 0,7 0-339 16</inkml:trace>
  <inkml:trace contextRef="#ctx0" brushRef="#br0" timeOffset="33806.942">20992 4209 771 0,'0'0'159'16,"0"0"-31"-16,0 0 31 16,0 0-79-16,0 0-24 15,0 0-31-15,-53 4-5 16,41 17-5-16,5 3 10 15,1 0-25-15,6 0 14 16,0-5-7-16,1 1-6 0,14-6-1 16,3-6 2-16,2-4-4 15,4-4-4-15,5 0-69 16,-1-18-94-16,-5-10-191 16</inkml:trace>
  <inkml:trace contextRef="#ctx0" brushRef="#br0" timeOffset="34066.5957">21117 3900 920 0,'0'0'189'0,"0"0"-115"0,0 0-45 16,0 0 43-16,0 0-21 15,0 0-34-15,33 0-13 16,-16-3-4-16,-1 1-27 16,1-4-87-16,-5 2-193 15,-2-6-412-15</inkml:trace>
  <inkml:trace contextRef="#ctx0" brushRef="#br0" timeOffset="34364.0549">21394 3584 507 0,'0'0'526'0,"0"0"-459"16,0 0-63-16,0 0 5 15,0 0 113-15,0 0-35 16,15 80-41-16,-11-53 2 16,2-2-30-16,-4-2-17 15,-2-3 0-15,0-3 2 0,0-5-2 16,1-2-2-16,3-3-54 15,-1-7-102-15,-2 0-250 16</inkml:trace>
  <inkml:trace contextRef="#ctx0" brushRef="#br0" timeOffset="34727.3165">21600 3451 534 0,'0'0'438'0,"0"0"-311"0,0 0-84 16,0 0-8-16,0 0-15 15,0 0 43-15,7 30-16 16,-7-5-14-16,0 6-12 16,0-1-17-16,-12 1 6 15,-4 0-10-15,-1-5 0 16,-1-4 1-16,5-7-1 15,3-5 0-15,7-5-8 16,3-5 6-16,0 0 2 16,0 0-3-16,0 0-2 15,0 0 3-15,13 0 2 16,7 0 13-16,3 0 21 16,4 0-19-16,0 0 8 0,-3 0-8 15,1 0-14-15,-2 1-2 16,1 11 1-16,-4 0-100 15,-6 5-236-15</inkml:trace>
  <inkml:trace contextRef="#ctx0" brushRef="#br0" timeOffset="37448.46">9487 5883 636 0,'0'0'157'16,"0"0"-93"-16,0 0-41 0,0 0 19 16,0 0-24-16,0 0 14 15,7-3-10-15,5-3 8 16,6-2 13-16,10-5 11 15,7-2-26-15,11-2-10 16,5-5 5-16,7 0-16 16,9-1 13-16,9-1-6 15,7 3-14-15,8 0 1 16,6-1 0-16,7 2 3 16,1 0-4-16,1 0 4 15,3 2-4-15,-7-2-10 16,-4 0 10-16,-5 0 1 0,-4 0 0 15,-2-2 8 1,2-2-9-16,8 0 0 0,3 0 1 16,3 2-2-16,-1 0 3 15,-3 2-3-15,-3 2 1 16,-5 2 0-16,-4 0-12 16,-6 2 12-16,-3-1 0 15,-2 1 0-15,1-5 3 16,8-6-3-16,14-4 6 15,14-6-6-15,14-2-1 16,7 3 0-16,0 2 1 16,-2-4-3-16,-3 0 3 15,-3-4 0-15,-7-3 0 16,3-7 4-16,2-2-2 16,6-2-2-16,0 4 0 0,8 3 4 15,-2 1-4-15,3 2-3 16,-2 0-5-16,1 1 8 15,-6 3 0-15,-2 3 0 16,0 3 6-16,-4 6-4 16,-3 2-2-16,-4 2 0 15,-1 4-6-15,-3 0 3 16,1 4 3-16,-4 0-1 16,1 4 0-16,2-1 2 15,3 1-1-15,6 0 3 16,1 1 5-16,2 1-16 15,3 1 6-15,-3 2 2 16,-1 3-2-16,-4 0 2 16,-6 4 0-16,-6 0 1 0,-7 0 7 15,-2 0-8-15,-4 0 1 16,0 0 3-16,-4 0-4 16,-6 1-3-16,-2 1-5 15,-3 1 7-15,-4-2 0 16,-5 3 0-16,-8 2 1 15,-8 1 0-15,-9 1 0 16,-6 0 1-16,-8 3-2 16,-4 2 0-16,-3-3 1 15,-8 2 1-15,-2 0 3 16,-7-4-4-16,-2-2 2 0,-3 0-3 16,-3-3 1-1,-2-1 0-15,0-2 0 0,0 0 0 16,0 0 14-16,0 0-8 15,0 0 10-15,-7 0-10 16,-4-3-6-16,1-2 0 16,-1 2 3-16,1 1-7 15,-1 2 4-15,1 0-5 16,3 0-4-16,-1 0-44 16,3 0-90-16,0 0-23 15,0-1-70-15,-1-9-230 16</inkml:trace>
  <inkml:trace contextRef="#ctx0" brushRef="#br0" timeOffset="37811.4875">18308 3785 829 0,'0'0'45'0,"0"0"18"16,0 0-57-16,0 0-12 15,0 0 7-15,0 0-1 16,59 9 7-16,-31 7 1 16,-1 2-4-16,2 4-2 0,-2 3-1 15,-3 3-1-15,-3 3 0 16,-6-1 9-16,-4 4 12 15,-7-1 10-15,-4 3 8 16,0 0 20-16,-18-1 3 16,-9 0-24-16,-3-1-16 15,-4-3-2-15,1 1-19 16,3-3 2-16,5-3-6 16,7-1-69-16,1-9-256 15</inkml:trace>
  <inkml:trace contextRef="#ctx0" brushRef="#br0" timeOffset="39774.9524">20061 3962 499 0,'0'0'143'0,"0"0"-20"0,0 0-33 16,0 0 7-16,0 0-14 16,0 0-54-16,0 0 20 15,-63 27-25-15,42-2 7 16,-1 11-2-16,1 6-23 16,4 7 30-16,6 6-13 15,6 4-5-15,5 4-12 16,2 0-1-16,20 1 0 15,9-5-3-15,10-4-2 16,17-5-5-16,12-10-76 16,12-3-112-16,10-10-89 0</inkml:trace>
  <inkml:trace contextRef="#ctx0" brushRef="#br0" timeOffset="40307.9573">22195 3266 754 0,'0'0'91'0,"0"0"-82"0,0 0 1 15,0 0 17-15,0 0 38 16,98 98 24-16,-75-59-15 15,-2 11-48-15,-5 9 5 16,-5 13-2-16,-8 8-18 16,-3 6-6-16,-5 3 5 15,-20 3-4-15,-6 2-6 16,-8-6-3-16,-12-5-71 16,-7-9-137-16,-9-12-153 15</inkml:trace>
  <inkml:trace contextRef="#ctx0" brushRef="#br0" timeOffset="41373.3442">21288 5104 141 0,'0'0'534'0,"0"0"-456"15,0 0-53-15,0 0 63 16,0 0 73-16,0 0 18 16,5-2-82-16,11-18-78 15,10-3-4-15,2-4 5 16,2-2-14-16,-1 1 3 0,0 3-7 16,-6-2 1-1,-3 4-3-15,-10 5 0 0,-5 7 0 16,-4 4 1-16,-1 4 1 15,0 3-2-15,0 2-7 16,-13 21 1-16,-14 14 3 16,-4 10 3-16,1 6 1 15,5 3-1-15,10 1-3 16,7-3-2-16,7-4 2 16,1-9 2-16,0-6 1 15,9-9-2-15,9-7-7 16,2-8 9-16,3-8-1 15,4-3 1-15,0-3-6 16,1-17-4-16,-7-3-72 16,-6-1-13-16,-8 0-8 0,-7 0 64 15,0 2 2-15,-16 3 16 16,-3 4 11-16,0 7 10 16,2 5 1-16,6 3 2 15,3 0-3-15,0 0 0 16,5 6 0-16,3 6 0 15,0-4-29-15,11-4-154 16,11-4-296-16</inkml:trace>
  <inkml:trace contextRef="#ctx0" brushRef="#br0" timeOffset="41597.7476">21854 4983 792 0,'0'0'78'15,"0"0"-37"-15,0 0-11 16,-39 92 27-16,39-63 20 16,0 1-57-16,0-4-14 15,9-2-3-15,10-7-6 16,2-5-16-16,0-12-148 15,6 0-195-15</inkml:trace>
  <inkml:trace contextRef="#ctx0" brushRef="#br0" timeOffset="41875.0077">21992 5061 1003 0,'0'0'171'0,"0"0"-104"16,0 0-38-16,0 0 18 15,0 0 18-15,0 0-63 16,31-25-2-16,-8 25 0 16,-3 1 0-16,0 15-2 15,-8 6-2-15,-3-1 0 16,-9 4 4-16,0 3 11 16,-13-3-10-16,-7-3-1 15,1-5 3-15,5-6 5 16,6-6-16-16,5-5-12 0,3 0-69 15,0-6-53-15,14-16-148 16,7-2-59-16</inkml:trace>
  <inkml:trace contextRef="#ctx0" brushRef="#br0" timeOffset="42041.8506">22192 5045 696 0,'0'0'240'15,"0"0"-97"-15,0 0-51 16,0 0-15-16,0 0-31 15,0 0-4-15,-34 47-30 16,32-28-1-16,2-2-7 16,0-2-8-16,9-5 9 0,12-8-11 15,8-2-68-15,6-6-113 16,1-18-160-16</inkml:trace>
  <inkml:trace contextRef="#ctx0" brushRef="#br0" timeOffset="42306.6514">22407 4936 648 0,'0'0'338'16,"0"0"-226"-16,0 0-37 15,0 0-16-15,0 0-10 16,0 0-47-16,11-3-2 16,12 15 0-16,2 5-4 15,0 5 4-15,1 2-4 0,-2 4-17 16,-6 3 1-16,-3 3-19 15,-11 3-49-15,-4 2 20 16,0 2 7-16,-16-2-10 16,-11 1 15-16,-6 1 38 15,-8-1 12-15,-4 2 6 16,-6-4 0-16,-2-5-74 16,3-8-243-16</inkml:trace>
  <inkml:trace contextRef="#ctx0" brushRef="#br0" timeOffset="43920.137">20651 4898 905 0,'0'0'27'16,"0"0"-27"-16,0 0 0 16,0 0 0-16,0 0 0 15,33 81 0-15,-36-50 15 16,-24 9 25-16,-12 5 10 0,-15 6-16 15,-11-1-14-15,-11 3 0 16,-9-3 0-16,-11 0-20 16,-5-2 8-16,-5-3 3 15,0-1-11-15,-3-2 0 16,-3-5-2-16,-7-2 2 16,-6-8-1-16,-2-5 1 15,2-1 3-15,-3-8 21 16,5-3-6-16,2-3-2 15,5 0 16-15,6-7-2 16,1 2-28-16,-3-2 4 16,0 0-6-16,-3 0 0 15,-3 0 0-15,2 0 0 0,-5 0 14 16,2 0-11-16,-1 0 0 16,3 0-2-16,3 0-2 15,3 3 2-15,0 0 2 16,2-1-3-16,-2-2 0 15,2 0 4-15,3 0 2 16,-2 0 5-16,7 0-11 16,2-1 0-16,8 1 0 15,8-1 0-15,11-1 6 16,6-1-13-16,5 0 1 16,-2 0 6-16,1-2 6 15,4-2-6-15,-4-3 0 16,3 1-3-16,1-1 2 0,0-4 1 15,3 4-1-15,3-2 2 16,2 2-1-16,2 0 2 16,2 3-3-16,5-4 2 15,-3 1 8-15,0-1-9 16,0-3 0-16,-3 2-8 16,6-2 8-16,-2-1 0 15,7 3-1-15,2 5 1 16,0 0 5-16,-1 6-5 15,-2-1 0-15,0 2-2 16,-4 0 1-16,-2 0 0 16,0 0 2-16,0-2-1 0,0 1 0 15,-1-1 0-15,-2 2-1 16,1 0-2-16,-5 0 0 16,-6 0 2-16,-1 7 1 15,-4 1 0-15,-4-1 12 16,1 1-12-16,1-3 0 15,-3 2 1-15,-5 0 1 16,-7-3-2-16,2 4 0 16,5-3-2-16,14-3-3 15,11 3 2-15,7 4 5 16,0 1-4-16,5 1 4 16,4 2-4-16,6 1 1 0,8-2-1 15,2 1 1-15,5 2 0 16,3-1-2-16,0 3-2 15,-1 3 3-15,-2 1 2 16,-2 1-6-16,-3 1 6 16,0-1 1-16,-2 3 2 15,-1-3-3-15,1-1-4 16,1-3 3-16,2-1 1 16,1-5 0-16,0 2 0 15,1-4 0-15,4-5 0 16,2-3 0-16,2-2 1 15,3 0 8-15,0 0-4 16,0 0-5-16,0 0-8 16,0 0-23-16,0 0-81 15,0 0-27-15,3 0 66 0,2 0-59 16,2 0-34-16,-7 0-88 16</inkml:trace>
  <inkml:trace contextRef="#ctx0" brushRef="#br0" timeOffset="44272.7599">13092 5710 693 0,'0'0'23'0,"0"0"-21"15,0 0 10-15,0 0-11 16,0 0 8-16,-42 74 20 0,42-59-17 16,3 5 12-16,7 3-9 15,-2 6 29-15,1 0-18 16,0 0 23-16,0-2-20 16,1-3-16-16,2-4 8 15,3-4-4-15,1-6-8 16,3 0-5-16,3-8 7 15,3-2 0-15,5 0-4 16,5-2-6-16,8-14-1 16,6-3-4-16,-3-7-125 15,-7-8-337-15</inkml:trace>
  <inkml:trace contextRef="#ctx0" brushRef="#br0" timeOffset="49001.9279">14907 7071 686 0,'0'0'59'0,"0"0"-4"15,0 0 4-15,0 0 12 16,0 0 4-16,0 0 3 0,0 0-29 16,-10-9-38-1,10 9-8-15,0 0-2 0,4 0-1 16,16 0 0-16,8 2 2 16,9-1 6-16,6 1-3 15,4-2-5-15,2 0 7 16,-3 0-3-16,2 0-4 15,-7 0 0-15,3 0-40 16,-5 0-79-16,-5 0-38 16,-10-5-160-16</inkml:trace>
  <inkml:trace contextRef="#ctx0" brushRef="#br0" timeOffset="56673.4897">19389 8959 450 0,'0'0'62'0,"0"0"-28"0,0 0-10 16,0 0 30-16,0 0-14 15,0 0 17-15,0 0-28 16,-43-3-2-16,43 3-4 16,-2 0 21-16,2 0-20 15,0-2-6-15,0 2-12 16,0 0-2-16,0 0-2 15,-1 0-2-15,-1 0-8 16,-2 0 4-16,0 0-8 0,-1 7-5 16,-1-1-10-1,3 1-11-15,-1 2-32 0,-1 0-14 16,0-3-39-16,3-1-110 16</inkml:trace>
  <inkml:trace contextRef="#ctx0" brushRef="#br0" timeOffset="57174.9037">19389 8959 261 0,'-92'77'259'0,"92"-77"-212"16,0 0-24-16,0 0 43 16,0 0 43-16,0 0-65 15,0 0 0-15,0 3-32 16,0-2 12-16,4 4-3 0,11 1 62 15,3 1-48 1,3 0-6-16,0 0 1 0,4-1 4 16,0-2-9-16,4 1 4 15,2 0-6-15,2-4-9 16,3 0 6-16,0-1 9 16,-2 0-17-16,0 0-3 15,-1 0-1-15,2 0-5 16,-3-4 4-16,1-1-6 15,0-1 8-15,-2 0-9 16,-1-2 6-16,0-4-2 16,-5 1 9-16,4-3-10 0,-2 0 4 15,-1 0-3-15,-2-2 0 16,-2 2-4-16,-2-2 4 16,-2 1-3-16,-3 1 1 15,0 2 0-15,-6-1 3 16,0 3-3-16,-4 3 3 15,1-1-4-15,-3 5-1 16,0 0 0-16,-1 1-1 16,-1 1-17-16,1 1-4 15,-1 0-29-15,-1 0-87 16,1 0-89-16,2 0-129 16</inkml:trace>
  <inkml:trace contextRef="#ctx0" brushRef="#br0" timeOffset="74692.4955">5825 11430 429 0,'0'0'100'0,"0"0"-47"16,0 0-27-16,0 0 21 15,0 0 24-15,0 0-49 16,0 0-9-16,0 0-12 16,7-8 5-16,-2 8 14 15,1 0-14-15,0 0 16 16,1 11 1-16,2 0 2 16,3 5 16-16,-3 4-17 15,3 0-4-15,0 6-1 16,0 1-6-16,0-2 9 15,0 2 7-15,1-2-15 16,1 0 6-16,0 4-1 16,-3-1-16-16,7 0 14 0,-5 3-1 15,-2-1-8-15,-1 2-5 16,1 1 0-16,-4-1-3 16,2 0 2-16,-2 0-1 15,1-1 0-15,1-2-1 16,1 0-1-16,-1 0 1 15,-1-4 1-15,-4 1-1 16,-1-3 0-16,-3-4 0 16,0-1 3-16,0 0-3 15,0-3 0-15,0-1-6 0,-9-1 12 16,-1 1-1-16,-5-1-5 16,1 2 3-16,1-3-2 15,-3 3-1-15,2-2 0 16,-2 0-5-16,-2-3 5 15,2 3 1-15,2-2 1 16,1 0-1-16,2-2-2 16,-2-3 1-16,8-1-1 15,1-2-1-15,1-1-8 16,1-1-27-16,-1-1-50 16,-4 0-80-16,-2 0-193 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31:10.210"/>
    </inkml:context>
    <inkml:brush xml:id="br0">
      <inkml:brushProperty name="width" value="0.05292" units="cm"/>
      <inkml:brushProperty name="height" value="0.05292" units="cm"/>
      <inkml:brushProperty name="color" value="#FF0000"/>
    </inkml:brush>
  </inkml:definitions>
  <inkml:trace contextRef="#ctx0" brushRef="#br0">15259 4187 554 0,'0'0'40'0,"0"0"-17"0,0 0 67 16,0 0-13-16,0 0-25 16,0 0 29-16,0 0-37 15,-7 0-15-15,7 0-27 16,0 0 27-16,0 0 4 15,0 0-5-15,-2 0-23 16,2 2 2-16,0 4-4 16,0 4-3-16,0 6 0 15,3 1 41-15,3 5-29 16,0 0 7-16,1-3-3 16,-1-1 7-16,2-4 0 15,0-1-21-15,2-3 2 0,-4-3 3 16,3-3 0-16,0-3-4 15,3-1 3-15,1 0-1 16,6-2 4-16,2-12 2 16,-1-5-11-16,1-1 0 15,-1-1 3-15,-1 1-3 16,-2 3 0-16,-2 4-2 16,-1 1-1-16,-2 3-25 15,4 3-53-15,1-2-135 16,0 0-182-16</inkml:trace>
  <inkml:trace contextRef="#ctx0" brushRef="#br0" timeOffset="8468.6651">21919 6929 427 0,'0'0'56'15,"0"0"-32"-15,0 0 20 16,0 0 35-16,0 0 18 0,0 0-61 15,0 0-5-15,0 0-7 16,0-7 11-16,0 7 24 16,0 0-35-16,0 0 10 15,0 0-18-15,0 0 10 16,0 0 10-16,0 0-13 16,0 0 3-16,0 0-12 15,0 0 5-15,0 0-2 16,0 0-17-16,0 0 9 15,0 0 2-15,0 0-10 16,0 0 12-16,0 0-13 16,0 0 6-16,0 0 4 15,0 0-3-15,0 0-3 0,0-1-1 16,0 1 10 0,0 0-11-16,0 0 1 0,0 0-3 15,0 0 0-15,0-1-3 16,0 1 6-16,0 0-6 15,0 0 1-15,0 0-2 16,0 0-14-16,0 0-6 16,0 0-3-16,-3 0-21 15,0 5-47-15,-4 3 14 16,-1-3-65-16,-5-1-34 16,4-1-136-16</inkml:trace>
  <inkml:trace contextRef="#ctx0" brushRef="#br0" timeOffset="9718.5365">21806 6978 706 0,'0'0'69'15,"0"0"-50"-15,0 0 0 16,0 0 21-16,0 0 75 16,0 0-67-16,6-16-10 15,-5 13-38-15,1 2 2 16,-2-1 0-16,3 2 2 0,-3-3 0 16,0 3 14-16,0 0-6 15,0 0 13-15,0 0-8 16,0 0 6-16,0 0 2 15,0 0-14-15,0 0 13 16,0 0-10-16,0 0-8 16,0 0-2-16,0 0-4 15,0 0-1-15,0 8-2 16,3 5 3-16,1 2 19 16,2 2-19-16,-2 0 5 15,3 0 21-15,0 2-25 16,2-1 29-16,-1 0-17 0,0-4-10 15,0-1 0 1,1-3 2-16,-4-1 6 0,2-1-11 16,-4-4-5-16,3-1 5 15,-2-2 8-15,0-1-1 16,1 0 4-16,1 0-4 16,5 0 4-16,3-8-1 15,3-4-6-15,5-2-4 16,2 0-3-16,1 0 3 15,4 0 1-15,2 0-1 16,2 1 0-16,4-1 0 16,-1 5 1-16,1-4-1 15,3 6 0-15,-1-1 7 0,-1 2-7 16,-1 0 0-16,-2 1 1 16,-5 0-3-16,-2 1 2 15,-5-1 0-15,1 0 0 16,-2 0 1-16,-3 1-1 15,0 3 1-15,-2-3-1 16,-3 4 0-16,-2-3 0 16,0 2-1-16,-5 1 2 15,-2 0-1-15,-4 0 0 16,-1 0 0-16,0 0 0 16,0 0 0-16,0-1 0 15,0 1 10-15,0 0 0 0,0 0-2 16,0 0 4-1,0 0-3-15,0 0-1 0,0 0 7 16,0 0-9-16,0 0-3 16,0 0-2-16,0 0-1 15,0 0 4-15,0 0-4 16,0 0 0-16,0 0 0 16,0 0-1-16,0 0 3 15,0 0-2-15,0 0 4 16,0 0-4-16,0 0-2 15,0 0 1-15,0 0 0 16,0 0 0-16,0 0 1 16,0 0 0-16,0 0 0 15,0 0 4-15,0 0-4 16,0 0-1-16,0 0 1 0,0 0 0 16,0 0 1-16,0 0-1 15,0 0-2-15,0 0 2 16,0 0-2-16,0 0 2 15,0 0-2-15,0 0 2 16,0 0 0-16,0 0-3 16,0 0 0-16,0 0 1 15,0 0 2-15,0 0 0 16,0 0 2-16,0 0-2 16,0 0-2-16,0 0 2 15,0 0 3-15,0 0-3 16,0 0 0-16,0 0 1 0,0 0-5 15,0 0 3-15,0 0-18 16,-3 0-4-16,0 0-11 16,-1 0 17-16,-1 0-22 15,-2 5-22-15,-3-2-21 16,-1 0-109-16,-1-1-52 16,3-2-255-16</inkml:trace>
  <inkml:trace contextRef="#ctx0" brushRef="#br0" timeOffset="10655.0734">23309 6958 282 0,'0'0'243'16,"0"0"-188"-16,0 0 16 15,0 0 41-15,0 0-40 16,0 0 0-16,-8-5-10 0,8 5-6 15,0 0 14-15,0 0-19 16,0 0-27-16,0 0-13 16,0 0 7-16,15-3-6 15,5 3 10-15,7-1-5 16,2 1-5-16,1 0-9 16,5 0-2-16,-1 0 5 15,5 0-6-15,0 0 2 16,-3 0-2-16,-4 0 0 15,-2 0 1-15,-6 0-1 16,-5 0-4-16,-4 0 4 16,-2 0 4-16,-3 0-4 15,-5 0-2-15,0 0 2 0,-3 0 5 16,-2-1-5-16,0 1 0 16,0 0 2-16,0 0-2 15,0 0-5-15,0 0 5 16,0 0-40-16,0 0-49 15,0 0-116-15,0 0 14 16,-7 0-387-16</inkml:trace>
  <inkml:trace contextRef="#ctx0" brushRef="#br0" timeOffset="12896.7846">21768 6832 519 0,'0'0'35'0,"0"0"-23"16,0 0 17-1,0 0 22-15,0 0 41 0,0 0-55 16,-13-15-37-16,13 13 0 16,0 2 0-16,0 0-2 15,0 0 1-15,0 0-9 16,0 0 8-16,0 0 4 16,0 0 4-16,0 0-6 15,0 0-4-15,0 0 4 16,0 0 0-16,0 0 0 15,0 0-1-15,0 0 1 16,0 0 0-16,0 0 0 16,0-1-1-16,0 0 1 0,0 0 54 15,0-1-19 1,0 0 21-16,0 2-27 0,0 0 24 16,0 0-15-16,0 0 1 15,0 0-38-15,0 0 6 16,0 0-3-16,0 0-4 15,0 0-11-15,0 10 11 16,6 4 28-16,-2 3-10 16,4-3 11-16,-4 6-11 15,2 0-1-15,2 2 5 16,-4 2 3-16,4 4-6 16,-2-3-9-16,-2 1-3 15,2-4 6-15,-1-1 7 16,-1-2-19-16,0-2 1 0,-2-2 13 15,0-5-15 1,-2-1 6-16,2-4-6 0,-2 1 6 16,0-5-2-16,0-1-4 15,0 0 4-15,0 0 5 16,0 0 7-16,2 0 3 16,-2 0-3-16,2 0 16 15,-1 0-28-15,1 0 6 16,2 0 1-16,6 0-11 15,2-7-4-15,6 2 1 16,-3 0 3-16,3-2 0 16,-1 4 9-16,2-1-8 15,3-1-1-15,-1 3-6 16,3-3 6-16,0 4 0 16,-2-2 0-16,1 1 0 0,0 2 0 15,3-1-1-15,-2 1 1 16,1 0 0-16,-1 0 1 15,3 0-1-15,-3 0 1 16,4 0-1-16,-3 0-1 16,-1 0 1-16,-3-3 3 15,1 2-3-15,-1-2 0 16,-3 2 8-16,2-2-4 16,-4 0-3-16,3 0 0 15,-1 2 6-15,-3 0-7 0,0-1 0 16,2 2 1-1,-4-1-1-15,2 1 0 0,0 0 0 16,0 0 1-16,-1 0-2 16,2 0 1-16,4 0 0 15,7 0 0-15,11 0 11 16,2 0 3-16,3 0-11 16,-3 0-6-16,-2 0 2 15,-5 0 0-15,-2 1 1 16,-3-1 0-16,-1 0-1 15,-2 0 2-15,-1 0-1 16,3 0 0-16,-4 0 0 16,0 0 1-16,0 0-1 15,-3-1 0-15,-1-2 1 16,-2-1-1-16,-2 2 0 0,5 1 1 16,-4-2-1-16,2 2 0 15,1-1 0-15,-2 1 4 16,-1-1-4-16,1 1 2 15,0-1 0-15,4 2 0 16,-3-2 0-16,3 2-2 16,-3-3 4-16,3 2-3 15,-3-2-1-15,0 1 0 16,3 1 2-16,1-1-2 16,1 2 1-16,0-3-1 15,1 1 0-15,0-1 1 16,-2 1-1-16,1 0 4 15,-2 0-2-15,4-1 1 0,-3-2-3 16,-1 2 6-16,0-2-2 16,0 3-4-16,-1 0 1 15,0-3-1-15,-1 2 2 16,0 0-2-16,-3 0 0 16,-1 1 3-16,1 1-1 15,-4-1-1-15,-1 1-1 16,2-1 0-16,-3 2 0 15,0-2 0-15,0 2-1 16,-4 0-1-16,-2 0 2 16,1 0 0-16,-1 0 0 15,1 0 1-15,-2 0-1 16,-3-1-7-16,1 1 6 16,-1 0 0-16,0 0-1 0,0 0 2 15,0 0-12-15,0 0-39 16,0 0-54-16,0 0-141 15,-4-8-305-15</inkml:trace>
  <inkml:trace contextRef="#ctx0" brushRef="#br0" timeOffset="25903.6829">5885 7860 345 0,'0'0'97'0,"0"0"-58"16,0 0-12-16,0 0 7 16,0 0-4-16,0 0-9 15,0 0-7-15,0 0-1 16,14-13-13-16,-14 9-4 15,0 0-53-15,0-2-29 0,0 4-152 16</inkml:trace>
  <inkml:trace contextRef="#ctx0" brushRef="#br0" timeOffset="26321.1382">5885 7860 304 0,'-29'-29'148'15,"29"29"-71"-15,0 0-20 16,0 0-41-16,0 0-10 15,0 0 4-15,6 0-3 16,5 0 6-16,4 0-12 16,4 0 4-16,2 0-5 15,0 2 5-15,3 1-5 0,1 1-1 16,3 0-1-16,0 2 2 16,1 2 2-16,1-1 1 15,6 0-4-15,10-2 2 16,18-4 177-16,11-1-47 15,5 0-112-15,-1 0-17 16,0 0-4-16,-6-6 1 16,-3 2-4-16,-6 3 10 15,-10-2-2-15,-10 3-3 16,-6 0-1-16,-9 0-9 16,-4 0 10-16,-4 0 0 15,-5 0 0-15,-1 0 0 16,-3 0 0-16,0 0 0 15,-5 0 9-15,1 0-8 16,-2 0-2-16,0 0 2 0,-3 0-2 16,0-1 1-16,-3 1-11 15,6-2-87-15,-2-2-87 16</inkml:trace>
  <inkml:trace contextRef="#ctx0" brushRef="#br0" timeOffset="37951.5299">17214 5559 304 0,'0'0'8'0,"0"0"-8"16,0 0 5-16,0 0-4 15,0 0-1-15,0 0-3 16,0 0-43-16</inkml:trace>
  <inkml:trace contextRef="#ctx0" brushRef="#br0" timeOffset="38317.5933">17274 5409 614 0,'0'0'132'16,"0"0"-105"-16,0 0-20 15,0 0 35-15,0 0-36 16,0 0-5-16,6 8 14 16,0 3 1-16,-1 5 29 0,-2 2-37 15,-2 2 29 1,1-1-21-16,-2 0 0 0,0-2-8 15,1-3-6-15,1-1-2 16,-2-3 0-16,0-3-1 16,0-3-4-16,0-3-98 15,1-1-58-15,3 0-242 16</inkml:trace>
  <inkml:trace contextRef="#ctx0" brushRef="#br0" timeOffset="38627.662">17469 5380 688 0,'0'0'105'0,"0"0"-60"15,0 0-1-15,0 0-10 16,0 0-24-16,0 0-8 15,0 26 29-15,0-7-12 16,0 2 22-16,0 0-22 16,5-2 5-16,-3 1-21 15,0-3 16-15,0-3-17 16,0-1-2-16,-2-4 2 0,0-1-3 16,0-1 1-16,0-3-29 15,-13-1-91-15,-8-3-87 16,-3 0-408-16</inkml:trace>
  <inkml:trace contextRef="#ctx0" brushRef="#br0" timeOffset="38996.7385">17231 5498 620 0,'0'0'82'0,"0"0"-50"0,0 0-18 16,0 0-4-16,0 0 44 15,0 0-7-15,9 61 0 16,1-36-26-16,2-2-9 16,2-1 6-16,-2-2 4 15,5-3-12-15,-1-4 6 16,1-1 11-16,-2-7 7 15,3-2-21-15,-1-3-2 16,3 0 5-16,1-4 6 16,2-11-11-16,2-2-2 15,-1-5-8-15,0 1-1 16,-5-1 4-16,2 2-4 16,-2 4-44-16,-2 4-84 0,-4 2-68 15,-4 2-338-15</inkml:trace>
  <inkml:trace contextRef="#ctx0" brushRef="#br0" timeOffset="45969.4197">8638 9194 609 0,'0'0'30'0,"0"0"2"16,0 0-19-16,0 0 7 0,0 0 65 15,0 0-29-15,0 0-18 16,-4-8-20-16,4 8-16 16,0 0 6-16,0 0-4 15,0 0-2-15,0 0 6 16,0 0 3-16,0 0 0 15,0 0 6-15,0 0-2 16,0 0-14-16,0 0 15 16,0 0 14-16,0 0-8 15,13 0-22-15,12 0 22 16,17 0 34-16,7-1-42 16,11-3 2-16,6-3-14 0,0 2 9 15,5-2-8 1,-4 0 1-16,-1 1-4 0,-9 4 0 15,-6-1-1-15,-12 2 1 16,-9 1 0-16,-9 0 0 16,-8 0 2-16,-5 0-2 15,-4-3 3-15,-2 3 7 16,-2-2 31-16,1 1 12 16,-1-1-33-16,0 1 13 15,0-1-18-15,0 2-11 16,0 0-2-16,0 0-2 15,0-1 0-15,0 1 0 16,0-2 0-16,0 2-1 16,0 0 0-16,0-1-6 15,0 1-51-15,0 0-30 0,0 0-62 16,2 0-6-16,1 0-40 16,-3 0-254-16</inkml:trace>
  <inkml:trace contextRef="#ctx0" brushRef="#br0" timeOffset="49814.2072">14391 7954 503 0,'0'0'39'16,"0"0"-7"-16,0 0-9 15,0 0 36-15,0 0 11 16,0 0-34-16,0 0 10 16,-36-19-42-16,30 19 13 15,2 0 0-15,-5 0-15 16,-1 0 1-16,2 1 21 15,-4 8-18-15,2 6 5 16,-4 3-6-16,-1 7 0 0,0 3 20 16,-1 5-21-1,1 7 0-15,3 4 20 0,-1 5-15 16,7 1-9-16,1 4-1 16,5 3 1-16,0 2-1 15,0 5 8-15,6 0-14 16,8-3 14-16,10-4-18 15,2-7-3-15,5-5-51 16,4-4-87-16,-1-9-191 16</inkml:trace>
  <inkml:trace contextRef="#ctx0" brushRef="#br0" timeOffset="50484.7683">15874 8028 629 0,'0'0'48'16,"0"0"-45"-16,0 0 46 16,0 0 5-16,79 86-19 15,-56-52 16-15,-1 4-18 16,-2 2-15-16,-2 6 7 15,-6 4-6-15,-4 6 4 16,-7 8-13-16,-1 2 0 16,0 3-7-16,-10 0 1 15,-12-8-5-15,-5-3 2 0,-1-7-1 16,-3-7 0-16,0-6-1 16,-2-4-16-16,0-5-93 15,-1-4-155-15</inkml:trace>
  <inkml:trace contextRef="#ctx0" brushRef="#br0" timeOffset="70297.3545">16214 12330 465 0,'0'0'61'0,"0"0"-27"0,0 0-13 15,0 0 30-15,0 0 27 16,0 0-42-16,0 0-27 15,0 0 14-15,-37-30 15 16,35 29-37-16,0 1 3 16,1 0 4-16,1 0-7 15,0 0-1-15,0 0-1 16,-1 0 1-16,1 0 0 16,0 0 0-16,0 6 0 15,0-1 4-15,2-2-3 16,16 1 3-16,8-1 5 15,13-1-6-15,11-2 0 16,13 0 14-16,10 0-10 16,4 0-4-16,1 0-2 15,1 0-1-15,0 0 1 0,0 0-1 16,-1-3 0-16,-8 1 0 16,-3 1 2-16,-7 1-2 15,-8 0 0-15,-6 0 2 16,-6 0-2-16,-9 0-5 15,-9 0-15-15,-8 0-52 16,-10 0-23-16,-4 0-60 16,0 0-82-16</inkml:trace>
  <inkml:trace contextRef="#ctx0" brushRef="#br0" timeOffset="71413.5899">5706 13314 736 0,'0'0'27'15,"0"0"-14"-15,0 0-10 16,0 0 16-16,0 0 9 15,0 0 3-15,13 7 24 16,14-2-29-16,6 1 15 16,4 1-15-16,9-2-14 0,-3 1-3 15,5-1-8-15,0-2 0 16,1 1 2-16,2-2 0 16,1 1-2-16,-1 2-1 15,-2-2 0-15,2-3 0 16,2 4-6-16,-1-3-44 15,-4-1-70-15,-3 0-139 16</inkml:trace>
  <inkml:trace contextRef="#ctx0" brushRef="#br0" timeOffset="77848.0903">2450 16905 632 0,'0'0'26'0,"0"0"32"16,0 0-38-16,0 0-8 15,0 0-3-15,0 0 52 16,0 0-20-16,-24-24 16 15,22 21-34-15,2 3-2 0,0 0-20 16,0 0 8-16,0 0-1 16,0 0 0-16,0 0-14 15,0 0 9-15,9 0-3 16,8 1 4-16,8 8-4 16,8 0 2-16,7 1 0 15,12-1-2-15,9-1 3 16,5 2-3-16,7 0 0 15,0 2 0-15,3-1 0 16,2 2 3-16,2 1-3 16,-2-2-3-16,-4 1 3 15,-5 2 7-15,-2 1-7 16,-4 1 1-16,4-2-1 16,-2 1 0-16,4-5 1 0,6 0 2 15,8-6 5-15,11-1 2 16,4 0-8-16,1-2-2 15,6-2-2-15,-3 0-2 16,-2 2 4-16,-4-2 2 16,-10 5 1-16,-2-4-4 15,-8 2 2-15,-6 0-1 16,-7-3 0-16,1 0 2 16,-6 0-2-16,-1 0 1 15,1-1 2-15,2-7-3 16,-4 0-5-16,-4-1 5 15,-4-2 7-15,-6 2-7 16,-8 0-11-16,-1 2 11 0,-5-1-3 16,-1 3 8-16,0 0-7 15,-3 1 2-15,-3 1-42 16,1 0-45-16,0-4-46 16,-3-8-221-16</inkml:trace>
  <inkml:trace contextRef="#ctx0" brushRef="#br0" timeOffset="107631.7265">20884 6982 513 0,'0'0'77'15,"0"0"-2"-15,0 0-2 0,0 0-17 16,0 0 9-16,0 0 6 16,0 0 1-16,-26-21-43 15,25 21 1-15,1-2 23 16,0 2-29-16,0 0-4 16,0 0-6-16,0 0-13 15,0 0 2-15,0 0 5 16,12 0-8-16,15 0 2 15,9 0 1-15,11 0 21 16,3-1-16-16,3-4-4 16,2 1-1-16,-4-1-3 15,1-1 0-15,-2 1-1 16,-9 0-4-16,-5 1-45 16,-7 1-91-16,-13-2-52 15,-12-2-111-15</inkml:trace>
  <inkml:trace contextRef="#ctx0" brushRef="#br0" timeOffset="107818.2161">20914 7050 667 0,'0'0'25'16,"0"0"-25"-16,0 0 0 15,103-10 0-15,-61 4 15 16,7 3 15-16,3 0-30 0,3-1 9 16,9-2-18-16,8-4-153 15,-1-6-140-15</inkml:trace>
  <inkml:trace contextRef="#ctx0" brushRef="#br0" timeOffset="110747.3727">5612 7761 566 0,'0'0'19'0,"0"0"32"0,0 0 39 15,0 0-37-15,0 0-10 16,0 0 26-16,0 0 13 16,-66-61-10-16,60 57-4 15,3 1-35-15,3 1-1 16,0 2 5-16,0 0-36 15,0 0-1-15,0 4-4 16,15 11 0-16,9 4 4 16,2 1 0-16,6-3 0 15,1-1 2-15,1-3-2 16,2-5 1-16,4-1-1 16,-1-4 0-16,3-3-1 15,-1 0 1-15,0 0 0 16,-1-3 6-16,-3-12-12 15,-4-1 6-15,-2-2-1 0,-5-2 1 16,-5 1 0-16,-5 0-11 16,-6 4 0-16,-5 1 10 15,-3 4-5-15,-2 3 6 16,0 4 0-16,0 0-3 16,-5 3 6-16,-7 0-6 15,-1 0 3-15,-4 3-2 16,-3 11 1-16,0 6 1 15,-4 2-5-15,2 3 4 16,-8 0 2-16,5-3-1 16,-1-1 7-16,1-3-7 15,-1-3 9-15,0 2 0 0,-3-5-8 16,1 0 2-16,-5-3-3 16,-4-3 8-16,0-3 1 15,-1-3-7-15,4 0 1 16,6-1-3-16,1-12 0 15,2-3 0-15,5 0-1 16,2 0-2-16,8 4 3 16,2 2-1-16,8 6-1 15,0-1-1-15,0 0 0 16,0 1-6-16,8 1-3 16,5-1 4-16,3 1 7 15,1 3-7-15,1 0 8 16,1 2 0-16,4 10 0 0,2 2 0 15,0 4 0-15,1-3 0 16,-1 1 0-16,2-4 0 16,-3-2-1-16,4-3 2 15,-1-6-2-15,6-1-1 16,1 0 1-16,3-4 1 16,4-10 0-16,4-5-5 15,-1-5-212-15,-5-8-392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33:36.078"/>
    </inkml:context>
    <inkml:brush xml:id="br0">
      <inkml:brushProperty name="width" value="0.05292" units="cm"/>
      <inkml:brushProperty name="height" value="0.05292" units="cm"/>
      <inkml:brushProperty name="color" value="#FF0000"/>
    </inkml:brush>
  </inkml:definitions>
  <inkml:trace contextRef="#ctx0" brushRef="#br0">849 6079 597 0,'0'0'100'0,"0"0"-66"16,0 0-23-16,0 0 30 16,0 0-10-16,0 0 3 15,0 0-1-15,0 0-1 16,-37-67-4-16,37 66-7 15,0-1-13-15,0 2 6 16,0 0-12-16,0 0-1 16,0 0-1-16,-2 0-6 15,2 0 3-15,0 0-1 16,0 0 0-16,0 0 0 16,0 0-6-16,0 0 7 15,3 0 2-15,15 0 1 0,5 0 5 16,6 0 4-16,2 0-2 15,2-2 3-15,-1-1 3 16,-4 0 3-16,2 2-11 16,-6-1-4-16,3 2 1 15,-5-1-2-15,-7-1 4 16,-5 2-8-16,-4-3 4 16,-3 3-6-16,-3 0-11 15,0 0-72-15,0-4-142 16</inkml:trace>
  <inkml:trace contextRef="#ctx0" brushRef="#br0" timeOffset="275.2645">974 6316 545 0,'0'0'169'15,"0"0"-137"-15,0 0-30 16,0 0 30-16,0 0 12 16,0 0-3-16,26 0 10 15,-10-7-34-15,5 0-15 16,-4 1 0-16,3 2 1 16,-3 0-3-16,-1-1 5 15,-1 0-5-15,-2 2 0 16,-2-3 0-16,-2-2-79 0,-5-4-66 15,-4-5-225 1</inkml:trace>
  <inkml:trace contextRef="#ctx0" brushRef="#br0" timeOffset="732.1761">870 5770 717 0,'0'0'72'0,"0"0"-72"0,0 0 0 16,0 0 9-16,0 0-6 15,0 0-1-15,18 4 5 16,7-1 14-16,5 2 14 15,1 2-8-15,2 3-20 16,1 2-7-16,2 5 1 16,1 2 5-16,1 8 0 15,5 7-6-15,-9 4-1 16,-2 3 1-16,-7 1 4 16,-10 1-2-16,-5-2 2 15,-10 3 7-15,0 2 3 0,-16-3 19 16,-9 2-1-1,-8-6 14-15,0-2-7 0,0-5-19 16,2-6 7-16,1-6-11 16,6-3-16-16,3-3 0 15,0-4-6-15,4-4-9 16,0-2-128-16,4-4-72 16</inkml:trace>
  <inkml:trace contextRef="#ctx0" brushRef="#br0" timeOffset="79772.3483">17940 6476 206 0,'0'0'60'0,"0"0"-25"16,0 0-27-16,0 0 3 15,0 0 1-15,0 0 3 16,0 0 8-16,0 0-14 0,-2-7 14 15,2 7 22-15,0 0-32 16,0 0-11-16,0 0 1 16,0 0 15-16,-1 0-16 15,1 0 31-15,0 0 0 16,-2 0 8-16,2 0 5 16,0 0 3-16,0 0-21 15,0 0-14-15,0 0 2 16,-1 0-13-16,1 0 5 15,0 0-8-15,0 0 0 16,0 0 1-16,6 0-1 16,13 0 7-16,-1 0-14 15,3 0 7-15,3 0-1 16,4 0-1-16,2 0 2 0,0 0 2 16,1 0-1-16,-3 0-1 15,-1 0 0-15,-1 0 0 16,-1 1-1-16,-1 1 1 15,1-2 4-15,0 2 0 16,-1-2-8-16,0 0 8 16,-3 0-3-16,0 0 3 15,-2 0-2-15,-1 0 7 16,0-3-9-16,-2-1 3 16,2-1 7-16,-3 2-2 15,2 1-5-15,-4 1 2 16,2-1-3-16,0 0-2 15,0 0 3-15,-2 1-3 16,2 1 0-16,-3-2 0 0,3 0 0 16,-3 2 5-16,3 0-5 15,-5-3-6-15,1 3 6 16,-3 0 1-16,0 0-1 16,-3 0 0-16,2 0-2 15,-1 0 4-15,0 0-3 16,-2 0 7-16,-2 0-6 15,-2 0 0-15,0 0 0 16,0 0 0-16,0 0 0 16,0 0 1-16,0 0-1 15,0 0 0-15,0 0 0 16,0 0 0-16,0 0 0 16,0 0-1-16,0 0 1 0,3 0 0 15,-3 0-6-15,3 0-4 16,0 0-16-16,-1 5-96 15,-2-3-13-15</inkml:trace>
  <inkml:trace contextRef="#ctx0" brushRef="#br0" timeOffset="115445.7128">8571 7575 417 0,'0'0'46'0,"0"0"-24"15,0 0 6-15,0 0 40 16,0 0 15-16,0 0-54 15,0 0-26-15,0 0-3 16,1 0-12-16,-9 0-52 16,-3-2-36-16,2 1 66 15,-1-1-44-15,2 2-6 16,2-3 47-16,2 3 27 16,-1 0 10-16,2 0-11 15,2 0 11-15,-2 0 13 16,3 0 54-16,0 0 29 15,0 0-26-15,0 0 0 16,0-2-9-16,0 2-9 16,0 0-29-16,0 0 5 15,4 0-26-15,8 0 34 0,2 0 8 16,4 0-6-16,2 0-27 16,2 0 23-16,1 0-18 15,3-2-6-15,3 1-5 16,3-1 7-16,4 0-10 15,4 0 6-15,5-1-8 16,5-1 14-16,4 1 22 16,2 0 30-16,3-1-63 15,1 1 0-15,-1-2-3 16,1 1-2-16,-2-1 2 16,-4 3 3-16,-4-1-3 15,-3-2 4-15,2 1-4 0,-3-1 6 16,2-1-1-16,-2-1 6 15,0-2-9-15,-5 2 4 16,-7 0-5-16,-1 4 5 16,-8 0-6-16,-6 0 2 15,-4 2-4-15,-1 1 4 16,-5 0-2-16,-3 0 6 16,-1 0 0-16,-2 0-6 15,0 0 5-15,0 0-1 16,-1 0 2-16,1-1-6 15,-3 1 0-15,3 0-5 16,-3 0 5-16,0 0 0 16,0 0-59-16,0 0-73 0,0 0-96 15,0 0-71-15</inkml:trace>
  <inkml:trace contextRef="#ctx0" brushRef="#br0" timeOffset="116909.4085">11036 7428 547 0,'0'0'96'0,"0"0"-40"16,0 0-25-16,0 0 11 16,0 0 10-16,0 0-3 0,0 0-1 15,0 0-26-15,7 0-16 16,9 0 14-16,2 0-8 15,6-1 13-15,1-2-10 16,3-1-3-16,2 1-12 16,4 3 5-16,1-2 1 15,2 2-6-15,8 0 0 16,3 0 0-16,4 0-4 16,7 0 4-16,1 0 0 15,4 0-3-15,4 0 3 16,1 0 2-16,2-4 0 15,-3 0-3-15,-2 0 2 16,-2 4-2-16,-7 0 2 16,-1 0-1-16,-2 0 0 0,0 0 0 15,-1 4 0-15,1 0 0 16,0-2 0-16,2-1-3 16,1 0 3-16,4 1 4 15,3-2-4-15,2 0 0 16,-2 0-3-16,2 0 3 15,-1 0 0-15,-4-6-1 16,2-2 0-16,-2 0-2 16,-1-1 4-16,-2 3-1 15,-2 0 2-15,-4-1-2 16,0 1 0-16,-6 2 1 16,0 1-1-16,-3 2 0 15,4 0-1-15,-4-2 1 0,0 1 1 16,-5 0-1-1,-1 2 0-15,-4 0 12 0,1 0-10 16,-6 0 4-16,2 0 5 16,-3 0-8-16,-5 0 5 15,2 0-6-15,-6 0 10 16,0 0-7-16,0 0-2 16,-6 0-3-16,1 0 0 15,1 0 0-15,-7 0 0 16,2 0-7-16,0 0-4 15,-2 0-42-15,3-2-84 16,-7-6-192-16</inkml:trace>
  <inkml:trace contextRef="#ctx0" brushRef="#br0" timeOffset="122300.4877">12664 6624 519 0,'0'0'78'0,"0"0"10"16,0 0-66-16,0 0 0 16,0 0 2-16,0 0 6 15,0 0-22-15,0 0-7 16,-30 25 1-16,18 5 7 16,3 9-4-16,3 6 0 15,4 6-5-15,2 8 0 16,0 7 1-16,2 6-1 15,16 1 0-15,14-1-11 16,11-7-34-16,13-4-93 16,11-15-122-16</inkml:trace>
  <inkml:trace contextRef="#ctx0" brushRef="#br0" timeOffset="122846.2671">14392 6668 526 0,'0'0'89'0,"0"0"-18"15,0 0-51-15,0 0-4 16,0 0 19-16,0 0-6 15,86 89 23-15,-69-47-38 16,-3 3-10-16,-6 6 0 16,-3 1-1-16,-5 3-3 15,0 0 5-15,-13 3-11 16,-11-3 5-16,-9-1-51 16,-7-4-154-16</inkml:trace>
  <inkml:trace contextRef="#ctx0" brushRef="#br0" timeOffset="141957.387">5913 7783 528 0,'0'0'24'0,"0"0"6"0,0 0-5 16,0 0 23-16,0 0 37 15,0 0-54-15,0 0-11 16,0 0-18-16,0-14 26 15,0 14 11-15,0 0 21 16,0 0-16-16,0 0 8 16,0 0-16-16,0 0-8 15,0 0-15-15,0 0-8 16,0 0-5-16,0 0-7 16,0 8 7-16,10 5 10 0,2 1 1 15,0 6-3-15,3 2 10 16,-1 2-6-16,0 1 1 15,0 0 6-15,2 0-16 16,-2 0-1-16,-1 0 4 16,-2 0 13-16,1 2-15 15,-1 0 7-15,-2 1-8 16,1 1 0-16,-2-2-1 16,-3 2 0-16,-1-3-1 15,-2-1 15-15,1-3-14 16,-3-6-2-16,1-2 6 0,-1-4-5 15,0-4-1 1,0-2 1-16,0-3-1 0,0 1 0 16,0-2-2-16,0 0 2 15,0 0 5-15,0 0 9 16,0 0-13-16,0 0 5 16,0 0 2-16,0-3 12 15,0-10-15-15,0-2 7 16,0-7-12-16,0-3 0 15,0-3-8-15,0-3 8 16,0-4 0-16,5 1 2 16,2 1-2-16,2-2 0 15,1 4-2-15,1 0 11 16,1-1-18-16,0 4 7 0,3-2 2 16,0 1 2-16,1 2-2 15,2 0 0-15,0 4 5 16,0 2-1-16,-3 2-4 15,-1 2 0-15,0 4-1 16,-2 2-3-16,-2 2-4 16,-2 4-21-16,-5 4-48 15,0 1-57-15,0 0-118 16,-3 0-203-16</inkml:trace>
  <inkml:trace contextRef="#ctx0" brushRef="#br0" timeOffset="144430.7666">13107 8828 395 0,'0'0'134'0,"0"0"-98"16,0 0-5-16,0 0 51 15,0 0-50-15,0 0 22 16,0-19-47-16,0 19-5 16,0-1 10-16,0 0-2 15,0-1-10-15,0-1 0 16,0 2-2-16,0-1 2 16,0 2 0-16,-2 0-4 15,2-2 4-15,0-1-3 16,0 3 2-16,-1 0 1 15,1-2 8-15,0 2 1 0,0 0-6 16,0 0 4-16,0 0 9 16,0 0-6-16,0 0 9 15,0 0-16-15,0 0-3 16,0 0 1-16,0 0-1 16,0 0 1-16,0 0 0 15,6 0 0-15,1 2-2 16,1 8 6-16,-1-3-5 15,1 4 14-15,0 0 10 16,0 2-14-16,1 1 6 16,0 3-13-16,1 0 8 15,1 2 4-15,-2-1-8 0,1 3 5 16,-2-1-7 0,1 1-3-16,-1-2 12 15,-2 0-13-15,0-1 2 0,-1 1 1 16,0-2-3-16,-1 0 9 15,0 0-10-15,-1 1 9 16,0-4 1-16,-1 0-4 16,-1-2 6-16,1 0-8 15,-2-2 6-15,1-2-9 16,-1 0 6-16,0-5-4 16,0-1-3-16,0-1 0 15,0 1 0-15,0-1-1 16,0-1 1-16,0 0 0 15,0 0 2-15,0 0 2 16,0 0 3-16,0 0 11 0,0 0 23 16,0 0-9-16,0 0 16 15,0 0-24-15,0 0-15 16,0 0 3-16,0 0-7 16,0 0-5-16,0 0 0 15,0 0-5-15,0 0 5 16,0 0 0-16,0 0-8 15,0 0 0-15,0 0-2 16,0 0 1-16,0 0 0 16,0 0-10-16,0 0 8 15,0 0 4-15,0 0-1 16,0 0 8-16,-1 0-1 0,-1 0 2 16,2 0 0-16,0 0 1 15,0 0 0-15,0 0 2 16,0 0 3-16,0 0-6 15,0-9 6-15,0-5-7 16,0-1 0-16,0-5 0 16,6-2 0-16,2-3 0 15,4-2 2-15,-2-2-2 16,-2-2 6-16,5 1-11 16,-3-2 8-16,1 6-6 15,4 1 3-15,-5 7 0 16,4 0-1-16,-4 2 2 15,2 2-1-15,1 0 4 16,0-1-4-16,1 0-4 16,-2 0 4-16,0 1 0 0,-1 2 0 15,-1-3 5-15,0 2-1 16,-2 2-4-16,-2 3-4 16,-2 0 4-16,-2 5 0 15,-1 0 6-15,-1-1-16 16,0 4 14-16,0 0-8 15,0 0-27-15,0 0-97 16,0 0-69-16,0 8-7 16,-10 0-179-16</inkml:trace>
  <inkml:trace contextRef="#ctx0" brushRef="#br0" timeOffset="147982.081">23467 8574 547 0,'0'0'15'0,"0"0"5"16,0 0 6-16,0 0 7 15,0 0-19-15,0 0-14 16,0 0 0-16,0 41 49 16,0-16-34-16,3 4 15 15,-3 3-26-15,0 3 3 16,0 6-6-16,-16 4-1 16,-8 2-39-16,-6-5-204 15</inkml:trace>
  <inkml:trace contextRef="#ctx0" brushRef="#br0" timeOffset="157684.5173">10848 11262 353 0,'0'0'63'15,"0"0"-25"-15,0 0 4 16,0 0-29-16,0 0 27 15,0 0 4-15,0 0 13 16,-6-39-11-16,6 37-42 16,0-1 0-16,0 3 2 15,0 0 0-15,0 0 0 0,0 0-2 16,3 0-4 0,7 0 0-16,6 0 1 0,-1 0 3 15,4 0-3-15,-1 3 6 16,2 2-6-16,0-2-1 15,0 0 2-15,5 1 0 16,0-1 3-16,2 4-2 16,0-4-2-16,-4 3 6 15,1-1-7-15,1 0 3 16,2-1-3-16,-1-1 0 16,4 2 0-16,2 0-3 15,-3-2 4-15,3-2-1 16,-4 2 12-16,-1-3-9 0,-6 0-3 15,1 0 0 1,0 0 0-16,1 0 4 0,1 0-4 16,4 0 4-16,5-4 8 15,3-4-2-15,1 3-4 16,5-2-6-16,2-1 4 16,0 3-2-16,3 1-2 15,-5 2 3-15,-3-1-3 16,1 3 1-16,-4 0 1 15,-3 0-1-15,0 0-1 16,-2 0 0-16,0 0 2 16,1 0-2-16,-1 0 0 15,0 0 0-15,1 0 12 16,2 0-12-16,7 0 6 0,2 0-5 16,4-3 3-16,1 1 2 15,1 0-6-15,1 1 0 16,3-1-6-16,-2 2 13 15,1 0-4-15,-9 0-3 16,-8 0-9-16,-2 0 9 16,-6 0 1-16,1 0-1 15,-5 0 0-15,1 0 3 16,-4 0-2-16,2 0-1 16,0 0 0-16,0 0 0 15,4-3 0-15,0-1 1 16,-3 0-1-16,1 1 0 15,-1-1 0-15,-2 3 0 16,-1-1 2-16,0 1-2 16,-2 1 0-16,1-1 0 0,-8 1 0 15,1-1 0-15,-5-1 0 16,-3 1 2-16,-1-1-1 16,-3 0 5-16,2 1 16 15,-2-2 6-15,1 1-18 16,-1 0-1-16,0 0-8 15,0-1-1-15,0 1 4 16,0 2-4-16,0 0-50 16,0 0-109-16,-1-2-232 15</inkml:trace>
  <inkml:trace contextRef="#ctx0" brushRef="#br0" timeOffset="204284.9322">6993 11257 587 0,'0'0'70'0,"0"0"30"16,0 0-78-16,0 0 68 15,0 0-35-15,0 0 25 16,0 0-16-16,0 0-18 0,-18-14-22 15,18 14-5 1,0 0-8-16,0 0-10 16,0 0-1-16,0 0-3 0,5 0 3 15,13 3-2-15,8 3 2 16,2-1 0-16,1 1 0 16,-2 0 0-16,5-3 0 15,-3 1 0-15,0-1-1 16,0-3-5-16,1 0-49 15,-5 0-56-15,1 0-60 16,-9-7-322-16</inkml:trace>
  <inkml:trace contextRef="#ctx0" brushRef="#br0" timeOffset="209014.1981">1125 11118 755 0,'0'0'63'0,"0"0"-52"16,0 0-10-16,0 0 0 0,0 0 1 16,0 0-1-16,0 0 0 15,82-8 20-15,-49 3-20 16,-2 0 8-16,-1-2-9 16,-6 4 3-16,0-4-3 15,-5 2 0-15,-4-2-4 16,-6 0-47-16,-7-6-302 15</inkml:trace>
  <inkml:trace contextRef="#ctx0" brushRef="#br0" timeOffset="209547.2669">1223 11304 641 0,'0'0'76'16,"0"0"-72"-16,0 0 0 15,0 0 23-15,0 0 55 0,0 0-36 16,96-7-10 0,-66-1-17-16,1 1-13 0,2-3 0 15,-3 4 1-15,-2 0-7 16,-3-1-5-16,-1 0 4 15,-6-1-2-15,0-1 0 16,-9-3-112-16,-9-4-181 16</inkml:trace>
  <inkml:trace contextRef="#ctx0" brushRef="#br0" timeOffset="209964.8893">1264 10914 708 0,'0'0'148'0,"0"0"-136"16,0 0-11-16,0 0 10 15,0 0 1-15,0 0-10 16,-2 0 0-16,18 0-2 15,9 3 2-15,1 0 2 16,10 5-3-16,0 3-1 16,-2 2 0-16,-1 3 2 15,0 5-2-15,-2 1 0 16,-3 4 2-16,-2 1-2 0,-7 2 6 16,-7 1 2-16,-3 0 4 15,-7 2 14-15,-2-5-7 16,0 4-4-16,-17-5 8 15,-7 5 9-15,-4-1-15 16,-5 1 5-16,0 0-21 16,0-4 9-16,2-1-20 15,7-3-45-15,2-6-115 16,10-5-441-16</inkml:trace>
  <inkml:trace contextRef="#ctx0" brushRef="#br0" timeOffset="227997.2886">4196 16545 780 0,'0'0'48'15,"0"0"42"-15,0 0-68 16,0 0 67-16,0 0 58 16,0 0-76-16,0 0-35 15,0 0-25-15,-40-21-11 16,40 21 0-16,0 7-5 0,0 10 5 15,0 6 1-15,6 6 7 16,-1-2 8-16,2 2-2 16,-3-2 8-16,-2-1-18 15,-2-2-3-15,0-2 0 16,0-3 0-16,0-4-1 16,0-3-1-16,0-7-95 15,0-5-138-15,0-3-123 16</inkml:trace>
  <inkml:trace contextRef="#ctx0" brushRef="#br0" timeOffset="228404.4713">4498 16612 848 0,'0'0'69'0,"0"0"-39"15,0 0 54-15,0 0-6 16,0 0-20-16,0 0-49 16,-30 28-8-16,29-9 2 15,1 1 5-15,0-3-4 16,0-4-1-16,3-6-1 16,8-2-3-16,0-3 2 15,0-2 8-15,0 0-8 16,-2-7 4-16,3-10 7 0,-9 0-3 15,0-2-2-15,-3 2-7 16,-3 3 1-16,-12 3-1 16,-3 2 0-16,-1 4-6 15,1 4 6-15,4 1-3 16,4 0 0-16,2 1-1 16,1 7 1-16,2 4 0 15,5 1-1-15,0-2-4 16,0 1 7-16,12-2-78 15,8-4-100-15,2-6-148 16</inkml:trace>
  <inkml:trace contextRef="#ctx0" brushRef="#br0" timeOffset="228801.413">4839 16535 810 0,'0'0'101'16,"0"0"-34"-16,0 0 12 16,0 0 19-16,0 0-46 15,0 0-27-15,-85 41-24 16,85-27 5-16,0 0-4 16,0-3-2-16,0 0 7 15,12-5-7-15,1-2 7 16,1-3-1-16,-1-1-1 15,-2 0 11-15,-2-6-16 0,-2-5 3 16,-4-2-3-16,-3 1 12 16,0-2-12-16,0 3-1 15,-10-2 1-15,-7 4 10 16,-4 3-9-16,-2 4 4 16,1 2-3-16,2 0-2 15,2 0-3-15,6 11 2 16,4 0 1-16,4 1 0 15,4 4-6-15,0 0 2 16,1 1-116-16,14-4-154 0,3-8-261 16</inkml:trace>
  <inkml:trace contextRef="#ctx0" brushRef="#br0" timeOffset="229835.9913">5304 16411 763 0,'0'0'91'15,"0"0"-52"-15,0 0 39 16,0 0 16-16,-92 14-5 16,75-1-43-16,1 5-15 15,4 2-16-15,9-1-14 16,3 0 4-16,0-3-1 15,0-2-4-15,15-6 1 16,6-4 5-16,3-4 2 16,0 0-1-16,-1-7-2 0,0-10 4 15,-6-3-7 1,-1-1 3-16,-7-3-5 0,-4 5 1 16,-3 4 0-16,1 3 2 15,-3 7 2-15,0 3-4 16,0 2-1-16,0 0 0 15,0 0-3-15,0 15-11 16,0 12 10-16,0 8 3 16,0 1 2-16,0-1 0 15,0 1-1-15,0-2 0 16,0-3 0-16,0-2 0 16,-3-5 0-16,1-9-1 15,2-5 0-15,0-6-12 16,0-4-76-16,-1 0 3 15,1-9 48-15,0-11-67 0,0-3 31 16,1 0 39-16,9 2 4 16,6 3 24-16,-1 2 6 15,-3 2 2-15,-3 4 10 16,3 2 8-16,-6 3 34 16,3-2-20-16,1 4-2 15,-1-4-19-15,5 0-7 16,-1 0 14-16,-1-3-5 15,1 3 4-15,-2-3-16 16,-1 1 8-16,2 1-6 16,-4-1 6-16,5 1-10 15,-3 2 0-15,1 0 1 0,-2 5-1 16,4 1-8-16,1 0 8 16,0 4-1-16,0 12 1 15,-1 2 2-15,-4 1-2 16,-3 0 1-16,-4-2 1 15,-2-2-2-15,0-3 7 16,0-5-7-16,0-4 3 16,0-3 3-16,0 0-2 15,0-5-4-15,-2-12-111 16,2-2 6-16,0 4 72 16,0 2-17-16,0 7-23 15,4 3 73-15,4 3 21 16,0 0 22-16,4 3 5 0,1 9 5 15,2-1 15 1,3-1-14-16,-2-3-25 0,4-2-7 16,0 0-1-16,1-5-15 15,3 0 1-15,-1 0-7 16,-5-8-234-16</inkml:trace>
  <inkml:trace contextRef="#ctx0" brushRef="#br0" timeOffset="235883.4801">6287 16515 577 0,'0'0'96'0,"0"0"-88"16,0 0-7-16,0 0 62 0,0 0 14 15,0 0-59 1,0 0-14-16,0 0-3 0,0-1-1 16,6 1 0-16,5 0 3 15,6 0 0-15,2 0 18 16,4 0 7-16,4 0-12 16,3 1 14-16,7 1-20 15,1-2 14-15,8 0 0 16,-3 0-23-16,-1 0 15 15,3 0-16-15,-2 0 3 16,-4 0-9-16,-5-2 7 16,-4-2-2-16,-6 1 2 15,-6-4 9-15,-5 3-10 16,-4 0 1-16,-1-2-11 16,-1 1 20-16,-4-1-20 0,0-1-19 15,-2 0-84-15,-1-3-103 16</inkml:trace>
  <inkml:trace contextRef="#ctx0" brushRef="#br0" timeOffset="236247.1613">6733 16375 708 0,'0'0'64'0,"0"0"3"0,0 0-26 16,0 0 22 0,0 0-28-16,0 0-30 0,-12-5-5 15,24 7 0-15,8 6 0 16,2 4 4-16,2 2-2 16,1 2 3-16,1 0 2 15,-4 1 0-15,0 0-1 16,-5 2 0-16,-1-2 0 15,-4 2 0-15,-4-1 3 16,-8 2-5-16,0-1 4 16,0 4 6-16,-12-1-3 15,-11 2 10-15,0-4-17 16,-2-3-4-16,6-3 0 0,1-6-4 16,8-4-66-1,4-4-97-15,4 0-329 16</inkml:trace>
  <inkml:trace contextRef="#ctx0" brushRef="#br0" timeOffset="237048.1485">7821 16455 609 0,'0'0'167'16,"0"0"-127"-16,0 0 50 15,0 0-5-15,0 0 51 0,0 0-112 16,-52-30 21-16,30 38-42 16,-4 9-3-16,2 6 11 15,3-3 5-15,9-2-6 16,6-2-4-16,6-1-5 16,0-3-1-16,4 4 1 15,13-7-1-15,10 0 0 16,1 1 3-16,2-4-2 15,1 2 3-15,-5-2-3 16,-1 2-1-16,-11 2 0 16,-6 0-1-16,-5 3-1 15,-3 1 2-15,-1 3 0 16,-20 2 3-16,-3-2 8 0,-1-3 14 16,5-5 1-1,6-3 3-15,6-3-22 0,5-3-4 16,3 0-1-16,0 0-2 15,0-1-24-15,18-15-120 16,6-4-264-16</inkml:trace>
  <inkml:trace contextRef="#ctx0" brushRef="#br0" timeOffset="237429.1117">8174 16586 835 0,'0'0'81'0,"0"0"-19"0,0 0 10 16,0 0 14-16,0 0-34 15,0 0-37-15,-67 17-14 16,58-2 3-16,8 1-3 16,1-2 1-16,0 0-2 15,4-3 0-15,11-5 3 16,0-2-3-16,4-4 8 15,0 0-5-15,0 0 6 16,-2-6-6-16,-5-6 1 16,-4-2-4-16,-5 0 0 15,-3 0-6-15,0 1 4 16,-12 1-5-16,-3 5-6 16,-4 2 8-16,2 5 1 0,1 0 0 15,-1 0-2-15,4 4 5 16,4 6-1-16,2 2 1 15,5 2-2-15,2-2-64 16,0-1-105-16,15-2 1 16,3-6-412-16</inkml:trace>
  <inkml:trace contextRef="#ctx0" brushRef="#br0" timeOffset="238119.2696">8792 16532 882 0,'0'0'87'15,"0"0"53"-15,0 0-75 16,0 0-12-16,0 0 12 16,-90-12-52-16,68 26 10 15,4 0-10-15,0 3-2 16,4-1 2-16,7-2-3 0,0-2-5 16,5-1-3-1,2-2-2-15,0-4-4 0,0 1 4 16,9-4 3-16,2-1 5 15,5-1-8-15,0 0-4 16,-2-4 4-16,2-6 8 16,-5-2-8-16,-4 0 2 15,-3 2-2-15,-2 1 12 16,-2 3-10-16,0 4-2 16,0 0-3-16,0 2 3 15,0 0 0-15,0 0-3 16,0 9-2-16,-3 9 5 15,-4 8-5-15,-1 3 11 0,0 0-12 16,-1 2 8-16,-4-2-5 16,1 0 6-16,-1-2-6 15,0-6 3-15,5-5 0 16,1-2 0-16,2-12-31 16,2 1-13-16,3-3-16 15,0 0 37-15,0 0 14 16,0-2-3-16,0-8-9 15,5 0 13-15,8-3 8 16,2-1 6-16,3-3-5 16,0 3 2-16,6-1 15 15,-2 1-1-15,3 2-14 16,-1-1-1-16,0 2 2 16,2-2-3-16,-1 4-2 0,-4-5-273 15,-7 0-537 1</inkml:trace>
  <inkml:trace contextRef="#ctx0" brushRef="#br0" timeOffset="239314.4675">8762 16877 763 0,'0'0'73'0,"0"0"-1"16,0 0 71-16,0 0-39 15,0 0-9-15,0 0-53 16,0 0-31-16,-28-64-5 16,28 42 0-16,6 2-6 15,7-3 1-15,2-1 0 16,2 4 0-16,3 1 9 0,-2 4-10 16,0 6-2-16,-4 2-4 15,2 4 2-15,-3 3 4 16,0 0-12-16,1 0 8 15,0 7-6-15,0 5 8 16,-2 0 2-16,0 2 3 16,-1-4-3-16,-5 0-2 15,-2 1 0-15,2-2 0 16,-2-2-5-16,1-2-6 16,4-2-54-16,3-2 21 15,4 0 14-15,4 1-8 16,5 0 27-16,-2-2 7 15,-1 0 1-15,2 0-6 16,-4 0 10-16,-4-4-63 0,-7-11-18 16,-9-7-121-16</inkml:trace>
  <inkml:trace contextRef="#ctx0" brushRef="#br0" timeOffset="240133.7024">6227 16084 325 0,'0'0'537'0,"0"0"-510"16,0 0-22-16,0 0 20 15,0 0 14-15,0 0 15 16,0 0-54-16,22-28-2 16,-8 34-4-16,-5 13 5 15,-1 2 1-15,-8 5 7 16,0 0 9-16,0-1-9 16,-15 1 3-16,-4-6-6 15,2-8-4-15,5-3 11 16,5-8-5-16,2-1-5 0,2 0 17 15,0 0-7 1,2-7-7-16,1 0-4 0,0 1-2 16,0 2-1-16,4 1-1 15,5 3 4-15,3 0-1 16,6 0-4-16,1 0 5 16,4 5-4-16,1 3 5 15,3-1-1-15,1-3 0 16,0-4-174-16</inkml:trace>
  <inkml:trace contextRef="#ctx0" brushRef="#br0" timeOffset="240498.3775">6522 16003 881 0,'0'0'45'0,"0"0"18"0,0 0-27 16,0 0 78-16,0 0-71 16,0 0-16-16,-78-1-27 15,78 9-1-15,0 2-4 16,0 1 4-16,0 1-1 16,7 1 2-16,4-1 0 15,7 1-9-15,-5 2 9 16,2-2 8-16,0 1-7 15,-2-1 1-15,-7-1-2 0,-3 2 0 16,-3 1 0-16,0-1 3 16,-1 0 23-16,-11-4 30 15,0-2-18-15,3-2-14 16,4-3-15-16,5-3-4 16,0 0-10-16,0 0-47 15,8-9-152-15,14-9-430 16</inkml:trace>
  <inkml:trace contextRef="#ctx0" brushRef="#br0" timeOffset="241313.7262">6779 16068 783 0,'0'0'134'0,"0"0"-81"0,0 0 78 16,0 0-67-16,0 0-42 15,0 0-18-15,-52 43-2 16,52-31 1-16,0-2 0 16,5-3-2-16,8-2 1 15,1-5 3-15,2 0 1 16,2 0 2-16,0-14-2 16,-2-2 0-16,1-3-3 15,-5 2 4-15,-2 2-6 16,-6 7-1-16,-4 3 4 0,0 3 10 15,0 2-14 1,0 0-9-16,0 4-10 0,0 18 1 16,0 5 18-16,0 7 0 15,0 0 3-15,0 0-3 16,0-6 0-16,-1-3 2 16,-1-6-2-16,-1-7 1 15,2-3 1-15,-2-6-2 16,3-3-4-16,-1 0-32 15,1-9-8-15,0-11-133 16,0-2 44-16,0-1 55 16,13 3-38-16,1 5 76 15,0 6 24-15,0 2 16 0,-4 4 9 16,1 1 11 0,-2 0 49-16,2-1 5 0,3 0-51 15,2-2 2-15,1-1 19 16,2-4-18-16,-1-2 0 15,-2-1-14-15,0-2-8 16,-5 1 5-16,-5 3 0 16,-1 3-2-16,-5 4-6 15,0 2 0-15,0 2 2 16,0 0 59-16,-8 4-62 16,-2 12-8-16,-4 4 8 15,5-1-1-15,3 1 2 16,2-1 1-16,4-5 1 15,0-6-3-15,0-2 0 0,12-4 0 16,3-2 1-16,4-6 1 16,1-16-1-16,4-4-1 15,-4-4-95-15,-3-1-9 16,-2 2-36-16,-5 8 21 16,-1 6 103-16,-6 8 16 15,0 6 66-15,2 1-33 16,-1 3-31-16,5 14 97 15,0 4-24-15,1 4-30 16,7 1-25-16,2-2-20 16,8-6-1-16,3-9-313 15</inkml:trace>
  <inkml:trace contextRef="#ctx0" brushRef="#br0" timeOffset="242553.2505">9813 16704 671 0,'0'0'204'0,"0"0"-141"15,0 0-39-15,0 0-6 16,0 0 28-16,0 0-30 16,53 0 3-16,-18-5 34 15,3-1-33-15,10 3 9 0,4 0-25 16,9-1 10-16,-1-2 2 16,0 2-14-16,-6-1 7 15,-5 0-7-15,-11 3 2 16,-5-1-4-16,-7 1 0 15,-5 2-1-15,-1 0-6 16,-6-3-24-16,-6-2-239 16,-8-3-350-16</inkml:trace>
  <inkml:trace contextRef="#ctx0" brushRef="#br0" timeOffset="242847.4447">10315 16561 664 0,'0'0'285'0,"0"0"-285"15,0 0-10-15,0 0 8 16,0 0 4-16,0 0-2 16,106 10 3-16,-66 2 2 15,-1 3-6-15,-6 2 2 16,-8 2-2-16,-9 3 2 15,-8 4 0-15,-8 1 19 16,0 0 27-16,-18 2-12 0,-9-3-4 16,-10-1 5-1,-2-4-30-15,-2-4-6 0,0-5-10 16,-1-12-78-16,0 0-173 16</inkml:trace>
  <inkml:trace contextRef="#ctx0" brushRef="#br0" timeOffset="243918.2038">9615 16271 656 0,'0'0'171'15,"0"0"-81"-15,0 0-16 0,0 0 105 16,0 0-117-16,0 0-12 16,-15-17-42-16,15 13-4 15,0 1 2-15,8 2-4 16,9-1-2-16,-2 2-1 15,2 0-9-15,-4 2 3 16,1 9 1-16,-3 2-5 16,-1 3 11-16,-7 3 5 15,-3 0-5-15,0 2-1 16,-5 0 0-16,-12 0 1 16,-3-2 10-16,-3 0-10 15,5-8 0-15,1-4-15 16,9-2 14-16,2-4-2 15,3-1 0-15,3 0-4 0,0 0 2 16,0 0-21-16,0 0 3 16,0 0 2-16,6 0 2 15,3 0 12-15,2 0 6 16,2 0-2-16,0 3-1 16,4 6 4-16,-2-1 0 15,2 0 0-15,-1 1-10 16,0-4 10-16,-4-2 11 15,0-2-11-15,0-1-1 16,0 0-192-16,1-4-218 16</inkml:trace>
  <inkml:trace contextRef="#ctx0" brushRef="#br0" timeOffset="244376.4257">9882 16311 756 0,'0'0'114'0,"0"0"-102"15,0 0 22-15,0 0-23 16,0 0-5-16,0 0 23 16,-5 25-11-16,7-15-16 15,7-3 5-15,2-2-7 0,-1-5 2 16,0 0 20-1,-1 0-14-15,2-11 4 0,-2 0-10 16,-3-1 6-16,-1-1-7 16,-5 2 2-16,0 1-3 15,0 3 5-15,0 4 3 16,0 3 22-16,0 0-2 16,0 0-17-16,0 0-11 15,0 6-23-15,0 10 23 16,0 4 7-16,0 2-7 15,0-1 0-15,0-1 7 16,-2-3-7-16,-4 0-1 16,-2-3 1-16,4-8-1 15,4-3 1-15,0-3-7 0,0 0-40 16,0-4 18-16,9-15-4 16,10-3-52-16,6-3 22 15,3 3-102-15,0 4-346 16</inkml:trace>
  <inkml:trace contextRef="#ctx0" brushRef="#br0" timeOffset="245146.3634">10356 16201 792 0,'0'0'127'0,"0"0"-36"15,0 0-8 1,0 0 1-16,0 0-1 0,0 0-59 16,-46-5-24-16,39 24-10 15,2-1 9-15,5-1 0 16,0-4-5-16,0-2 3 16,0-4 3-16,12-2-7 15,1-5 7-15,2 0 13 16,5 0-8-16,-4-10 7 15,0-3-7-15,-2-1-3 16,-2 0 0-16,-5 1-2 16,-1 2 0-16,-4 4 2 0,-2 1 2 15,0 4-1-15,0 2-2 16,0 0-1-16,0 0-1 16,0 0-16-16,0 12-6 15,0 5 23-15,0 5 1 16,4 2-1-16,-4 0 0 15,2 1 0-15,-2 1 0 16,0 0 4-16,0-4-4 16,-11 0 0-16,2-2-3 15,-2-7 1-15,3-3-9 16,1-4-38-16,5-2-17 16,2-4-52-16,0 0 54 15,0-2 61-15,0-9-68 16,0-2 19-16,9 3 46 15,7-2 12-15,-1-1 28 0,3 2 0 16,0 1-13-16,0 0 19 16,-1 3 4-16,2 2-21 15,0 1-7-15,-1 1-13 16,0 3-2-16,-3 0 0 16,0 0-1-16,-3-2-1 15,-2-1 0-15,-1 0 2 16,2-3 5-16,2-3-5 15,-4-1 4-15,2-2-5 16,-3 1 1-16,-5-1-3 16,-1 3 2-16,-2 4-2 15,0 2 1-15,0 3-18 0,0 0 10 16,0 0-2-16,0 7 1 16,0 4 9-16,0 0 1 15,3-1-1-15,4-2 0 16,-1-1 0-16,-2-5-72 15,0-2-152-15</inkml:trace>
  <inkml:trace contextRef="#ctx0" brushRef="#br0" timeOffset="245730.4444">9985 16235 519 0,'0'0'178'0,"0"0"-94"16,0 0 3-16,0 0-30 16,0 0-13-16,-97 5 30 15,80 9-2-15,1-4-18 16,7 0-26-16,5-1-16 16,4 1-12-16,0-3 11 15,9 3-11-15,13-5 2 0,6 0 1 16,5 0 0-1,1 0-2-15,-1 4 4 0,-7 4-10 16,-8 5 4-16,-8 3 0 16,-10 4-28-16,0 0 3 15,-19-1 25-15,-10 4-4 16,1-4-109-16,-3-4-92 16,-1-6-295-16</inkml:trace>
  <inkml:trace contextRef="#ctx0" brushRef="#br0" timeOffset="248802.9807">11491 16607 834 0,'0'0'102'16,"0"0"-48"-16,0 0 12 0,0 0 65 16,0 0-43-16,0 0-47 15,0 0-35-15,-9-37-6 16,21 28 0-16,8 4-7 15,-2 3 4-15,1 2-5 16,0 0 6-16,-4 11-4 16,-1 7 6-16,-5 3 0 15,-5 4 0-15,-4 4-1 16,0 0 1-16,-19 0 0 16,-5-4 0-16,-5-1 0 15,0-4 8-15,3-6-12 16,4-5 4-16,5-6-22 15,6-3-9-15,6 0-19 0,4 0 20 16,1 0-20-16,0-3 1 16,6 0 26-16,11-1 12 15,-1 1 10-15,3 3-3 16,2 0-10-16,0 0 14 16,1 8 1-16,2 4 10 15,-4-2 1-15,0 0 10 16,-2 4 19-16,-1-5-36 15,-1-1 0-15,2-2-5 16,4-4 0-16,2-2-31 16,1-3-307-16</inkml:trace>
  <inkml:trace contextRef="#ctx0" brushRef="#br0" timeOffset="249232.7104">12053 16581 742 0,'0'0'68'0,"0"0"-62"15,0 0 3-15,-91 7 102 16,66 5 5-16,5 0-21 0,6 2-60 15,5-3-28 1,8 0-6-16,1-3 0 0,0 1-1 16,8-1 0-16,12-4 0 15,5 2 1-15,6 1 1 16,-1 0 1-16,-1 3-2 16,-5 2-2-16,-7 2 0 15,-6 4-1-15,-4 0 2 16,-7 4 0-16,0-2 3 15,-4 2-2-15,-14-1 4 16,-2-3 20-16,-2-1 13 16,3-6-9-16,7-2-21 0,4-5-8 15,3-4 0-15,5 0-25 16,0-11-180-16,11-13-661 16</inkml:trace>
  <inkml:trace contextRef="#ctx0" brushRef="#br0" timeOffset="250048.6501">12573 16670 810 0,'0'0'54'15,"0"0"-12"-15,0 0 67 16,0 0 13-16,0 0-81 16,0 0 2-16,-75 51-21 15,74-36-2-15,1-3-18 16,0-2-2-16,0-2 0 15,13-3 0-15,5-4 15 16,6-1-12-16,4 0 18 16,4-14-19-16,-1-3 3 15,-6 2-5-15,-7 1-7 0,-5 4 5 16,-8 4-1-16,-3 2 3 16,-2 4 5-16,0 0-5 15,0 0-3-15,0 1-26 16,0 15 19-16,-6 5 8 15,-1 2 4-15,-3 5-4 16,1-1 3-16,-1 2-4 16,-2-2 6-16,0-2-8 15,-1-5 5-15,2-2-2 16,5-11 2-16,1 0-3 16,4-7-26-16,1 0-31 15,0 0-16-15,0-4-35 16,0-6 9-16,0-2 68 0,14 0 16 15,3 1 10 1,1 2 16-16,-1 0 27 0,1 1 10 16,0-1 14-16,-2-1-18 15,0 4 18-15,2-3-13 16,-1 0-21-16,2 2-7 16,-1-1-18-16,1 1 13 15,3-3-8-15,1 2-5 16,0-1 0-16,1-3 1 15,1 1-1-15,-5 1 0 16,0-1 0-16,-5 0 0 16,-3 5 0-16,-8-1 0 0,-2 5 2 15,-2 0 5-15,0-1-1 16,0 3 1-16,-3 0-7 16,-9 0-1-16,-6 0-7 15,1 8 5-15,1 1 5 16,3-2-4-16,1 0-6 15,1-4-93-15,2 0-72 16,-1-3-242-16</inkml:trace>
  <inkml:trace contextRef="#ctx0" brushRef="#br0" timeOffset="250683.5268">12868 16758 667 0,'0'0'133'0,"0"0"-95"16,0 0-34-16,0 0 62 15,0 0-20-15,0 0-15 16,42-62-24-16,-29 56-2 16,4-1 4-16,-4 6 0 15,0 1-6-15,0 0 5 16,-1 0-7-16,-2 14 2 16,-1 0-1-16,-6 3 19 0,-3 0 23 15,0 1 15 1,0-3-41-16,-2-3-10 0,-2-3-6 15,-2-5-1-15,6-3 0 16,0-1-1-16,0 0-10 16,0-12-43-16,12-5-152 15,4-4 126-15,-1 6 46 16,-3 7 13-16,-3 2 15 16,-3 6 5-16,-1 0 10 15,2 0 5-15,2 0 40 16,3 0-9-16,-2 9-13 15,5-4-3-15,0 1-26 16,1-1 3-16,4-1 7 16,-4-4-14-16,2 0-173 0</inkml:trace>
  <inkml:trace contextRef="#ctx0" brushRef="#br0" timeOffset="253334.1332">13790 16791 513 0,'0'0'87'15,"0"0"-9"-15,0 0 41 16,0 0-16-16,0 0 35 15,0 0-64-15,0 0-35 16,-5-12-32-16,10 7-7 16,13 5-3-16,8-2 3 15,8 2 8-15,7 0 26 16,5 0-26-16,4 0 3 0,3 0 5 16,0 0-9-1,2 0-7-15,0 0 8 0,0 0-7 16,-5 0-1-16,2 0 0 15,-8 0 0-15,-3 0-10 16,-7 0 9-16,-9-3 1 16,-7 0 10-16,-1 0-10 15,-7 0-115-15,0-5-38 16,-5-1-95-16</inkml:trace>
  <inkml:trace contextRef="#ctx0" brushRef="#br0" timeOffset="253614.439">14463 16656 701 0,'0'0'61'16,"0"0"-61"-16,0 0 0 15,80 0 3-15,-54 0-3 16,-1 7 3-16,-3 10 1 15,-4 2-4-15,-9 1 1 16,-7 5 12-16,-2-1-4 16,-7-1 1-16,-14 1 13 15,-7-3 30-15,-4-2-13 16,-1-2-14-16,-5-6-23 16,0-2-3-16,1-9-20 0,-2 0-252 15</inkml:trace>
  <inkml:trace contextRef="#ctx0" brushRef="#br0" timeOffset="254167.7589">13398 16320 309 0,'0'0'521'0,"0"0"-513"16,0 0 6-16,0 0-12 15,79-18 18-15,-57 18 5 16,-1 9-17-16,-3 7-3 0,-3 4 4 16,-9 3-6-16,-6 1 1 15,0 1 0-15,-8-5 2 16,-13 0-4-16,-1-5-1 15,4-5 10-15,1-7-10 16,7-3 4-16,4 0-5 16,2 0 1-16,4 0 19 15,0-1-18-15,0-4-2 16,12 1 0-16,5 3 3 16,2 1 9-16,3 0 21 15,6 0-4-15,-1 1-16 16,1 6-12-16,0 0 11 15,1-1-12-15,-2-6-2 16,2 0-137-16,-4-4-212 16</inkml:trace>
  <inkml:trace contextRef="#ctx0" brushRef="#br0" timeOffset="254361.2919">13875 16313 755 0,'0'0'75'16,"0"0"26"-16,0 0-7 16,0 0 1-16,0 0-75 15,0 0-20-15,-24-5-2 16,24 5-7-16,0 0-30 16,0 2-108-16,0 0-40 0,6-2-188 15</inkml:trace>
  <inkml:trace contextRef="#ctx0" brushRef="#br0" timeOffset="254713.6132">13875 16313 730 0,'18'-87'123'0,"-26"83"-61"15,-2 2 35-15,-3 2-51 16,-4 0 2-16,-1 0 4 15,1 17-38-15,1-2-6 16,7 2 1-16,4-3-8 16,5-2-1-16,0-2 0 15,11 0 2-15,15-3 1 0,2 1 0 16,9 1-2-16,-2 1 0 16,-7 2 4-16,-6 2-6 15,-10 2 1-15,-7 1-1 16,-5 1-3-16,0 1 4 15,-9 1 4-15,-6-4-3 16,0-2 7-16,3-5-8 16,8-5-2-16,4-4 2 15,0 0-4-15,14-8-96 16,18-16-169-16</inkml:trace>
  <inkml:trace contextRef="#ctx0" brushRef="#br0" timeOffset="255180.5888">14202 16294 748 0,'0'0'113'0,"0"0"-77"16,0 0-16-16,0 0 37 16,0 0-14-16,0 0-31 15,-47 41-7-15,47-30 0 16,14-1 1-16,3-1 5 15,2-7-2-15,5-2-3 16,-1 0 2-16,1-6-5 16,0-9 3-16,-3-1-6 0,-5 1 1 15,-5 0 6-15,-4 5-7 16,-4 3 4-16,0 4-2 16,-3 3 3-16,0 0 32 15,0 0-28-15,0 6-9 16,-6 10 0-16,-1 1 10 15,4 1-2-15,3-3-6 16,0-1-1-16,0-5 2 16,9-2-3-16,7-3-2 15,2-4 2-15,3 0-1 16,1-1-42-16,-1-9-95 16,-3 0 66-16,-2 1 39 0,-5 3 28 15,5 5 5-15,-4 1 1 16,3 0 13-16,2 0 0 15,2 0 4-15,1 0-16 16,3 4-2-16,0 1-43 16</inkml:trace>
  <inkml:trace contextRef="#ctx0" brushRef="#br0" timeOffset="255936.4397">15340 16600 682 0,'0'0'104'0,"0"0"-8"15,0 0-20-15,0 0 51 0,0 0-73 16,0 0-54 0,0 12 1-16,0 7 11 0,3 6 17 15,0-4-14-15,3 6-5 16,-2-4 11-16,0-1-15 15,2 0-5-15,-1-5 4 16,-1-4-5-16,3-6-8 16,1-4-169-16,3-3-110 15</inkml:trace>
  <inkml:trace contextRef="#ctx0" brushRef="#br0" timeOffset="256297.4734">15584 16603 724 0,'0'0'82'15,"0"0"-82"-15,0 0 0 0,0 0 2 16,0 0 10-16,0 0 56 16,55 48-55-16,-52-26 5 15,-3-2-15-15,0 0 8 16,-13 0-2-16,-8-4-1 15,-1-3-7-15,1-4 1 16,4-3-3-16,6-4 2 16,5-2-1-16,6 0 0 15,0 0-1-15,0 0-1 16,0 0 4-16,7 0-4 16,5 0 6-16,3 2 5 15,3 2 35-15,0 0-12 0,1 3 4 16,-1-1-21-1,-2-2-14-15,1 1 6 0,1-5-14 16,0 0-93-16,1-5-659 16</inkml:trace>
  <inkml:trace contextRef="#ctx0" brushRef="#br0" timeOffset="256454.0574">15908 16774 1066 0,'0'0'101'0,"0"0"-72"16,0 0-15-16,0 0 27 0,0 0-41 15,0 0-150-15,3-44-209 16</inkml:trace>
  <inkml:trace contextRef="#ctx0" brushRef="#br0" timeOffset="257002.3778">16202 16568 789 0,'0'0'63'16,"0"0"-54"-16,0 0 35 15,-85 27 53-15,70-16-30 16,9 1-16-16,6-1-50 0,0 1 6 16,0 0 14-1,13-3-1-15,7 2-11 0,-1-4-3 16,2 3-1-16,-2-3-5 16,-4 2 1-16,-1 1-1 15,-5 3 1-15,-5-2-1 16,-2 2-6-16,-2 3 5 15,0 1 1-15,-3 2 5 16,-9 0 2-16,-3-2 4 16,-3 0 36-16,2-1-23 15,0-2 13-15,-1-4-26 16,5-1-5-16,1-5-6 0,7-3-7 16,1-1 7-1,0 0 0-15,1-3-132 0,1-12-245 16</inkml:trace>
  <inkml:trace contextRef="#ctx0" brushRef="#br0" timeOffset="258497.6859">16710 16719 520 0,'0'0'230'0,"0"0"-184"0,0 0 22 15,0 0 1-15,0 0-8 16,-83 8-11-16,66 6-7 16,6 3 1-16,3-3-28 15,5-1-5-15,3-2-4 16,0-2-2-16,0-3-5 15,12-4 1-15,3-2 3 16,3 0 2-16,0-8 0 16,-4-6-4-16,0 2-1 0,-5-1 2 15,-4 7-3-15,-3 1 2 16,-2 5-2-16,0 0 0 16,0 0-2-16,0 2-13 15,0 13 15-15,0 7 2 16,-2 6-2-16,-6 2 0 15,-1-3 5-15,-2 1-5 16,4-6-1-16,-2-4 1 16,3-4 5-16,-2-7-5 15,6-2 1-15,1-1-2 16,-1-4 1-16,1 0-1 16,1-10-27-16,0-10-140 0,0 0 105 15,4 0 35 1,12 2-20-16,-1 3 28 0,2 3 13 15,-4 4 14-15,-1-1-7 16,0 5 1-16,1-4 11 16,1 0 17-16,3 3-16 15,0 0 12-15,0-2-14 16,1 2-3-16,-1-2 5 16,-3 0-2-16,-1 1-7 15,-5 2-2-15,-1-1 16 16,-4 3 3-16,1 2-21 15,1 0 0-15,-2 0-5 16,1 7 11-16,-1 5 0 16,-2 3 31-16,-1 1 8 15,0-2-34-15,0-3 1 0,0-4-8 16,0-3-3-16,4-1-1 16,2-3 0-16,4 0-2 15,5 0-3-15,6-14-152 16,1 0-29-16,-2 4-41 15,-4 3 125-15,-4 6 102 16,-2 1 64-16,-2 0 10 16,1 0 111-16,2 4-127 15,3 2 2-15,4 4-18 16,2-4-31-16,4 5-4 16,1-6-7-16,2-4-16 15,-1-1-686-15</inkml:trace>
  <inkml:trace contextRef="#ctx0" brushRef="#br0" timeOffset="262460.7795">6289 17108 442 0,'0'0'325'0,"0"0"-317"16,0 0 12-16,0 0 40 16,0 0 4-16,0 0-20 0,0 0-10 15,-69 15-24 1,59 4 10-16,2-1 3 0,1 2 0 15,4 1-1-15,3-1-17 16,0-3-5-16,6-4 0 16,10-3-5-16,8 2 5 15,3-2 6-15,0 1-4 16,-1 0-2-16,-4 3 0 16,-7 0 1-16,-5 1-1 15,-10 2-1-15,0 1 1 16,-2 2 18-16,-13 0 4 15,-8-1 3-15,8-2 2 16,-2-3 7-16,4-4-25 16,5-4-7-16,5-5-2 0,3-1-1 15,0 0-19-15,0 0-152 16,8-7-99-16</inkml:trace>
  <inkml:trace contextRef="#ctx0" brushRef="#br0" timeOffset="262820.444">6624 17285 487 0,'0'0'442'16,"0"0"-384"-16,0 0 15 16,0 0 6-16,0 0-37 0,0 0-25 15,-56 23-11-15,53-3-8 16,3-1 3-16,0-3-1 15,0-2 1-15,9-2 2 16,7-4-2-16,-1-5 0 16,4-3 0-16,-1 0 3 15,0 0 6-15,-2-13-10 16,-2 0 0-16,-8-3-21 16,-6 1 9-16,0 2 7 15,-3-1 5-15,-15 6-4 16,-3 4-2-16,-3 2 2 15,2 2 3-15,4 0 0 16,4 0 0-16,10 9-11 16,4-1-116-16,0 0-38 0,11-2 26 15,11-3-331-15</inkml:trace>
  <inkml:trace contextRef="#ctx0" brushRef="#br0" timeOffset="263318.5924">7143 17217 872 0,'0'0'59'16,"0"0"20"-16,0 0 10 15,0 0 6-15,-89 14-30 0,76 3-37 16,5 0-8-16,5 0-13 15,1-2-7-15,2-2-3 16,0-4 2-16,0-3-4 16,10-1 10-16,0-5-2 15,5 0 3-15,0 0 2 16,0-9 1-16,-2-4-8 16,-4 2 4-16,-3 2-4 15,-3 6-1-15,-1 3 0 16,-2 0-1-16,0 0-3 15,0 2-8-15,0 10 0 16,0 8 12-16,0 5 5 16,-8-2-3-16,-2 4 4 0,-1-8-2 15,2-2-4-15,2-5 0 16,4-5-4-16,1-4 3 16,2-3 1-16,0 0 4 15,0 0-4-15,0 0 9 16,11-10-8-16,4-2 0 15,7 1-1-15,0-2 0 16,4 4 0-16,0-1-5 16,-1 3-33-16,-3 4-281 15,-8 0-442-15</inkml:trace>
  <inkml:trace contextRef="#ctx0" brushRef="#br0" timeOffset="263993.3278">6340 17723 499 0,'0'0'13'0,"0"0"-5"16,0 0 1-16,0 0 94 0,85-3-24 15,-48 3-49-15,4 0 4 16,1-2-22-16,6-3-7 16,5-2-10-16,7-5 5 15,2-8-1-15</inkml:trace>
  <inkml:trace contextRef="#ctx0" brushRef="#br0" timeOffset="267365.5689">6083 17606 599 0,'0'0'141'16,"0"0"-119"-16,0 0 34 15,0 0 34-15,0 0-21 16,0 0-26-16,0 0-37 16,0 0-12-16,0 0 5 15,6 0-6-15,3 6 5 16,10 6 2-16,2 5 0 0,9 3 0 16,1 3 5-1,2-3-3-15,7-1-2 0,1 1 3 16,1-3 5-16,4-1-7 15,-2-6 1-15,3-2-2 16,0-3 0-16,0-5 4 16,3 0-4-16,1 0-8 15,4-2 8-15,1-9 0 16,-1-1 0-16,-3-3 2 16,-6-1-2-16,0-1 2 15,-4-1-2-15,-3 0 3 16,-5 2 2-16,-3-3-5 15,-2 2-4-15,-4 0 1 16,-2 2 3-16,-4 1 10 16,1 0-10-16,-6 4-3 0,-2-2-5 15,0 4 3 1,-6 2-20-16,0 3-4 0,-4 3 18 16,-2 0 1-16,0 0 9 15,0 0-11-15,0 1-20 16,-5 12 24-16,-10 2 16 15,-4 2-16-15,-2 2 9 16,-2-2-3-16,-2 2 3 16,0-2-1-16,-7-3 0 15,-6 2 2-15,-1-4-1 16,-6 2-2-16,-7-1 3 16,0-2 2-16,-4 1-3 15,-3-4 10-15,-1-2-11 16,2-3-6-16,7-3 6 0,1 0 0 15,2 0 4-15,2 0-4 16,2 0 12-16,1 0-11 16,6 0-1-16,7 0-10 15,3 0 10-15,9 0 0 16,5 0 8-16,10 0-8 16,1 0 0-16,2 0-9 15,0 0 8-15,0 0 0 16,5 0-15-16,14 0 16 15,5 0 0-15,6 0 6 16,4 0-12-16,8 0 4 16,3 0 2-16,1 0 0 15,2 3-1-15,0-1 0 0,5 3-1 16,4-1 2-16,1-1-1 16,-1-3-108-16,-5 0-325 15</inkml:trace>
  <inkml:trace contextRef="#ctx0" brushRef="#br0" timeOffset="275436.3704">13069 17380 268 0,'0'0'168'0,"0"0"-167"16,0 0 12-16,0 0 5 16,0 0 39-16,0 0 8 15,0 0-20-15,0-1-27 0,5-1 13 16,1 2-16-16,3-3 11 15,-2 3-26-15,2 0 6 16,0 0 3-16,6 0-1 16,0 3-10-16,8 6 6 15,0 2-4-15,3 3 10 16,2-2-3-16,3 1-6 16,2 0 4-16,3-3-3 15,4 3-2-15,6-4 5 16,5 2 1-16,0-1-5 15,3 0-2-15,-2-2 1 16,-4 1 0-16,-1-2 0 16,-3-2 0-16,0-2-1 0,1-2 1 15,3-1 7-15,1 0-3 16,3 0 0-16,3-9-1 16,-1-3 11-16,1 0-14 15,-2 2 1-15,0 0-2 16,1 1 2-16,-5 2 0 15,0 0-1-15,-4 0 1 16,-2 0-1-16,-2-1 4 16,-1-1-3-16,-3-2 0 15,-2-2-1-15,-1-2 0 16,-4 0-1-16,-4-2 1 16,-3 2 1-16,-7 1 0 0,-1 0 3 15,-4 1-4-15,-4 4 2 16,2 0-2-16,-5 3 0 15,1-1-4-15,-2 4 4 16,-2 3-2-16,-1 0 1 16,0 0-155-16,-6 0-435 15</inkml:trace>
  <inkml:trace contextRef="#ctx0" brushRef="#br0" timeOffset="276181.3527">13697 17752 456 0,'0'0'292'15,"0"0"-224"-15,0 0-55 16,0 0 67-16,0 0 4 16,0 0-81-16,0 9 6 15,0 7 1-15,0 4 3 16,0-2 31-16,5 2-14 16,-1-3 4-16,2 1-23 0,1-2 7 15,-2-3-14-15,0-3 0 16,-1-3 0-16,-3-4-7 15,1-1 4-15,0-2-2 16,-1 0-7-16,1-6-199 16,-2-17-648-16</inkml:trace>
  <inkml:trace contextRef="#ctx0" brushRef="#br0" timeOffset="276581.7778">13894 17737 621 0,'0'0'131'0,"0"0"-122"0,0 0-9 16,0 0 1-16,0 0 8 16,0 0 36-16,65 32-9 15,-57-18-25-15,-3 3 22 16,-5 2 16-16,0 1 12 15,-12-3-41-15,-5-1 6 16,0-6-26-16,-1-2 17 16,6-4-16-16,0-3 2 15,6-1 4-15,-1 0-6 16,4 0 6-16,3 0-4 0,-2 0-3 16,2 0 0-16,0 0-1 15,0 0-6-15,2 0 5 16,11 0 2-1,-3 0-1-15,4 0 0 0,1 4-4 16,0 2 3-16,3-2 1 16,-1-1-8-16,1-3-192 15,5 0-461-15</inkml:trace>
  <inkml:trace contextRef="#ctx0" brushRef="#br0" timeOffset="276740.3571">14169 17891 925 0,'0'0'114'16,"0"0"-28"-16,0 0-11 0,0 0-20 15,0 0-19 1,0 0-33-16,-36-11-3 0,38 6-97 16,15 0-202-16,6-4-110 15</inkml:trace>
  <inkml:trace contextRef="#ctx0" brushRef="#br0" timeOffset="277097.9102">14455 17681 715 0,'0'0'47'0,"0"0"-30"16,0 0 13-16,-85 10 66 15,70-2-21-15,8-1-39 16,5 2-35-16,2-1-1 16,0-1 0-16,6 0 0 15,12-1 0-15,0 0 2 16,5 4 1-16,-3 0-3 16,-2 1-4-16,-1 0-2 15,-7 1 6-15,-4 1 0 16,-6 1 1-16,0 2 2 15,-4-1 46-15,-14-1 28 16,-6 3-50-16,-6-3 4 0,-1 1-10 16,-2 0-16-1,-3-6-5-15,5 1-6 0,-1-5-50 16,2 0-216-16,5-5-459 16</inkml:trace>
  <inkml:trace contextRef="#ctx0" brushRef="#br0" timeOffset="292414.6953">2133 16598 634 0,'0'0'108'0,"0"0"-39"16,0 0 33-16,0 0-66 15,0 0 31-15,0 0 54 16,0 0-66-16,-22-3-8 15,22 3-30-15,0 0-8 16,0 0-2-16,0 0-7 16,0 0-2-16,0 0-13 15,12 0 15-15,13 0-3 16,5 0 3-16,0 0-1 16,6 0 1-16,-5 0-1 15,3 3-2-15,-4-3 3 16,1 0-1-16,2 0-78 15,-3 0-90-15,-4 0-26 16,-3 3-133-16</inkml:trace>
  <inkml:trace contextRef="#ctx0" brushRef="#br0" timeOffset="292718.8829">2384 16874 516 0,'0'0'203'16,"0"0"-177"-16,0 0-16 0,0 0 54 16,0 0-22-16,0 0-31 15,-2 0 5-15,16 0-16 16,7 0 6-16,4 0 9 15,2-3 5-15,1-2-14 16,3 0-6-16,-1-1-3 16,0 3 3-16,-5-5 0 15,-2 1 0-15,-2 2-4 16,-11-7-144-16,-4-2-387 16</inkml:trace>
  <inkml:trace contextRef="#ctx0" brushRef="#br0" timeOffset="293197.559">2181 16476 734 0,'0'0'118'16,"0"0"-117"-16,0 0 9 16,0 0-10-16,0 0 0 15,0 0-11-15,67 10 11 0,-33 1 18 16,4 3-14 0,-1 2 4-16,2 2-7 0,4 2 14 15,-3 2-13-15,-1 3 16 16,-2 0-9-16,-4 0-5 15,-3 0-3-15,-5 1 6 16,-5 1-7-16,-7-1 2 16,-4 2 10-16,-6 2 38 15,-3 1-36-15,0 0 9 16,-7-2 10-16,-11 0-10 16,-2-5 24-16,-7 5-26 15,-4-6 8-15,0 0-19 16,-6 1 12-16,5-4-9 0,4-4-13 15,7-4 0 1,5-2 5-16,4-3-5 0,0-2-32 16,4-5-139-16,2 0-167 15</inkml:trace>
  <inkml:trace contextRef="#ctx0" brushRef="#br0" timeOffset="300389.8369">17890 16373 536 0,'0'0'134'0,"0"0"-112"0,0 0-21 15,0 0 64-15,0 0 2 16,0 0-9-16,0 0-52 15,0 0 1-15,0-1 5 16,0 1-12-16,0 0-8 16,0 8 8-16,12 4 9 15,5 4-2-15,-2 1 9 16,2 1-5-16,2 1 6 16,4 5-7-16,0 1 3 15,0-1 8-15,-2 5-6 16,2 2-2-16,-5 3-4 15,0 2 2-15,-6 3-5 16,-4 1 29-16,-6 4-15 0,-2 0-15 16,0-4 15-16,0 0-19 15,0-4 14-15,-8-1-9 16,-1-4 3-16,-4 0-1 16,1-2 4-16,-3 3 4 15,0-3-4-15,-1 2 3 16,-1-2-9-16,0-2 4 15,1-1-3-15,2-6-1 16,2-3-3-16,-1 0 1 16,2-6 0-16,3-1-2 15,1-5-1-15,4-2 1 16,3-1-2-16,0-2 1 0,0 0-2 16,0 0 1-16,0 0-21 15,0 0-49-15,0 0-62 16,0 0-24-16,10 0-218 15</inkml:trace>
  <inkml:trace contextRef="#ctx0" brushRef="#br0" timeOffset="326180.88">21865 12369 586 0,'0'0'30'16,"0"0"25"-16,0 0-20 15,0 0 26-15,0 0 17 16,0 0-27-16,0 0-37 0,-6-15-12 15,6 15-2-15,0-1 0 16,5 1-1-16,11-2 1 16,7 1 1-16,0 1-1 15,4 0-1-15,-4 0 1 16,4 0-1-16,-2 0-2 16,-3 0 3-16,-1 3 0 15,-4-1 0-15,0-1 0 16,-1 2 0-16,-3-1-1 15,-3-2-49-15,-2 3-21 0,-5-1-41 16,-3-2-48 0,0 2-19-16,0-1-75 15</inkml:trace>
  <inkml:trace contextRef="#ctx0" brushRef="#br0" timeOffset="326515.1218">21965 12386 261 0,'0'0'142'0,"0"0"-67"16,0 0 6-16,0 0-12 16,0 0 15-16,0 0-5 15,-13-15-35-15,13 15-5 0,0-2-10 16,0 2-19-1,0 0-4-15,13 0-3 0,8 0 1 16,6 0 16-16,3-1 3 16,-2-1-17-16,-1 0-1 15,0 1-2-15,-2 1-3 16,1 0-1-16,-5 0-1 16,-3 0 1-16,-7 8-71 15,-3 1-54-15,-5 2-137 16,-3-1-198-16</inkml:trace>
  <inkml:trace contextRef="#ctx0" brushRef="#br0" timeOffset="327198.0522">22064 12235 264 0,'0'0'231'16,"0"0"-194"-16,0 0-33 15,0 0 41-15,0 0 48 16,0 0-59-16,4 0-34 15,16 0 8-15,6 0 3 16,6 0 2-16,-4 2-5 16,2 7-4-16,-5 0-4 15,-1 3 1-15,-3 3-2 16,-3 0 6-16,-4 5-10 16,-6 0 3-16,-5 4 2 15,-3 0 10-15,0 3-2 0,-8 0-3 16,-8-1 2-16,0-2-6 15,0-1 2-15,1-5-2 16,1-1-1-16,4-2-1 16,1-1-43-16,3-3-165 15</inkml:trace>
  <inkml:trace contextRef="#ctx0" brushRef="#br0" timeOffset="327855.5736">22153 13263 201 0,'0'0'376'0,"0"0"-358"15,0 0-18-15,0 0 0 16,0 0 35-16,0 0 41 15,74 1-51-15,-43-1-4 16,-3 2-11-16,2-2 3 16,-5 0-9-16,-1 0-3 15,-1 0-2-15,-1 0 2 16,-7 0-5-16,-2-5 0 16,-8-5-69-16,-5-1-309 15</inkml:trace>
  <inkml:trace contextRef="#ctx0" brushRef="#br0" timeOffset="328118.5921">22329 13146 531 0,'0'0'156'0,"0"0"-128"16,0 0-26-16,0 0 0 16,0 0 5-16,0 0-4 15,68 6-1-15,-45 6 4 16,-2 0-5-16,-4 5 0 15,2-2 9-15,-8 3-9 16,-1 2 7-16,-7-2-6 0,-3 1 41 16,0 0 6-1,-9-2-19-15,-6 2-9 0,-4-4 11 16,5 1-19-16,-5-1-11 16,-1 2-1-16,-4-2-1 15,-2-6-213-15</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1:39:29.665"/>
    </inkml:context>
    <inkml:brush xml:id="br0">
      <inkml:brushProperty name="width" value="0.05292" units="cm"/>
      <inkml:brushProperty name="height" value="0.05292" units="cm"/>
      <inkml:brushProperty name="color" value="#FF0000"/>
    </inkml:brush>
  </inkml:definitions>
  <inkml:trace contextRef="#ctx0" brushRef="#br0">4942 2785 76 0,'0'0'217'0,"0"0"-152"16,0 0 17-16,0 0-16 16,0 0 24-16,0 0-24 15,0 0 11-15,0 0-47 16,-8-13 6-16,8 13 6 15,-1 0 7-15,1-1-13 0,-3 1 0 16,3-2-6-16,0 2-6 16,0 0-18-16,0 0 5 15,0 0 25-15,0 0-32 16,0 0-4-16,0 0-14 16,12 0 7-16,12 0 7 15,6 0 0-15,4 0 2 16,7 0-4-16,0 0 4 15,-3 0-4-15,0 0-2 16,-1 0 4-16,-1 0 4 16,-2 0-4-16,-1 0-8 15,-3 0 4-15,0 0-1 0,-3-2 2 16,-1 1-7 0,1-2 10-16,-4 2 7 0,1-2-5 15,-4-1-2-15,-4 4 0 16,-2-3-7-16,-5 3 7 15,-4 0-1-15,-2 0 1 16,-3 0 0-16,0 0-3 16,0 0-5-16,3 0-36 15,4 0-80-15,1 0-92 16,-4-3-376-16</inkml:trace>
  <inkml:trace contextRef="#ctx0" brushRef="#br0" timeOffset="9565.5965">9670 10780 818 0,'0'0'9'15,"0"0"-9"-15,0 0 0 16,0 0 0-16,0 0 2 0,0 0 3 15,0 0 31-15,109-33 9 16,-42 21-24-16,11-5 23 16,5 0-33-16,2 2-4 15,-4 0-3-15,-14 1-4 16,-9 2 0-16,-10 4-1 16,-5 2-5-16,-9 1 5 15,-6 2-25-15,-11-1-64 16,-5 3-5-16,-12 0 28 15,0 1-82-15,-27 0-149 16</inkml:trace>
  <inkml:trace contextRef="#ctx0" brushRef="#br0" timeOffset="9753.0981">9864 10856 381 0,'0'0'141'0,"0"0"-4"15,0 0-36-15,0 0-44 16,0 0 3-16,0 0-20 15,-15 13-15-15,84-36 74 16,22-7-21-16,25-7-44 16,17-1-34-16,13-4 3 15,9-2-9-15,9 0 0 16,-1-2-110-16,-6-4-134 16</inkml:trace>
  <inkml:trace contextRef="#ctx0" brushRef="#br0" timeOffset="15544.9931">1314 10938 529 0,'0'0'170'0,"0"0"-120"0,0 0 25 16,0 0-31-16,0 0 15 15,0 0 32-15,0 0-8 16,-19-58-16-16,16 55-26 15,0 1-5-15,3 0-11 16,-3 1-3-16,3 1-9 16,0-1 3-16,-2 1 1 15,1 0-4-15,-2 0-4 16,-2 0-5-16,1 0-2 16,0 0-2-16,-2 0 0 15,0 0 0-15,1 0 2 16,-5 0-2-16,-1 0 0 0,-1 0-2 15,-1 0 2 1,1 0 3-16,0 2-2 0,-3 2 3 16,-1-1-2-16,1 0 0 15,-1 2-1-15,2-2 1 16,2 0-2-16,0 0 9 16,3 2-4-16,-1-1-4 15,1 0 0-15,-2 3 3 16,-2-1-4-16,-2 4 4 15,-1 0-9-15,-2 2 7 16,-3 1-2-16,0-2 0 16,3 2 0-16,-1-4 4 15,5-1-3-15,1 0-2 16,4-2 2-16,-1 0-1 0,2 2 2 16,-1-1-2-16,0 2 0 15,-1 2 1-15,-1-1-1 16,4 1 0-16,-1 1 0 15,-2-2 0-15,7 1 1 16,-3-2-1-16,0 3 0 16,1-3-1-16,0 3 1 15,0-1 0-15,2 0 1 16,0 0 8-16,-3 0-10 16,3 0 2-16,0 3-1 15,-3-3 0-15,1 2 0 16,1 2-5-16,0-3 5 15,-1 1 5-15,2 1-4 0,-1 0-1 16,-2 3-8 0,2-1 8-16,-1 1 2 0,2 1 4 15,-2 1-6-15,2 4 0 16,-1 4 0-16,-3 2 0 16,-2 10 1-16,-2 0-1 15,-3 2 2-15,4-4-2 16,0-4 1-16,-2-4-1 15,5 0 0-15,5-5-3 16,-3 3 6-16,4-2-3 16,-1-2 0-16,-1 4 0 15,2-3-1-15,1 0 2 0,0 1-4 16,0-1 3-16,0-1 0 16,-3 2 0-1,2 1 3-15,-2-1-3 0,0 1-1 16,0-4 1-16,-2 0 1 15,2 3-1-15,0-4 0 16,3 0 0-16,-3 0-1 16,3 0 2-16,0-2-2 15,0 0 2-15,0 1-1 16,0 0 0-16,0 3-1 16,0 2 1-16,0 2 0 15,0-1-3-15,3 1 3 16,0-3 0-16,5 3 2 0,-2-1-1 15,1 1-1 1,-1 1-3-16,-2 0 3 0,0 1 0 16,0 1 3-16,1-2-3 15,2-2 1-15,-1-1-1 16,0-1-1-16,0-1 1 16,-1 2-1-16,3 1 1 15,-2 1 1-15,0 2-1 16,0 0 0-16,-3 3 2 15,3 0-1-15,0 1-1 16,0-2 0-16,0-2-2 16,-3-2 2-16,2-3 1 15,2-3-1-15,-1-1 0 16,-2 0 0-16,2-3 0 16,1 4 0-16,1-1 0 0,1-1 3 15,-1-4-2-15,-1 2-1 16,2-1 0-16,-2 0 0 15,-2-1 0-15,4 0 0 16,0-2 1-16,-2 1-1 16,2-1-1-16,-3 1 1 15,2-2 0-15,-1-1 0 16,1 2 0-16,-2-3 0 16,1 3 0-16,-1 0 7 15,0-3-14-15,-3 0 7 16,3 0 0-16,0-3 1 15,-1 2-1-15,0-1 0 16,0 1 0-16,1 1 7 16,0-3-7-16,-2 1-6 0,2-1 6 15,-3-3 0-15,2 1 0 16,-1-1-2-16,1-3 1 16,-1 2-30-16,3 0-35 15,-1-1-10-15,0-2-136 16,-4 0-46-16</inkml:trace>
  <inkml:trace contextRef="#ctx0" brushRef="#br0" timeOffset="17637.7547">7624 11243 488 0,'0'0'94'0,"0"0"27"0,0 0-56 15,0 0 6-15,0 0 11 16,0 0-18-16,0 0 17 16,-29-14-42-16,29 14-26 15,0 0-10-15,11 0-5 16,13 3 4-16,6 4 33 16,7 0-8-16,2-3 5 15,2 1-6-15,1-5-14 16,0 0-1-16,1 0-4 15,-4 0-5-15,-1 0-2 16,-2 0 1-16,-10 0-2 0,-8-3-1 16,-8-1-16-1,-7-4-45-15,-3-2 31 0,0-1-88 16,-9-4-52-16,-10 0-72 16,-8-3-158-16</inkml:trace>
  <inkml:trace contextRef="#ctx0" brushRef="#br0" timeOffset="17911.0221">7867 11107 507 0,'0'0'99'15,"0"0"-77"-15,0 0-20 16,0 0 84-16,0 0-11 0,0 0-23 16,112 25-12-16,-75-10-7 15,-1 1-16-15,-8 3-11 16,0 1 12-16,-8 4 4 15,-4 0 0-15,-4 1-2 16,-7-2-13-16,-5 0 26 16,0-2-10-16,-3 1 7 15,-13 2-10-15,-4-4-12 16,-4 2-7-16,4 1-1 16,3-4-24-16,2-1-132 15,3-5-156-15</inkml:trace>
  <inkml:trace contextRef="#ctx0" brushRef="#br0" timeOffset="18524.5335">8903 12395 894 0,'0'0'58'16,"0"0"28"-16,0 0-65 15,0 0 67-15,91-29-4 16,-65 24-31-16,-4-1-27 15,4 1 18-15,-3-1-30 16,1 1-8-16,-4-2 2 16,-1 2-7-16,-3-2 0 15,-5 2-1-15,-2-2 0 16,-1-2-5-16,-3-1-68 0,-5-3-89 16,0-1-112-16,0-1-322 15</inkml:trace>
  <inkml:trace contextRef="#ctx0" brushRef="#br0" timeOffset="18794.4691">9071 12210 765 0,'0'0'131'0,"0"0"-91"16,0 0 42-16,0 0 40 16,0 0-40-16,0 0-61 15,31-33-18-15,-7 33 3 16,6 0-6-16,-2 10 4 15,-3 4-3-15,-3 8 5 16,-8 2-3-16,-8 2 0 0,-6 3 0 16,0 4 8-16,-10-2-1 15,-13 3 1-15,-2-4 0 16,1-2-10-16,0-1-1 16,5 2 0-16,2-5-20 15,-2 0-131-15,-3-13-210 16</inkml:trace>
  <inkml:trace contextRef="#ctx0" brushRef="#br0" timeOffset="196713.4185">3594 11676 210 0,'0'0'134'0,"0"0"-78"15,0 0-13-15,0 0-17 16,0 0-6-16,0 0 12 16,0 0-7-16,-39-26 10 15,36 23-10-15,0 0-21 16,0 1 1-16,0-1 21 15,1 1-8-15,1 0-13 16,-1 0 4-16,1 1-9 16,1 1 0-16,0 0 0 15,0 0 0-15,0 0-10 16,0 0-2-16,0 0 9 16,0 0 0-16,0 0 2 0,0 0 1 15,-3-2-5-15,0 1 11 16,1-2-12-16,-1 2 6 15,2-1-2-15,1 1 4 16,-2 0-2-16,0-2 7 16,-1 0-4-16,1 1-3 15,-1 1 9-15,0-1 14 16,3 1 11-16,-3 1 28 16,0-1-31-16,0 1 6 15,0 0 12-15,-2 0-14 16,-2 0-12-16,3-2 33 15,-1 2-11-15,4-1-5 16,-1 1 6-16,2-1-12 0,0 1 6 16,-1 0 5-16,1 0-19 15,0 0-15-15,0 0 3 16,0 0-7-16,0 0-7 16,0 0 0-16,0 0 1 15,0 0 0-15,0 0 4 16,0 0-5-16,0 0-4 15,0 0 4-15,0 0 3 16,0 0-2-16,1 0 3 16,9 2 0-16,5 2 6 15,0-1 0-15,3 2 1 16,-1-2-8-16,4 1 7 16,3-1-4-16,2-1 7 15,1-2-9-15,4 2-2 0,-1-2 2 16,0 0-4-16,0 3 9 15,-4-3-9-15,-1 2 1 16,0 0-1-16,-1-2 0 16,1 0 4-16,0 0-3 15,0 0 5-15,0 0-2 16,2 0 2-16,-2 0-5 16,6 0 2-16,-1 0-2 15,0-2-1-15,3 0 1 16,3 2 3-16,0-3-4 15,8-3 0-15,0 1 3 16,-1-1 9-16,-6 4-11 16,-3-2 3-16,-5 3-4 0,-4-1 0 15,-5 2 0-15,-4 0 0 16,-4 0 0-16,0 0 0 16,-6 0 1-1,0 0-1-15,-3 0 3 0,-2 0-2 16,-1 0 0-16,0-1-1 15,0 0 0-15,0 1-24 16,0 0-131-16,0-8-310 16</inkml:trace>
  <inkml:trace contextRef="#ctx0" brushRef="#br0" timeOffset="212881.3239">6487 11788 300 0,'0'0'192'0,"0"0"-145"16,0 0-17-16,0 0 38 15,0 0 40-15,0 0-68 0,0 0 22 16,-25-3-28-16,25 3-5 16,0 0-14-16,0 0-8 15,0-2 2-15,0 2-7 16,0 0 1-16,0 0-3 16,0 0 0-16,0 4 8 15,9 3 4-15,3 3 20 16,0 0-23-16,9-3 19 15,-1-2-17-15,4-1 8 16,7-1-1-16,4 0-1 16,4-1-5-16,4-1-5 15,5-1-7-15,5 1 7 16,2-1 2-16,8 0-4 16,6 0 5-16,4-4-5 15,9-6-7-15,3-4 9 0,6-1-4 16,4 1 0-16,2-1-2 15,-3 1-1-15,-3 0-5 16,-4 1-3-16,-4 1 0 16,2-1 6-16,-3 1-3 15,-1 3 5-15,-2-1-1 16,-7 1-5-16,-1-3-7 16,-1-3-3-16,-6 2 16 15,-4 0 0-15,-4-3 0 16,-3 3-3-16,1 0 3 15,-2 1 0-15,-3 0-20 16,-3 2 5-16,-5 0 4 0,-5 4-28 16,-7-1-19-1,2 0-47-15,-2-3-40 0,-4-5-167 16</inkml:trace>
  <inkml:trace contextRef="#ctx0" brushRef="#br0" timeOffset="346237.7395">8552 12481 250 0,'0'0'55'0,"0"0"-9"16,0 0 70-16,0 0-54 15,0 0 5-15,0 0-29 16,0 0-15-16,0 0-2 16,-11 0 4-16,11 0 8 0,0 0-15 15,0 0-14 1,0 0 39-16,0 0 7 0,0 0-12 16,0 0-5-16,0 0-8 15,0 0-5-15,0 0 6 16,0 0-6-16,0 0-6 15,0 0 29-15,0 0-16 16,0 0-13-16,0 0-11 16,0 0-2-16,0 0 5 15,0 0-4-15,3 0-2 16,5 0 8-16,3 0 0 16,0-4-2-16,1 2-1 15,6-3-5-15,1 0 7 16,-1 1-4-16,4-2-2 0,0 4-1 15,-3-4 0-15,3 2 0 16,0 2-1-16,-4-3 1 16,0 3-3-16,-3-1 3 15,-2 2-1-15,0-1 1 16,0-1 0-16,-1 0 2 16,0 0 0-16,1-2-1 15,-1 2 0-15,1-2-2 16,1 1 2-16,1 2-1 15,-2-3 0-15,0 2-1 16,3 0 1-16,-3-1 1 16,-1 2 0-16,2-1-1 15,-3-1 0-15,-2 3-2 16,-1-2-1-16,-2 0 3 16,-1 2 4-16,-3-1-3 0,3 0-2 15,2 1 2-15,-1-1-1 16,4-1 0-16,-3 1 0 15,1 1-5-15,3 0-2 16,-1 1-31-16,-1 0-30 16,2 0-26-16,-1 0-27 15,1 0-99-15,-7 0-193 16</inkml:trace>
  <inkml:trace contextRef="#ctx0" brushRef="#br0" timeOffset="352397.8536">8990 11202 208 0,'0'0'168'0,"0"0"-114"15,0 0-8-15,0 0-13 16,0 0 23-16,0 0-22 16,0 0 36-16,0 0-28 15,0-6 14-15,0 4 15 16,0 0 2-16,0-1-46 16,0 3 8-16,0 0 66 15,0 0-46-15,0 0-33 16,0 0 9-16,0 0-6 15,0-2-13-15,1-3 4 0,8 0-14 16,4-4 8 0,7-5-6-16,3 0 5 0,6 0-3 15,2-2 6-15,3-1-12 16,0 0 11-16,0 1-2 16,1 0 2-16,-2 2 1 15,-5 2-7-15,-3 0-2 16,-4 3 0-16,-6 1-6 15,-3 0 6-15,-2 4-5 16,-4 2 2-16,-4 2-3 16,-1 0-6-16,-1 0-41 15,0 0-28-15,0 0-54 16,0 0-11-16,0 9 49 16,0 2-91-16,0 2-95 0</inkml:trace>
  <inkml:trace contextRef="#ctx0" brushRef="#br0" timeOffset="353020.0044">9085 11238 288 0,'0'0'237'15,"0"0"-188"-15,0 0 1 16,0 0 47-16,0 0-49 15,0 0 21-15,-14-41-24 16,14 40 10-16,0 1 25 16,0 0-27-16,0 0-21 15,-2 0-20-15,2 0-2 16,-1 0-6-16,1 0-4 0,0 0 0 16,0 0-6-16,0 0 5 15,0 0 1-15,0 4 1 16,3 3 8-16,8 3 22 15,3-1-9-15,5-2-17 16,5 3 31-16,3-5 3 16,3 2-19-16,4 0-19 15,-1-1 14-15,0 1 3 16,-2 0-10-16,2 0-1 16,-6-2-3-16,-1 1-4 15,-4-1 4-15,-3 0-4 16,-4-2 0-16,-2-1 1 15,-5 1-1-15,-4-3 1 16,1 0-1-16,-5 0 2 16,1 0 5-16,-1 0-14 0,0 0 3 15,0 0-36-15,0 0-1 16,0 0-36-16,0-3-114 16,0-1-35-16,-4 3-218 15</inkml:trace>
  <inkml:trace contextRef="#ctx0" brushRef="#br0" timeOffset="353637.3662">8996 11292 509 0,'0'0'39'15,"0"0"-6"-15,0 0 30 16,0 0 38-16,0 0-55 0,0 0 0 15,-3-3-23 1,3 3-18-16,0 0 16 0,0 0-18 16,0 0 10-16,0 0 7 15,0 0-1-15,1 4 9 16,10 6-8-16,4 0 63 16,0 2-43-16,4 1-2 15,-1 0-17-15,3 3-2 16,1-3 8-16,3 3-2 15,4-1-16-15,0 1 5 16,4 1 1-16,-1 0-8 16,-1-2 2-16,-1 1-8 15,-2-1 7-15,-5-1-8 16,1 2 1-16,-6-2 3 0,-2-3-1 16,-3-2-3-16,-4-2 0 15,-3-3 8-15,-3-2-6 16,-1-1 2-16,-2-1-3 15,0 0 5-15,0 0 11 16,0 0-13-16,0 0 5 16,0 0-3-16,0-5-6 15,0-4-32-15,0-2-75 16,0 4-77-16,0 1-84 16,0-1-194-16</inkml:trace>
  <inkml:trace contextRef="#ctx0" brushRef="#br0" timeOffset="354797.6709">8966 11253 334 0,'0'0'108'0,"0"0"-81"16,0 0 39-16,0 0-45 15,0 0 46-15,0 0 26 16,-16-7-70-16,13 7-18 16,3 0 20-16,-2 0 23 15,2 0 16-15,0 0-33 16,0 0-5-16,0 0-22 15,0 0 3-15,0 0-7 0,0 3 0 16,0 13 0-16,0 2 4 16,0 2 7-16,3-1 6 15,4 1 27-15,6 2 2 16,-1 2 4-16,2-1-6 16,0 2-29-16,1 2-11 15,0-1 14-15,-2 2-1 16,5-2 10-16,-1 2-6 15,1-3-8-15,2-3 1 16,1 0-12-16,3-3 0 16,-3-2 1-16,1 0 1 15,2-5-4-15,-4 1 0 16,0-2 0-16,-2-3 2 16,-3 1-2-16,-3-4 3 15,0-1-3-15,-3-1 2 0,-1 0 7 16,-1-1-7-16,-4-2-2 15,-2 0 0-15,1 0 7 16,-1 0-2-16,1 0 3 16,-2 0-8-16,1 0 3 15,-1 0 4-15,2 0-7 16,-1 0 0-16,4 0-7 16,2-3-56-16,-2-3-49 15,5 3-101-15,-2-4-71 16,-1 0-390-16</inkml:trace>
  <inkml:trace contextRef="#ctx0" brushRef="#br0" timeOffset="380495.8428">2342 12905 282 0,'0'0'62'16,"0"0"-30"-16,0 0 24 15,0 0 12-15,0 0-36 16,0 0-20-16,0 0 12 15,0 0 9-15,-2-19-6 16,2 19 1-16,0-2 3 0,0 2-7 16,0 0-2-16,0 0-15 15,0 0-3-15,0 0 4 16,-1 0 20-16,1 0-28 16,0 0 11-16,0 0-4 15,0 0-7-15,4 4-5 16,3-1 5-16,6-1 3 15,2 1 11-15,0-2-13 16,6-1 27-16,2 0-8 16,4 0-6-16,0 0-6 15,2 0 5-15,8 0-10 16,-3-4-3-16,5 0-1 0,4 1 1 16,0-3-2-16,5 2 2 15,3-1-4-15,-2 0 4 16,-2 3 1-16,0 0 0 15,-8 2 1-15,2 0 0 16,-6 0-2-16,2 0 0 16,-4 2 0-16,3 5-3 15,0-3 4-15,1-1-1 16,0-1 0-16,-1-2 0 16,2 0 3-16,3 0-3 15,-1 0 5-15,-2 0-5 16,-1 0-4-16,3-2 4 15,-1-4 1-15,3 0-1 0,1 1 0 16,-1-2 6-16,4 0-6 16,-4-1-2-16,0-1-5 15,1 1 7-15,-1 2 1 16,2-2-1-16,1 1 0 16,3 0 1-16,-2 2-1 15,2 0-5-15,-6 4 5 16,-5 0 0-16,3-1 0 15,-3 1 0-15,-2-3 1 16,-2 1 1-16,-2 0-1 16,2-1-1-16,-5 1 16 15,0 0-12-15,-2 2-4 16,-1-2 16-16,0 3-6 16,-2-2-3-16,1 2 4 0,1 0-9 15,-1 0 2-15,-2 0-1 16,1 0 12-16,-1 0-6 15,2 0 2-15,-2-1-7 16,-1 1 26-16,3 0-13 16,0 0-14-16,1 0 3 15,5 0-5-15,1 0 6 16,-1 0-10-16,4 0 3 16,-3 3 0-16,1 5 1 15,2-2 0-15,-1-3 8 16,0 4-8-16,-3-3 2 15,1 0-3-15,-1 0 0 16,0-1 3-16,1 0-1 0,1 0-2 16,2 0 5-16,0 1-11 15,3-2 7-15,1 3-1 16,-1-1 8-16,2-1-8 16,7 1 7-16,-1 1-5 15,-2-1-2-15,-3 0 4 16,-2 0 4-16,-3 1-6 15,-5 2 0-15,2-3-2 16,-2 0 7-16,-1-2 2 16,2 3-6-16,-1 0-2 15,0-1 3-15,0-1-2 16,1 4-2-16,2-2 0 0,1 0 11 16,5 2-11-16,3-2-3 15,7-2 3-15,3 0 0 16,-4-1 4-16,-4 0-1 15,-7 0-1-15,-6 1-2 16,-4-1 2-16,-3-1-2 16,-3 1 0-16,1-1-1 15,0-1 3-15,-1 0-1 16,-1 0-1-16,0 0-3 16,1 0 3-16,0 0 0 15,2 0 3-15,-2 0-3 16,1 0 13-16,-1 0-13 15,0 0 0-15,-5 0 0 0,2 0 5 16,0 0-4 0,0 0-1-16,1 0 10 0,2 0-10 15,5 0 0-15,-1 0 0 16,0 0 0-16,-1 0 1 16,-3-3-7-16,0 2 6 15,-2-1 0-15,1 2 9 16,0 0-8-16,0-3 5 15,-4 3 5-15,2 0 12 16,-1 0-21-16,-1 0 4 16,3 0-4-16,-2 0-1 15,-1 0 7-15,-1 0-8 16,0 0 0-16,-2 0 0 16,4 0 4-16,1 0-4 0,1 0 0 15,2 0 1-15,-5-2-1 16,1 2 4-16,-5 0 1 15,-2 0-7-15,0 0 2 16,-2 0-3-16,3 0-1 16,-4 0 0-16,0 0-39 15,-1 0-69-15,-4 0-129 16,-2 0-144-16</inkml:trace>
  <inkml:trace contextRef="#ctx0" brushRef="#br0" timeOffset="484215.5587">8114 13034 745 0,'0'0'30'0,"0"0"-29"15,0 0-1-15,0 0 3 16,0 0 62-16,87-1-16 16,-57-3-36-16,2-1 1 15,4 3-7-15,0-3-4 16,-1 2-2-16,-4 1-1 15,-6-1 0-15,-3 1-10 16,-8-1-74-16,-11-1-94 16,-3-3-302-16</inkml:trace>
  <inkml:trace contextRef="#ctx0" brushRef="#br0" timeOffset="484409.1881">8125 13109 302 0,'0'0'416'0,"0"0"-390"16,0 0-8-16,0 0 18 15,0 0 64-15,0 0-30 16,94-31-31-16,-48 23-36 16,1 0 0-16,8 5-3 15,-2 1-61-15,-5-2-211 16</inkml:trace>
  <inkml:trace contextRef="#ctx0" brushRef="#br0" timeOffset="491880.0589">8632 12487 455 0,'0'0'20'16,"0"0"-4"-16,0 0-12 15,0 0 42-15,0 0 31 16,0 0-38-16,0 0 6 16,-25-15-37-16,25 15 12 0,0 0 4 15,0 0-13 1,0 0-9-16,0 0-2 0,0 0-3 16,0 0 2-16,0 0 1 15,0 0 0-15,0 0-1 16,0 0 2-16,0 0-1 15,0 0 0-15,0 0 0 16,0 0 0-16,0 0 8 16,0 0 4-16,7 0 35 15,9 0 4-15,1-8-32 16,7-1-8-16,3-2-2 16,1 0 1-16,5 0 6 15,1 0 4-15,1 0-17 16,-3 0 12-16,1 2-15 15,-4 0 13-15,-3 1-3 0,0 0-4 16,-4 0 10-16,2 2-6 16,-3 0 1-16,1-2-5 15,1 3-6-15,-2-1 4 16,1 2-3-16,-1 0-1 16,-1-1 0-16,0 2 0 15,-1-1-6-15,-2 1 6 16,-1 1 5-16,-4-1-3 15,0 1-3-15,-5-1 1 16,1 0 0-16,-3 1-5 16,-5 0 3-16,0-1 2 15,0-1-68-15,0 0-36 16,-7-1-135-16,-12 0-224 16</inkml:trace>
  <inkml:trace contextRef="#ctx0" brushRef="#br0" timeOffset="492407.6474">8641 12462 454 0,'0'0'45'16,"0"0"-15"-16,0 0 7 15,0 0 27-15,0 0 3 16,0 0-45-16,0 0-12 16,57-28 13-16,-38 25-10 0,2 0 27 15,4-2-24 1,4 1 6-16,-1-1 1 0,3-1 1 16,-1 0-15-16,0 1-8 15,0-1 7-15,0-2-7 16,-2 1 10-16,-1 2-11 15,1-2 0-15,-1 2 2 16,-4 0 4-16,-3 1-6 16,-2 0 0-16,-1-1-1 15,-4 1 1-15,-3 0 0 16,-4 0 0-16,-4-3 0 16,-2 2-11-16,0 0-39 15,0-4-86-15,-8 2-235 16</inkml:trace>
  <inkml:trace contextRef="#ctx0" brushRef="#br0" timeOffset="492992.1562">8857 12123 486 0,'0'0'83'15,"0"0"-41"-15,0 0 48 16,0 0-27-16,0 0-14 15,0 0-33-15,-13-1-16 16,13 1 1-16,4 0-1 16,8 7 17-16,5-2 20 15,2 1-2-15,4-3-3 16,5 2 29-16,2-1-19 16,3 1-11-16,1 0-10 15,3 3-10-15,0-1-7 16,-1 6-3-16,0 1 2 15,-2 3-3-15,-2-3 3 0,-2 3-2 16,-4 0 4-16,-3 0-5 16,-3 2 1-16,-6 3 0 15,-8-1 1-15,-6 0 8 16,0 1 6-16,-9-2 22 16,-15-2 12-16,-6 0-18 15,-9 0-10-15,-1 1 13 16,-3-2-24-16,4-2 4 15,4-1-10-15,5-2-1 16,6-1-1-16,1-4-1 16,8-3-2-16,4-1 0 15,6-2-10-15,5-1-101 16,0 0-244-16</inkml:trace>
  <inkml:trace contextRef="#ctx0" brushRef="#br0" timeOffset="505724.0108">9049 12775 323 0,'0'0'206'15,"0"0"-196"-15,0 0 71 16,0 0 6-16,0 0-40 0,0 0 5 16,0 0-14-1,0-37 7-15,0 34-16 0,0 3 7 16,0-2-4-16,0 2 41 16,0 0-49-16,0 0-19 15,0 0-4-15,-1 0-1 16,-6 6 0-16,-1 6 0 15,1 2 0-15,-1 1 6 16,1 4-6-16,1 0 3 16,-3 2 8-16,3 2 8 15,-4 1-8-15,1 3 11 16,1-1-9-16,0 0 3 16,3-2-3-16,-3-1-9 15,4-6-2-15,1-3-1 0,0-2-1 16,1-4 1-16,-3-1 2 15,5-5-2-15,0-1-2 16,-2-1-24-16,-2 0-60 16,-1 0-110-16,-6-12-165 15</inkml:trace>
  <inkml:trace contextRef="#ctx0" brushRef="#br0" timeOffset="506147.8812">8828 12920 509 0,'0'0'57'16,"0"0"-35"-16,0 0 68 15,0 0-37-15,0 0-40 16,0 0-12-16,-3 19 9 15,3-4 22-15,-2 6 12 16,2 1 4-16,0 4-19 16,0 1 8-16,0-1 4 15,3 2 6-15,5-2-4 16,0-5-15-16,1-1-12 16,-1-3-4-16,2-4 6 0,-1-4-8 15,-2-1-7 1,4-4 3-16,-2-4 5 0,6 0 8 15,4 0 8-15,5-9-7 16,4-8-19-16,5 0 3 16,2-3-4-16,-3-1 7 15,0 4-7-15,-1 0-11 16,-1 2-59-16,1 2-79 16,-2 0-99-16</inkml:trace>
  <inkml:trace contextRef="#ctx0" brushRef="#br0" timeOffset="515301.663">4034 16515 206 0,'0'0'94'16,"0"0"-93"-16,0 0 5 15,0 0 8-15,0 0 101 16,0 0-23-16,0 0 46 16,0 0-78-16,17 5-24 15,-9-5 22-15,4 0-31 16,0-2-1-16,1-1-2 16,7 2-3-16,1-1-20 0,5 2 13 15,7 0-2-15,4 0-1 16,4 0-4-16,3 0-6 15,3 0-1-15,0 2 0 16,1 4 2-16,4-1 0 16,2 1 0-16,7 0 2 15,0-3-1-15,5 2-1 16,-1-2-2-16,3 3 1 16,3 1 0-16,4-2 4 15,10 3-5-15,4 1-3 16,1 1 3-16,-1 0-2 15,1-1 2-15,-1 0-3 16,4-1 2-16,-1-1 1 0,-1-3 1 16,-1-3 0-16,-4 1-1 15,-2-2 1-15,1 0-1 16,0 0 1-16,3 0 5 16,1 0-6-16,4 0-3 15,1 0 3-15,1 0 5 16,-1 0-5-16,-1 0-10 15,-3 0 9-15,-4-6 1 16,-6 1 0-16,-2 0 0 16,-2-1 2-16,-4 0 5 15,-1 3-7-15,-2-2-1 16,-1 2 1-16,-2 0 0 16,4 0 0-16,-6 0-6 0,3-2 6 15,2 1 0-15,10-1 0 16,2 0-1-16,2-1 1 15,-4 0-1-15,0-2 2 16,-4 3-1-16,-5-1 0 16,-1 1 0-16,-8-1-1 15,-6 0 2-15,-8 2 5 16,-5 0-5-16,-3 2-1 16,1-2 0-16,-1 1 0 15,2-4 0-15,-3 1 0 16,1-1-6-16,-3 0 5 15,-5 3 1-15,-4-2 8 0,-4 4-8 16,-7-1 0-16,-6 1 4 16,-4 0 2-16,-1 2 1 15,-2 0-3-15,0 0 2 16,0 0-6-16,0 0 0 16,-2 0-1-16,2 0-4 15,-3 4-30-15,0 7-54 16,0-4-93-16,0-3-492 15</inkml:trace>
  <inkml:trace contextRef="#ctx0" brushRef="#br0" timeOffset="516627.7338">13014 16512 687 0,'0'0'32'0,"0"0"-32"15,0 0 0-15,0 0 0 0,0 0 21 16,0 0 26-16,-45-17-36 15,45 17-9-15,0 0-1 16,14 9 4-16,11 1 42 16,13 1-23-16,12-1 2 15,11-1-11-15,13-1-1 16,12-3 6-16,17 2-9 16,9-3-6-16,12 1 2 15,11 1-3-15,6-1-1 16,6 4-1-16,9-1-4 15,0 1 1-15,5-1 1 16,2 0 0-16,-1 0 0 0,-1-1 0 16,1 0 9-16,-3 1-9 15,3 1 0-15,-2 1 0 16,-5 0 0-16,-2 1-4 16,-10 0 4-16,-6 1 3 15,-4-1 2-15,-11-1-3 16,-7 1 21-16,-11-2-12 15,-11-3-7-15,-8 0-3 16,-12 1 21-16,-12-4 8 16,-6 0 3-16,-7 1-10 0,-6-2 0 15,-3-2 5 1,-1 0-2-16,-5 0-6 16,0 3-9-16,0-3-2 0,-4 0-7 15,3 2-3-15,-4-2 3 16,-4 2-2-16,0-1 1 15,-5 1-1-15,-2-1 0 16,-4 2 3-16,-6-2-8 16,-2 1 3-16,-1 1 1 15,-4-3-71-15,0 4-101 16,0-4-32-16,-2-4-424 16</inkml:trace>
  <inkml:trace contextRef="#ctx0" brushRef="#br0" timeOffset="520005.0528">4814 16903 821 0,'0'0'34'16,"0"0"0"-16,0 0-18 15,0 0 77-15,0 0 29 16,0 0-49-16,0 0-73 15,-18 14-10-15,18 25 10 0,0 12 17 16,0 7 18-16,-2 0-13 16,-7 0 15-16,-1-7-21 15,0-9 3-15,-1-8 7 16,5-9-5-16,1-11-15 16,1-6-6-16,4-5 2 15,-2-3 11-15,2 0 22 16,-2-9 27-16,0-15-30 15,2-7-32-15,0-5 9 16,0-3-10-16,9 6 1 16,6 4-9-16,6 9-8 15,-3 6 15-15,1 7-1 16,0 7-2-16,-2 0-7 16,-2 19 10-16,-5 2-2 15,-4 6 4-15,-6 5-9 16,0-3 9-16,-9 4 0 0,-13-3 0 15,-2-4 2-15,0-4-2 16,5-3 0-16,1-10 4 16,9-1-4-16,3-5-2 15,4-3-39-15,2 0-87 16,0-11-220-16,10-7-521 16</inkml:trace>
  <inkml:trace contextRef="#ctx0" brushRef="#br0" timeOffset="521719.0342">4978 17394 620 0,'0'0'125'0,"0"0"-123"0,0 0 3 15,0 0 93-15,0 0 18 16,0 0 8-16,4 17-39 16,8-29 3-16,6-10-40 15,3-5-39-15,1 0-9 16,-1-2 1-16,-4 3 8 15,-4-1-9-15,-4 5-3 16,-6 5 3-16,-1 8 3 16,-2 3 0-16,0 6 0 15,0 0-3-15,-1 3-6 16,-14 11-6-16,-2 6 12 16,1 4 4-16,5-2-4 0,3 1-4 15,5-3 0-15,3-2 6 16,0-2-7-16,0-2 0 15,11-1 4-15,5-7 1 16,2-2 0-16,4-4 8 16,4 0-5-16,-1 0-3 15,-2-10-2-15,2-6 2 16,-1-2 4-16,-4-1-4 16,0 0 0-16,-2 5 0 15,-9 6 0-15,3 2-9 16,-9 6 7-16,3 0 2 15,0 0 5-15,0 11-5 0,1 6-1 16,-7 5-4-16,0 2 5 16,0-2 0-16,-6-1 0 15,0-4 0-15,3-5 5 16,2-5-5-16,1-1 0 16,0-6-2-16,0 0-5 15,17-17-29-15,9-5-35 16,4-3-20-16,8 4-26 15,-5 3 47-15,-1 4 32 16,-7 3 16-16,-7 5 20 16,-5 1 2-16,-8 5 0 15,-5 0-1-15,0 0-1 16,0 11 2-16,-13 8 7 16,-1 2 22-16,2 1-15 15,5 0 16-15,7-5-13 0,0 2-17 16,1-6 5-16,17-4-2 15,3-7 0-15,0-2 3 16,7 0-3-16,1-16 6 16,-4-4-9-16,-6 1 1 15,-8-1-1-15,-8 3-9 16,-3 3-8-16,0 2-5 16,-17 5 13-16,1 4 0 15,-3 3 7-15,3 0 2 16,2 0 5-16,3 7-5 15,4 3-6-15,5 1 6 16,2-2 0-16,0-1 0 0,0 0 2 16,14-5-2-16,5 0 0 15,5-3 1-15,-2 0 2 16,5 0-2-16,-3-3 3 16,-2-7 1-16,-2-2-5 15,-4 0 2-15,-2-3-2 16,-1 1 0-16,-4-1 8 15,0 3 1-15,0-3-8 16,1 4 4-16,-1 1 19 16,5 3-19-16,-2 2 17 15,0 4-21-15,1 1-1 16,3 0-11-16,-2 6 9 16,-2 11 2-16,-2 0 2 0,-2 4-2 15,-7-1 0 1,-1 2 0-16,0-2 1 0,-1-4 4 15,-7-2-1-15,5-6-4 16,0-4 1-16,0-4 0 16,3 0 5-16,0 0-6 15,0-16-32-15,14-1-14 16,2 2 34-16,5 3 2 16,4 0-20-16,-4 6 29 15,0 2-8-15,0 2 7 16,-2 2 2-16,1 0 0 15,-1 0 1-15,-1 0 7 0,-2 0 16 16,1 0-22 0,-2 0 28-16,-1-6-30 0,2-5 7 15,-4 3-1-15,-2 1-4 16,-3 0-1-16,-4 4 9 16,-3 3-8-16,0 0-2 15,0 0-3-15,-4 0 3 16,-7 5-2-16,0 7 2 15,2 4 0-15,4 1 2 16,2-1 6-16,3-1-7 16,0 1 1-16,3-7 6 15,9 2 12-15,6-8 1 16,1-3-13-16,4 0 13 16,-1-1-15-16,-1-12-1 15,-6-5-3-15,-6 2 2 0,0 3-4 16,-9 1-2-16,0 2 0 15,-2 4-2-15,-14 5 3 16,4 1-3-16,-4 0-3 16,2 14 0-16,5 1 3 15,3 2 3-15,6 0-1 16,0-1-2-16,0 1 0 16,12-7 4-16,5-3 2 15,3-4 1-15,4-3 5 16,-1 0-6-16,2-15-1 15,-4-2 8-15,1-8-9 16,-4-1-2-16,-5-6 2 0,0-3 6 16,-6-3-6-1,-5-6 8-15,-2-1 34 0,0 2 17 16,0 2 26-16,-2 16-28 16,-1 12-20-16,2 11 15 15,-2 2-50-15,1 2-2 16,-4 24-11-16,0 11 10 15,3 8 0-15,3-1-9 16,12-5-144-16,23-5-169 16,12-9 2-16</inkml:trace>
  <inkml:trace contextRef="#ctx0" brushRef="#br0" timeOffset="523163.1862">7391 17137 776 0,'0'0'83'0,"0"0"-24"0,0 0 44 16,0 0-9-16,-94-34-12 15,66 35-39-15,1 21-28 16,2 4 13-16,6 8-27 16,8-2 8-16,8-1-7 15,3-3 1-15,0-8 6 16,10-4-9-16,8-8 3 15,6-6 2-15,7-2 3 0,5-13 3 16,0-15 25-16,0-6-24 16,-8-7-11-16,-7-1 5 15,-9 0-4-15,-3-2-2 16,-8 5 3-16,-1 10 3 16,0 8-6-16,0 12 0 15,0 5 0-15,0 4 0 16,0 0 0-16,0 13-8 15,0 16 8-15,0 11-7 16,0 4 13-16,9-5-13 16,9-3 3-16,6-7 4 15,3-7 0-15,6-3 4 16,4-12-2-16,-1-4 3 16,1-3-5-16,-1-7 0 15,-5-13-10-15,-7-3 8 0,-3-1-13 16,-9 3-5-16,-6 6 15 15,-3 4 3-15,-3 9 2 16,0 2-1-16,0 0 0 16,0 17-16-16,-9 5 16 15,7 2 1-15,2-1-3 16,2-3 4-16,23-3-2 16,8-10 1-16,9-3 0 15,10-4 0-15,5-1-13 16,-2-16-105-16,-9-2-75 15,-7 2 40-15,-15 3 64 16,-9 8 63-16,-8 2 26 0,-2 4-1 16,-2 2 1-16,-2 13 47 15,2 4 40-15,-2 2-45 16,3-1-12-16,7 0-17 16,10 2 3-16,12-7-16 15,19-10-154-15</inkml:trace>
  <inkml:trace contextRef="#ctx0" brushRef="#br0" timeOffset="542567.4696">14937 16924 570 0,'0'0'119'15,"0"0"-74"-15,0 0-14 16,0 0 59-16,0 0-35 15,0 0 45-15,0 0-91 16,0 0-8-16,-4-12-2 16,4 19 2-16,0 11 0 15,0 6 26-15,0 2 8 16,0 3 4-16,0 0-17 16,0-1-5-16,0-3-14 15,4 0 3-15,-2-11-2 16,0-5-4-16,0-3 4 15,-2-6-2-15,0 0 2 0,0-6 52 16,0-17 5-16,0-6-59 16,-9-8-2-16,-1-2 1 15,0 2-1-15,-1 0-2 16,3 0 1-16,4-1-2 16,4 4 3-16,0 0-10 15,6 5 2-15,11 6-8 16,2 4-2-16,3 8 11 15,-1 4-16-15,1 5 16 16,-2 2-2-16,-1 0 6 0,2 11 3 16,-6 11-8-1,-6 1 8-15,-5 2 5 0,-4 3-3 16,0-2-1-16,-18-2 1 16,-6-1-2-16,2-6 1 15,5-4-1-15,6-6-3 16,8-3 2-16,3-3-86 15,0-1-220-15,14-1-189 16</inkml:trace>
  <inkml:trace contextRef="#ctx0" brushRef="#br0" timeOffset="544151.633">15294 16961 723 0,'0'0'56'0,"0"0"-35"16,0 0 15-16,-90 46 41 16,76-29 22-16,8 1-61 15,6-3-9-15,0 1-25 16,9-3 9-16,11-3 2 16,1-2-7-16,3-6-1 15,-2-2-3-15,2 0-4 16,-8-11 6-16,-7-5-13 15,-4 2 5-15,-5-3-20 16,0 2-35-16,-20 0 6 16,-4 4 11-16,-1 5 4 0,3 4 36 15,1 2-5-15,9 0 4 16,-1 7 1-16,9 3 3 16,3 2 1-16,1 0-1 15,3 1 2-15,15-1 13 16,7-5 11-16,8-3-8 15,1-4-5-15,4 0 1 16,-1-2-16-16,-1-10 7 16,-3 0-6-16,-2-4 0 15,-3 1-2-15,-5 0-4 16,-3 1 4-16,-10 1 4 16,-3-3 2-16,-4 3 9 15,0 6-10-15,-3-1-4 0,0 5 13 16,0 3 7-16,0 0-6 15,0 0-15-15,-4 0-6 16,-7 3 6-16,2 8-8 16,3 3 8-16,0-2-3 15,6 1 1-15,0 1 2 16,0-4 2-16,0 2 0 16,12 0-1-16,-2-3-1 15,5-1 7-15,1-2 7 16,3 0-13-16,-3-4 8 15,2-2-7-15,-3 0 3 16,1 0 11-16,-1-8-9 0,0-3 0 16,-1 1-2-1,-3-5 2-15,-2 1-6 0,-3 0 2 16,-2 1 2 0,-4 3 6-16,1-1-6 0,-1 2 4 15,0 3-6-15,0 4 9 16,0-1-6-16,0 1-4 15,0 1-1-15,0 1-2 16,0 0-3-16,0 0-4 16,0 0-20-16,0 0 5 15,0 0-12-15,0 0-4 16,0 0 3-16,0 0 20 16,0 0 13-16,0 0 1 15,0 0 0-15,0 0 2 16,0 0-14-16,0 0 13 0,0 0 1 15,0 0 0 1,0 0 0-16,0 0 5 0,0 0 1 16,0 0 14-16,0 0 0 15,0 0 0-15,0 0-5 16,0 0-7-16,0 0 2 16,0 0-1-16,0 0-7 15,0 0-2-15,0 0-1 16,0 0 1-16,0 0 0 15,0 0 2-15,0 0-2 16,0 0-2-16,0-4-3 16,0-1 2-16,0 3-7 0,-1 0-1 15,-1-1 11-15,-1 2-1 16,1 1-16-16,-1 0 14 16,2 0-3-16,-1 0-5 15,1 0 1-15,1 4 4 16,0 5 2-16,0 1 3 15,1 2-5-15,12 4 6 16,0 1 0-16,3 1 9 16,1 4 5-16,-4 2-9 15,0 0 0-15,-5 2 5 16,-5-1-8-16,-3 1 4 16,0-6-4-16,0-2-2 15,-10-6 0-15,0-4 3 0,0-5-3 16,3-3-4-1,0 0 3-15,3-9-39 0,4-8-11 16,0-2 6-16,6-4 23 16,11 4 9-16,3-6 11 15,1 6-12-15,-3 2 14 16,1 0 5-16,0 5 0 16,-2 1-2-16,1 0 6 15,-4-2 10-15,2 2 5 16,-5-3-15-16,-1 2 4 15,-4-1-7-15,0-1-4 16,-3-1 11-16,-3 1-9 0,0-2-3 16,0 5 2-1,0 2-3-15,-7 2-2 0,1 6-3 16,1 1 4-16,1 0-5 16,-1 0-4-16,3 0-7 15,-1 0 2-15,3 0-13 16,-1 0 7-16,1 3 19 15,0-1-7-15,0 1 7 16,0-3-13-16,0 2 8 16,0 1 6-16,0-2-25 15,0 2 14-15,0 0 11 16,1-1-69-16,4-2 28 16,0 3-64-16,-2-3-71 15,-2 0-281-15</inkml:trace>
  <inkml:trace contextRef="#ctx0" brushRef="#br0" timeOffset="545523.6421">16017 16944 328 0,'0'0'118'0,"0"0"-106"16,0 0 0-16,0 0 24 16,0 0 46-16,0 0-49 15,0 0-20-15,-22-56 33 16,22 56-14-16,-2 0-12 16,2 0-11-16,0 0-4 15,-1 0-5-15,1 0 1 16,0 0-1-16,0 0 0 15,-2 0 9-15,2 3-7 16,0 1-2-16,0-1 18 0,0 2-17 16,0 1-1-16,0-2 0 15,0 2 8-15,3-1-8 16,2-2-7-16,2 0-50 16,-1-2-137-16,-2-1-120 15</inkml:trace>
  <inkml:trace contextRef="#ctx0" brushRef="#br0" timeOffset="546198.1183">16017 16944 496 0,'-17'-35'112'16,"9"28"-51"-16,3 2 39 16,1 2-14-16,4 1 4 15,-2 2-42-15,1 0-44 16,-3 8-3-16,0 12 9 0,2 4 56 15,2 5-2 1,0 4-41-16,3-6-2 0,14-3-5 16,4-2-1-16,3-7 16 15,-2-3-20-15,2-6 1 16,-3-6-11-16,-2 0 6 16,-7-13 2-16,-3-7-8 15,-6-5-1-15,-3-5-1 16,-3 3-15-16,-16-3 16 15,-7 4-14-15,-1 5-3 16,4 6 11-16,2 5 5 16,8 4 1-16,6 3 0 0,4 3-4 15,3 0-1 1,0 0-9-16,0 0 2 0,0 8 7 16,12 1-1-16,9 0-9 15,4-2 14-15,5-2 0 16,3-2-6-16,1-3 7 15,-1 0-7-15,-1 0-10 16,-6 0 17-16,-2 0-7 16,-4 4 5-16,-4 4 4 15,-5 1-1-15,-4 6 0 16,0 2 6-16,-5 1 2 16,-2 4 5-16,0 0-8 15,0 1-5-15,-6-6 3 0,5-3-4 16,1-2-2-1,0-8-10-15,10-4-41 0,16-4-54 16,9-18 21-16,4-4-10 16,1 3 22-16,-5 8 74 15,-10 5 11-15,-9 5 27 16,-4 4 15-16,0 1-5 16,0 0 20-16,6 1-4 15,-2 8-16-15,5 1-34 16,-2 1-9-16,7 2-5 15,3-1-8-15,3-4-118 16,1-4-107-16</inkml:trace>
  <inkml:trace contextRef="#ctx0" brushRef="#br0" timeOffset="570772.3422">1683 13061 657 0,'0'0'83'0,"0"0"-51"15,0 0 18-15,0 0 14 0,100-59-22 16,-69 46 4-16,2 0-24 16,1 1-11-16,0 1-11 15,-4-1-3-15,-7 2 3 16,-1 1 0-16,-7 4-73 16,-8 1-100-16,-7 4-145 15</inkml:trace>
  <inkml:trace contextRef="#ctx0" brushRef="#br0" timeOffset="570990.7556">1659 13234 528 0,'0'0'204'0,"0"0"-199"0,0 0-1 15,0 0 99-15,0 0-36 16,102 3-5-16,-58-11-26 16,-2-2-35-16,7 1-2 15,-4 1-51-15,-8-3-156 16</inkml:trace>
  <inkml:trace contextRef="#ctx0" brushRef="#br0" timeOffset="575313.4368">14497 5132 443 0,'0'0'165'0,"0"0"-93"16,0 0-28-16,0 0 41 15,0 0 6-15,0 0-16 0,0 0-5 16,0 0-11-1,0-4-33-15,0 4 18 0,-3 0-7 16,-2 0 2-16,-1 0-22 16,-4 4-13-16,1 7 5 15,2 1-4-15,-1 1 7 16,5-2-12-16,3 1 3 16,0-2 1-16,0-1-4 15,0-3 2-15,0-1-2 16,11-5 0-16,4 0 1 15,0 0 4-15,4-11-2 16,-3-3 1-16,-4 0-3 16,-2 0 4-16,-7 1-2 0,-3 3-1 15,0 0 0 1,0 1 6-16,-10 2-2 0,-2 2-2 16,-4 2-3-16,-1 3-1 15,1 0 0-15,1 0 2 16,0 1-2-16,3 6-1 15,5 2 0-15,2 1 2 16,1 1 2-16,4 3-3 16,0-2-4-16,0 3 1 15,3-4 3-15,7-2-13 16,4-3 12-16,4-6 1 16,-2 0 0-16,2 0 1 15,-2 0-1-15,-4-5 0 16,-3-5 0-16,-6 0-8 15,-3 1 6-15,0-2 2 0,0 2-2 16,-10 0 2 0,-4 1 0-16,-2 1 0 0,1 5 0 15,2 1 0-15,1 1 4 16,7 0-3-16,-2 0-1 16,4 0-1-16,1 6-11 15,2 5-17-15,0 4-80 16,0 0-93-16,12-6-100 15</inkml:trace>
  <inkml:trace contextRef="#ctx0" brushRef="#br0" timeOffset="576770.446">14070 4761 432 0,'0'0'61'0,"0"0"-9"0,0 0 48 15,0 0-13-15,0 0-31 16,0 0-1-16,-5-12-20 15,5 12-2-15,0 0-20 16,0 0 4-16,0 0-17 16,5 3 29-16,9 11 27 15,2 3 9-15,3 5-12 16,1 1-22-16,5 2 3 16,2 0-15-16,1-1-2 15,1-1 4-15,-2 1-8 16,-2-4-5-16,-4-3-8 0,-2-3 2 15,-5-2-1-15,-4-4 2 16,-5-3-3-16,-2-2-3 16,-2-3 3-16,-1 0 4 15,0 0-4-15,0 0-7 16,0 0-30-16,0 0-83 16,0-5-126-16,0-5-18 15</inkml:trace>
  <inkml:trace contextRef="#ctx0" brushRef="#br0" timeOffset="577169.7541">14348 4814 704 0,'0'0'115'0,"0"0"-79"16,0 0 31-16,0 0-10 15,0 0-44-15,0 0-12 16,1 20-1-16,12-4 57 16,1 5-39-16,4-3 4 15,-1 2 0-15,-1 1-9 16,0-2 5-16,-2 2-11 16,-4 0-1-16,-4-2-6 15,-4 3 0-15,-2-3 10 16,0 0-10-16,0-4 0 15,-12-2 7-15,-8-2 2 0,1-2 11 16,-5-3 4-16,-3-5-4 16,0-1-1-16,2 0 4 15,4-1-22-15,3-8 6 16,6 1-5-16,3-3 3 16,6 5-10-16,3 0-34 15,0 1-75-15,0 1-197 16,8 2-318-16</inkml:trace>
  <inkml:trace contextRef="#ctx0" brushRef="#br0" timeOffset="578700.3174">14549 5146 532 0,'0'0'93'0,"0"0"-24"16,0 0-16-16,0 0 27 15,0 0-19-15,0 0 3 16,-47-8-27-16,39 8-14 16,1 0 9-16,-1 5 13 15,2 6-18-15,0 5-12 16,3 1-10-16,3 3 14 15,0-2-11-15,0 2-6 16,5-4 6-16,5-3 4 16,3-1-5-16,1-7-6 15,1-3-1-15,-2-2 1 0,2 0 10 16,-3-7 3 0,0-8-5-16,-3-2-3 0,-5-2-3 15,-3 0 5-15,-1-1-8 16,0-1 0-16,0 4 3 15,-8 4 4-15,-4 2-7 16,5 2 1-16,-2 3 2 16,2 5-3-16,0-1 0 15,3 2-2-15,1 0 2 16,-2 0-6-16,2 2 6 16,-2 5-6-16,1 2 6 15,0 3-6-15,3 2 4 0,-1 3 0 16,2 0 1-1,0-1 1-15,0-2-1 0,7-3 0 16,4-3-1-16,1-2 1 16,1-1 1-16,1-5 0 15,0 0 0-15,-2 0 0 16,2-12-26-16,-4-1 4 16,-4-3-6-16,-4 4-12 15,-2-2-3-15,0 2 10 16,-8 5-14-16,-5 2-21 15,0 5-20-15,3 0-123 16,-3 0-261-16</inkml:trace>
  <inkml:trace contextRef="#ctx0" brushRef="#br0" timeOffset="580062.1177">14630 5190 353 0,'0'0'165'16,"0"0"-104"-16,0 0 31 15,0 0-47-15,0 0-13 16,0 0 3-16,0-5 3 16,0 5-28-16,0 0 12 15,0 0 7-15,0-1 5 16,5-4-19-16,5-1 22 0,2-2 0 15,4-5-30-15,5-1 12 16,0 0 5-16,6-6 6 16,2 1-20-16,6-3-7 15,2-2 12-15,3 0-6 16,2-3-4-16,4 1-5 16,1 0 0-16,3-2-2 15,2-2 2-15,-1 0 0 16,0-2 0-16,-5-1 2 15,2 2-4-15,-4 1 4 16,4 3-7-16,-2 0 10 16,-4 2-1-16,-4 5 10 15,-7 1 7-15,-1 1-1 0,-4 2 7 16,-2-1 4 0,-1 3-18-16,-5 3-10 0,0 3 2 15,-5 0-2-15,-1 3-1 16,-5 2-1-16,-1 0 1 15,-3 2-1-15,-1 1 0 16,-2-2 1-16,0 2 0 16,0 0 3-16,0 0 8 15,0 0-6-15,0 0-4 16,0 0-3-16,0 0 0 16,0 0 0-16,0 0-7 15,0 0-45-15,-5 0-39 0,2 0-64 16,2 0-22-16,1 0-78 15,0 0-110-15</inkml:trace>
  <inkml:trace contextRef="#ctx0" brushRef="#br0" timeOffset="580535.7857">15772 4466 222 0,'0'0'373'15,"0"0"-253"-15,0 0-54 16,0 0 18-16,0 0 0 15,0 0-15-15,-79-3 15 16,63 10-33-16,0 1 7 16,5 1-18-16,3 0-21 0,2 1-19 15,1 1 10 1,5 0-9-16,0 0 9 0,0 0-4 16,0-2-4-16,11-1-2 15,3-3 0-15,5-3 5 16,3-2-4-16,2 0 1 15,2 0 1-15,-2-9 0 16,-4-3-1-16,-4-2-1 16,-5 0 1-16,-5 1-2 15,-4-1 5-15,-2 0-2 16,0 3-1-16,-8-1 10 16,-8 2-9-16,1 4 2 15,-1 0-4-15,2 3 0 16,1 1-1-16,-1 2 4 0,3 0-4 15,0 0-1-15,-1 0 0 16,2 5 0-16,1 4 0 16,3-3 0-16,1 3 0 15,0-2 0-15,5 1 1 16,0 0 0-16,0-2-28 16,7 3-25-16,5-1-78 15,4-6-58-15,-1-2-210 16</inkml:trace>
  <inkml:trace contextRef="#ctx0" brushRef="#br0" timeOffset="582201.8859">15721 4507 595 0,'0'0'77'16,"0"0"-68"-16,0 0 0 15,0 0 15-15,0 0-24 16,0 0 1-16,0 0 18 15,20-6-9-15,-14 6-8 16,2 6 7-16,-1-2-8 16,2 2 26-16,0 0-9 0,1 0-5 15,2 1 16 1,0 2-17-16,3-1 4 0,0-2 15 16,3 2-8-16,3-2 20 15,1 1-14-15,0-1-16 16,2 1 20-16,3-1-4 15,0 1 1-15,1-2-9 16,0 1-8-16,2 1-1 16,0-1-5-16,0-3 0 15,3 4-4-15,-3-1-3 16,2 3-8-16,4 1 8 16,3 1 0-16,7 1 16 15,4-1 67-15,0 0-69 16,-3 0-9-16,2 0-3 0,-2-5-2 15,3 2-2-15,0-5 2 16,1 0 0-16,-6 0 0 16,-2 0 3-16,-7 2-2 15,-5-2-1-15,-3 3 0 16,-6 0 0-16,1-1 0 16,-3 1 2-16,-4-2 1 15,-1 2-3-15,-1-1 0 16,-1 0 0-16,-3 0-3 15,3 0 2-15,0 0 0 16,-1-1 1-16,2 2 0 16,-1-2 2-16,0-1-2 15,-1-1 0-15,-2-1 6 16,-1 0-12-16,-3-1 9 16,-1 0-3-16,-4 0 5 0,2 0 1 15,-3 0-3-15,2 0 2 16,-2-2-10-16,1-7-8 15,-1-4-89-15,0-2-170 16,0 0-309-16</inkml:trace>
  <inkml:trace contextRef="#ctx0" brushRef="#br0" timeOffset="583093.4183">17167 4780 707 0,'0'0'64'0,"0"0"12"16,0 0-1-16,0 0 22 16,0 0 14-16,0 0-86 15,-70 16 11-15,67-2-23 16,1 0-3-16,2 0 10 15,0-4-14-15,0 2 1 16,9-1-6-16,2-1 9 16,3-2-2-16,3-3-5 15,1-4 7-15,2-1-9 0,-4 0 6 16,-1 0-7-16,-4-11 2 16,-3-1-2-16,-3-2 7 15,-5-1-3-15,0-3 2 16,0 3-6-16,-14 0 0 15,-4 2-1-15,0 3 1 16,-1 6 0-16,1 4 0 16,1 0-1-16,2 4-8 15,5 11 9-15,3 3-1 16,4 1 3-16,3-2 2 16,0-3-4-16,7-2-6 15,8-2 6-15,5-6 5 0,-1-4-5 16,4 0-2-1,-1-1-34-15,-3-12-72 0,-7 1-60 16,-4-2 31-16,-6 1-27 16,-2 4-71-16</inkml:trace>
  <inkml:trace contextRef="#ctx0" brushRef="#br0" timeOffset="584630.3013">17139 4908 587 0,'0'0'114'15,"0"0"-81"-15,0 0 44 16,0 0 10-16,0 0-21 0,0 0-43 15,0-5-14-15,0 5 3 16,0 0 2-16,0 0 2 16,0 0-11-16,0 0 17 15,0 3-2-15,0 7 39 16,0 4-36-16,0-2 13 16,0 7-2-16,-3 1-31 15,-1 2 5-15,0 1 9 16,1 4-15-16,-3 1 1 15,0 5 5-15,0 1-6 16,-1 0 4-16,-1 0-1 16,-1 2 0-16,2-2-5 15,1 0-2-15,0-1 2 0,-1 3 0 16,1-4 7 0,1 2-5-16,-1-3-1 0,3-1-1 15,-2 1 0-15,1-2-6 16,0 1 3-16,1-2 3 15,-1-1 3-15,0-1-2 16,1-4-1-16,-1 1 5 16,-1-2-5-16,0-2-4 15,3 1-1-15,-1-3 10 16,1-1-8-16,-1-2 3 16,2-3-2-16,-1-1 2 15,1-4 9-15,1-1-9 0,0-4-6 16,0 1 4-1,0-2 2-15,0 0 0 0,0 0 2 16,0 0-2-16,-2 0 9 16,1 0-9-16,-1-3-7 15,1-7-90-15,-1-4-126 16,1 0-45-16</inkml:trace>
  <inkml:trace contextRef="#ctx0" brushRef="#br0" timeOffset="585082.1033">16994 5796 806 0,'0'0'130'0,"0"0"-49"0,0 0 52 16,0 0-38-16,0 0-21 15,0 0-59-15,-43-11-8 16,36 20 2-16,-1 3-3 16,2 5 8-16,1 2-5 15,5 1-7-15,0 2 1 16,0-1 14-16,0-2-17 16,1-4-3-16,9-4 2 15,3-3 2-15,2-5 1 16,4-3-1-16,2 0-2 0,0-8 2 15,-1-11-2-15,-3-1-5 16,-5-3 2-16,-6 3-18 16,-6-2 18-16,0 1 0 15,-1 4 3-15,-16 0 0 16,-2 5 2-16,-3 2 4 16,0 5-2-16,2 4 1 15,1 1 5-15,3 0-7 16,5 0-1-16,2 0-2 15,6 9-2-15,3 5-92 16,0 2-117-16,0-3-152 16</inkml:trace>
  <inkml:trace contextRef="#ctx0" brushRef="#br0" timeOffset="587213.5544">17001 5983 409 0,'0'0'213'16,"0"0"-176"-16,0 0-6 16,0 0 26-16,0 0 40 15,0 0-60-15,0 0-8 0,0-3-18 16,0 3 14-1,-7 0 47-15,2 0 11 0,-2 0-10 16,-1 0-32-16,-3 0-14 16,-3 1 9-16,-2 4-32 15,-1 1-1-15,-3 2 7 16,0 1-10-16,-4 4 1 16,-4 3-1-16,-5 3 0 15,-3 3 0-15,-1 2 0 16,-2 2 0-16,-5 2 0 15,0-2 2-15,-3 3-2 16,5-3 0-16,0-1 0 16,-1 1-2-16,0 1-2 15,2-2 4-15,1 1 0 16,4-2-1-16,3-2 1 0,0 1 0 16,3-3 1-16,2-1-4 15,-2-1 1-15,2 1 2 16,0-2 0-16,-1-1-1 15,4-1 1-15,2-2 0 16,1-1 8-16,3 0-16 16,2-5 8-16,6-2 0 15,5-3 10-15,3-1 0 16,3 1-6-16,0-2-3 16,0 0-1-16,0 0 0 15,-2 0 4-15,2 0-4 16,0 0 0-16,0 0-1 0,0 0-27 15,0 0-31-15,0 0-107 16,0-3-59-16,0-9-408 16</inkml:trace>
  <inkml:trace contextRef="#ctx0" brushRef="#br0" timeOffset="587556.6215">15851 6554 913 0,'0'0'30'0,"0"0"16"16,0 0 55-16,0 0-19 15,0 0-47-15,0 0-35 0,-44 67 19 16,48-56-19 0,11-2 4-16,-2-2-2 0,2-5 0 15,-1-2 0-15,-3 0 0 16,-1 0-2-16,-4-7 1 15,-3-4 10-15,-3-2-11 16,0 1-5-16,-9 0-5 16,-11 1 5-16,2 5 2 15,-1 2 0-15,4 3 3 16,2 1 0-16,5 0 0 16,3 0 2-16,5 0-6 15,0 0-22-15,1 0-38 0,17 5-71 16,4-5-51-16,8 0-140 15</inkml:trace>
  <inkml:trace contextRef="#ctx0" brushRef="#br0" timeOffset="588371.8985">15966 6470 208 0,'0'0'445'0,"0"0"-403"16,0 0-25-16,0 0 25 15,0 0 41-15,0 0-32 16,-4 1-33-16,12-10 12 15,8-8 55-15,1-5-6 16,1-5-33-16,4-3-19 16,2-8 17-16,2-2-21 15,0-4 6-15,2-2-23 16,2-1 9-16,5 2-10 16,2-1-5-16,2 4 0 15,2 2 8-15,-1-2-8 16,-3 3 0-16,-1 2 0 0,-2 2 0 15,-1 1-2-15,-1 3-1 16,-1-2 3-16,-3 2 6 16,-1 1-6-16,-3 1 1 15,-5 4-1-15,-2 4 0 16,-1 0 4-16,-3 1 6 16,1 2 2-16,-2 0 11 15,0 0-8-15,0 1-5 16,1-1-9-16,0-2 1 15,1 3 2-15,-1 0 1 16,-1 2-5-16,-3 3 6 16,3 1-5-16,-3 0 1 15,0 2 0-15,1-4-1 16,-1 4 7-16,2-4 0 16,-1-1-6-16,2-2 6 0,0-1-6 15,1-1 0-15,0 1 2 16,0-2-4-16,-1 2 1 15,-1 0-1-15,-1 0-1 16,0 3 1-16,-2-2 0 16,0 5 0-16,0-1 1 15,-1-1-1-15,0 4 2 16,1 0-2-16,-3-3 0 16,2 2-1-16,-1 0 2 15,-1 0-1-15,2 3 0 0,-4 3 0 16,-1 2 0-16,-2 1 0 15,0 1 0-15,0-2 1 16,0 2-2-16,0 0 1 16,0 0-1-16,0 0-39 15,0 0-61-15,0 0-144 16,-2 0-293-16</inkml:trace>
  <inkml:trace contextRef="#ctx0" brushRef="#br0" timeOffset="588541.4445">17100 5028 892 0,'0'0'13'0,"0"0"-13"0,0 0-91 15,0 0-2-15,0 0-380 16</inkml:trace>
  <inkml:trace contextRef="#ctx0" brushRef="#br0" timeOffset="591764.1922">15905 6590 539 0,'0'0'43'0,"0"0"-19"15,0 0 15-15,0 0 70 16,0 0-23-16,0-84-21 16,0 66-28-16,0 0 19 0,0-2 15 15,0 2-7 1,0-3-23-16,0 2 10 0,0-3-20 15,-3 2-7-15,-1-4-4 16,-2 0 3-16,3-3 13 16,-3-2-22-16,1 1-6 15,-4-2-3-15,2-4 16 16,-1 1-9-16,2-4 3 16,-3-2 1-16,2 0-2 15,2-4-6-15,-2 2-1 16,-1 2-4-16,3 1 9 15,-1-1-10-15,0 1 11 16,-1-4-8-16,0-2-2 16,0-1 3-16,2-1-5 15,1 2 2-15,-1 1 2 0,0 3 2 16,0 2 2 0,-1 4 3-16,1 5 4 0,-2 1-2 15,4 1-9-15,-5 0 7 16,4 0-6-16,-2-3 2 15,3-1-8-15,-1-2 6 16,-1 1-2-16,2-1-2 16,-3-1 3-16,2 2-3 15,1-1-2-15,1 4 1 16,1 4-1-16,-1 0 1 16,1 6 2-16,-1 1-3 15,2 1-1-15,0-2 1 0,0 2 0 16,0 0-1-1,0-1 1-15,0 0 0 0,0-1 0 16,0-2 0-16,0 0 0 16,0 1 0-16,0 1 2 15,0 2-2-15,0-2 0 16,0 5-2-16,0 1 1 16,-1 1 1-16,-1 0 3 15,2 1-3-15,-1 2 0 16,1-2 0-16,0 3 0 15,-2 1 0-15,1-1-3 16,-1 0 3-16,2 0 3 16,0 0-3-16,-2 3 0 15,2-1-2-15,0 3 4 16,0 0-4-16,0 0 2 0,0 2 0 16,0 1 0-16,0 0-1 15,0 0 0-15,0 0-2 16,0 0 2-16,0 0-5 15,0 0 3-15,0 0 2 16,0 0-4-16,0 0 3 16,0 0-3-16,-3 0-3 15,3 0 3-15,0 0-8 16,0 0-5-16,0 0-4 16,0 0 3-16,0 0 0 15,0 0 3-15,0 0 3 16,0 0 4-16,0 0-1 0,0 0-1 15,0 0 3-15,0 0-13 16,0 0-4-16,0 0-9 16,0 0-35-16,0 0-11 15,0 0-46-15,0 0-53 16,0 4 72-16,5 5-37 16,-5-1-169-16</inkml:trace>
  <inkml:trace contextRef="#ctx0" brushRef="#br0" timeOffset="592872.3854">15765 4577 616 0,'0'0'83'0,"0"0"-46"15,0 0-10-15,0 0 46 16,0 0-8-16,0 0-10 16,-5-53-26-16,13 41-8 15,2 1-5-15,4-2 26 0,2-2-15 16,5 0-13-1,6-2-2-15,4-3-8 0,5-1-2 16,6 0 8-16,4 2-9 16,-4 1 1-16,4 1-4 15,-4 5 3-15,1-5-1 16,6 3 1-16,11-6-1 16,9-7-6-16,6 1 5 15,2-3 2-15,4 3-2 16,-1 2-5-16,-3 0 6 15,2 0 0-15,-2 1-1 16,-2 1 1-16,-3 2 0 16,-6 3 0-16,-4 4-8 0,-9 1 6 15,-7 1 1 1,-7 5-3-16,-5-2 8 0,-4 0-6 16,-3 1 9-16,-1-3-6 15,1 1 7-15,3-2-10 16,0-2 11-16,-2 4-3 15,0 1-6-15,1 0 5 16,-7 4 7-16,1-1-10 16,-6 0 7-16,-5 4-7 15,-2-1 7-15,-5 2 5 16,-4 0 0-16,1 0-13 16,-2 0 8-16,0 0 13 15,2 0-9-15,-2-1 6 16,0 1-17-16,0 0 9 0,0 0-7 15,0 0-4-15,0 0 1 16,0 0 0-16,0 0 7 16,0 0-8-16,0 0 0 15,0 0 0-15,0 0 0 16,0 0-2-16,0 0-2 16,0 0 3-16,0 0 1 15,0 0 0-15,0 0 0 16,0 0 0-16,-10 0 1 15,-1 7-1-15,0 3-2 16,-3 2 2-16,0 2 0 16,-1 7 1-16,5 1 1 15,2 2 1-15,5-2-3 16,3-4 0-16,0-4-2 16,6-2 1-16,9-5 1 0,8-4-2 15,2-3 3-15,3 0-2 16,-3 0-11-16,-3-10-17 15,-5 1-32-15,-8-1 24 16,-4 0 1-16,-5 1 17 16,0-2 18-16,0-1-8 15,-5 4 9-15,-5 0 0 16,-5 1 0-16,5 3-3 16,1 1 3-16,3 2 0 15,3 1 5-15,1 0-5 0,1-2 7 16,1 2-8-1,0 0 1-15,0 0-11 0,0 0-10 16,0 0-44-16,0 0 2 16,0 2-58-16,0-2 21 15,1 0-64-15,6 0-14 16,0 0-43-16</inkml:trace>
  <inkml:trace contextRef="#ctx0" brushRef="#br0" timeOffset="598700.9801">17735 3899 465 0,'0'0'107'0,"0"0"-19"16,0 0-14-16,0 0 22 0,0 0-83 15,0 0 35 1,-12-7-48-16,12 7 0 0,0 0 0 16,12 10 8-16,3 2 17 15,4 4-3-15,4 2-4 16,-1 5 7-16,7-1-2 15,1 3 6-15,1 2-10 16,2-1-8-16,0 2 1 16,3 2-12-16,-1-2 0 15,4 3 7-15,2-3-6 16,6 2 1-16,2-2 0 16,0 0 12-16,3 0-14 15,-1-2 4-15,0-3 14 16,-1 3-17-16,-3-2 3 0,-3 0 11 15,-5 1-14-15,-3-3 2 16,-4-1 3-16,-4 0 0 16,-1-4-2-16,0 0-3 15,-1-1 1-15,0-1-2 16,0 1 3-16,0-1-2 16,-2-1 7-16,2-1-2 15,-2 0 4-15,2-3-6 16,-5 1 10-16,0-2 2 15,-4 0-16-15,-3 1 10 16,1-2-6-16,-5-1-3 16,1 0 7-16,-1 1 1 15,-1-4 9-15,-3 1-15 16,-1 0-3-16,-1-2 5 16,-3-2-1-16,-1-1 9 0,0 0-10 15,0 0 24-15,0 0 10 16,0 0-22-16,0 0 4 15,0 0-9-15,0 0-9 16,0 0-2-16,0 0 2 16,0 0 7-16,0 0-8 15,0 0-1-15,0 0-6 16,-4 0 3-16,-2 0-1 16,0 0 4-16,-3 0 0 15,-3 0-3-15,3 0-9 0,2 0-8 16,2 0-12-1,0 0 28-15,2 0-11 0,0 0 13 16,0 0 2 0,-1 0-2-16,0 0 3 0,-2 0 0 15,-3 0 0-15,-1 5 4 16,-4 3 9-16,-5 1-8 16,-3 7 0-16,-5 4 7 15,-3 0-9-15,-1 4 6 16,2-2 0-16,7-1-7 15,5 1 1-15,7-5-1 16,4-2-2-16,6-3 0 16,0-2-1-16,0-1-4 15,6-4 0-15,9-3-4 16,7-2-30-16,2 0 8 0,1-6-24 16,-4-5-29-16,-1-5-35 15,-7 1 45-15,-3-2 26 16,-5-2 12-16,-4 2 26 15,-1-2 9-15,0 4 2 16,-1 2 25-16,-11 4 21 16,1 2 28-16,1 4 22 15,1 3-35-15,3 0-20 16,1 0-17-16,3 0-13 16,2 0-9-16,0 5-3 15,0 3 0-15,0 1-6 16,4-4 6-16,10 1 4 0,-2-6-3 15,4 0 2 1,-3 0-5-16,1-1 8 0,-5-9-9 16,-3-2 3-16,-3-2-1 15,-3 0 1-15,0 0 3 16,-5 1-1-16,-8 4-2 16,-1 5 0-16,-5 4 6 15,0 0-6-15,-1 12 0 16,4 3 1-16,3 2 6 15,10-3-2-15,1-1-4 16,2-4 0-16,0-2-1 16,12-3 1-16,10-4-1 15,5 0 0-15,-3-4-2 0,1-9-18 16,-8 0-15 0,-6 1 4-16,-4 0 25 0,-6-2 4 15,-1 3 2-15,0 0 0 16,0 5 5-16,0 1-3 15,-3 3 21-15,-2 1 2 16,3-1-14-16,1 1-1 16,-1 1-10-16,0 0 0 15,-1 0-1-15,0 4 7 16,2 10-6-16,-4 4 0 16,4-1 0-16,-1 3-6 15,-1-1 6-15,2-1 6 0,-2 1-6 16,0 1-2-16,3 0-4 15,-4-1 6-15,1 1 0 16,-2-1 0-16,-1 0 4 16,-2 1 1-16,-2 2-5 15,1 1 9-15,-5 4-1 16,0-2-2-16,-4 1 2 16,-2 2 0-16,-2 2-2 15,-2 1-6-15,2 0 8 16,-2 3 1-16,2 1-16 15,1-2 7-15,-2 5 0 16,-5 1-1-16,0 1 8 16,-2-2-13-16,5-4 12 15,4 1-6-15,0-1 10 16,3-1-8-16,-3 1 11 0,3-3-6 16,-1 1 0-16,2 2-7 15,-2 1 1-15,-2 3-1 16,3 2 4-16,-3-1-4 15,0 2-1-15,5-2 0 16,-2-2 1-16,3 0 2 16,2-4 2-16,2-2-3 15,2-1-1-15,-1-2-1 16,4-2 1-16,0 1 0 16,-2-2 2-16,3-2-9 15,0-1 7-15,1-2 0 16,-1-3 1-16,2-3 8 0,-1-3-6 15,2-3 1-15,0-3-4 16,2-2 1-16,0-3 0 16,0 0 0-16,0 0 6 15,0 0-2-15,0-13-5 16,0-3-3-16,0-1-19 16,0 0 22-16,0 4-7 15,0 0-2-15,-1 3 6 16,-6 2 3-16,-2 3 0 15,0 0 0-15,-6 3 0 16,-1 2 0-16,-2 0 0 16,1 5 0-16,-2 9 10 15,2 3 1-15,7 3 3 0,1-3-5 16,6 4 1-16,3-4-5 16,0-2-3-16,0-3-2 15,12-5 2-15,4-2 0 16,4-5 2-16,2 0-3 15,0-5-1-15,-2-9 0 16,-1-1-16-16,-7-1 4 16,-2 4-7-16,-6 1 18 15,-4 1-1-15,0 3 2 16,0 0 0-16,-8 4-1 16,-2 2 1-16,-1 1 0 15,2 0-1-15,-1 0-1 0,4 1 0 16,3 7 1-16,0 1 0 15,3-1-1-15,0 2 1 16,0-3-3-16,0-2 1 16,6 1 0-16,6-1-1 15,0-2-16-15,-2-3-17 16,2 0-5-16,-3 0-42 16,0 0-6-16,-4 0-13 15,-4-5 48-15,-1-2-5 16,0 0 10-16,0 1 23 15,-7 2 19-15,-2 0-14 16,-3 1 19-16,4 0-5 16,2 2-2-16,0 1 6 15,3 0-7-15,0 0-18 16,2 0-32-16,1 0 32 0,0 0 17 16,0 0-31-16,0 0-9 15,0 1 5-15,0 0-9 16,0 1-13-16,0 1 48 15,3 0-2-15,0-1 23 16,0 0 0-16,-2-1 25 16,2 1 78-16,-1-1-14 15,-2-1 4-15,0 0 30 16,0 0-10-16,0 0-7 16,0 0 24-16,0 0-28 15,0 0-50-15,-2 0-7 16,-1-3-15-16,0-2-10 0,2-1-4 15,-2 2-12-15,0-2 0 16,0 1 3-16,0 1 3 16,0 0-1-16,0-1 3 15,0 1-5-15,-2-3-2 16,0 3 2-16,1-1-5 16,-2-3-1-16,-1 2 0 15,0 0 0-15,-3 1 4 16,-3-1-2-16,0 3 1 15,-4-4-1-15,-1 3-1 16,-2-1 7-16,-1-3-2 16,-4 0-5-16,2-1 7 15,-2-3-3-15,-5-1 0 16,-2 1 3-16,1-1-2 0,-2 1-3 16,3 3 16-16,2-1-3 15,0-1-9-15,1 0 1 16,-1 0-9-16,-2-1 8 15,0-1-3-15,0-1-5 16,0 0 1-16,-2 1-1 16,0 2-1-16,-2-1 1 15,-1 2-2-15,1 2 5 16,1-1-6-16,3 2 6 16,2 2-8-16,4-3 11 15,2-1-11-15,1 0 10 16,5-1-9-16,-1 0 5 15,4-1-1-15,0 2 7 0,5-2-7 16,2 5 2-16,3 1-2 16,1 3 1-16,-1-1-1 15,2 0 0-15,-1 2 1 16,2-1-1-16,0 2 1 16,0 0-2-16,0-1 0 15,0 1 1-15,0 0 0 16,0-2 0-16,0 2 2 15,0 0-8-15,0 0 5 16,0 0 1-16,-1 0 0 16,1 0 0-16,-2 0 0 15,0 0 7-15,-2-2-7 16,0-1 0-16,1 0 2 0,0 0-2 16,2 0 0-16,1 3 2 15,0 0-2-15,0-1-1 16,0 1-1-16,0 0-2 15,0 0-1-15,0 0 5 16,9 0-7-16,7 0 6 16,2 0 1-16,3-7 1 15,-3-2 1-15,-2 1 9 16,-2-1-11-16,-5 1-3 16,-2 1-1-16,-4 2-16 15,0 1 9-15,-1 3-1 16,0 1-6-16,-2 0 0 0,0 0 18 15,0-2-11-15,-4 0 5 16,-9-1-1-16,-4 3-7 16,1 0 10-16,1 0 3 15,6 0-7-15,3 0 7 16,3 0 1-16,3 0 0 16,0 0 5-16,0 0-10 15,0 0-2-15,0 0 5 16,0 0-6-16,4 0-7 15,5 0 2-15,3 0-3 16,0 0-2-16,-3 0 14 16,0-1-25-16,-7-5 23 15,-2-1 6-15,0 1 0 0,0-3-7 16,-4 1 4 0,-9-1 3-16,-2 2 6 0,-4 0-6 15,5 4-7-15,3 1 7 16,6 0 17-16,5 2 17 15,0 0-34-15,0 0-9 16,0 0-8-16,0 0 16 16,10 7 1-16,7-3 0 15,-2 1-6-15,6-4 6 16,-1-1 7-16,4 0-6 16,2 0 1-16,2-13 0 15,2 0-2-15,0-6 2 0,0-4 4 16,4-2-6-1,2-1 1-15,1-1-3 0,2 1 5 16,1 1-3-16,5 1 2 16,-3 0-2-16,-1 2 5 15,-5 0-3-15,-2 3-1 16,-1 0 4-16,-1 0-5 16,-4 2 3-16,-1 0-2 15,-2 2-1-15,-2 1 4 16,4 0-4-16,-4 1 0 15,1-1 4-15,0 1-3 16,3-2-1-16,-3 0 1 16,3-3 1-16,-2 1-2 0,-1 0 0 15,-2 3 1 1,-1 1-1-16,-3 0 0 0,-1 0 0 16,0 3 1-16,-1-4-1 15,0-1 0-15,3 1-3 16,-3-6 6-16,5 3-3 15,-2-3 0-15,0 3 5 16,0 0-1-16,-3 1 3 16,1 2-5-16,-4 0-1 15,2 1 1-15,-3 3 8 16,1-3-4-16,-1 2-3 16,5-3-2-16,-4 2-1 15,5-4 4-15,-1-1-4 16,2 1 0-16,-1 2 0 0,0 1 0 15,1 1 1-15,-6 3-1 16,4 0 0-16,-6 3 0 16,-1-4 0-16,3 4 5 15,-5 1-10-15,-1-2 5 16,-2 5 0-16,-2-2 0 16,1-1 11-16,-3 1 2 15,2-2-11-15,0 2 7 16,0-1-7-16,-1 3 5 15,-1-1-6-15,1 3 6 16,-2 0-5-16,0 0-1 16,0 0 4-16,0-1-4 15,2-1 2-15,-2 1-3 16,1-2 2-16,-1 1 1 0,2 2-3 16,-2 0-2-16,0 0 0 15,0 0 0-15,0 0 2 16,0 0-6-16,0 0 5 15,0 0-3-15,0 0 3 16,0 0-2-16,0 0-4 16,0 12 5-16,0 2 1 15,-7 3 1-15,0 1 0 16,-2-3 2-16,6 1-1 16,2-4-1-16,1 0-2 15,0-2 2-15,1-1 2 0,14-1-1 16,3-5 1-1,5-3-2-15,3 0 0 0,2 0 0 16,-2-1 0-16,-6-9 0 16,-3 3-4-16,-2-3 4 15,-6-2-4-15,0 1 3 16,-6 0-2-16,-3-3 1 16,0 1-5-16,-17 0-1 15,-8 2 3-15,-3 3-3 16,1 2 7-16,5 1 1 15,2 5-2-15,5 0 2 16,5 0 0-16,4 0-1 16,3 0 0-16,3 6-5 15,0 5-1-15,0 2 5 16,0 3-2-16,13-4 0 0,5-2 3 16,2 0 0-16,3-4 1 15,0 0 0-15,-4-4-3 16,-1-2-12-16,-7 0-22 15,-4 0 20-15,-7-5 15 16,0-9-5-16,0-3 4 16,-9-3-10-16,-11-1 12 15,-5 2-6-15,-3 3 7 16,3 7-2-16,0 2 2 16,8 4-9-16,2 1 9 15,6 1 1-15,3 1 0 16,6 0 8-16,0 0-9 0,0 0-3 15,0 0-2-15,0 6 2 16,9 2 2-16,-1-2-6 16,3-1 4-16,-2 0-6 15,-1-2 0-15,-2-2 3 16,-1-1 1-16,-1 0 5 16,0 0 1-16,0 0 9 15,3-9-6-15,-1 1 10 16,4 0-13-16,-1-1 0 15,6-2 0-15,4 0-2 16,5 0 1-16,6-3 0 16,7-1 5-16,5-6-5 15,7 3-1-15,3-1 0 16,-2 4 1-16,3-1 0 0,3 1 0 16,-3-4 0-16,1 3-2 15,-6-3 2-15,-1 2 0 16,-6 3 0-16,5-2 0 15,-6 3 6-15,2-1-5 16,3-1 1-16,-2 1 1 16,5 0-1-16,-1-3 11 15,3 0-6-15,-1 0-7 16,-3 0 4-16,-1 0 1 16,-3 2 0-16,-5 1 11 15,0 1-15-15,-4 3 11 0,-3 1-4 16,-5-2-2-1,-2 2 7-15,-7 4-10 0,0-1-2 16,-2 1 0-16,-2 2-2 16,-2 0 1-16,-2 0 0 15,2 1 5-15,-2 0-3 16,-1 0 1-16,2 0 3 16,-3 0 0-16,-2 1-6 15,-2 1 0-15,-1 0 3 16,-1 0-1-16,0 0-2 15,0 0 0-15,0 0 0 16,0 0 0-16,0 0 0 16,0 0 0-16,0 0 0 0,0 0 0 15,0-2 7 1,0 2-5-16,-4 0 1 0,-11 0 4 16,-1 0-6-16,-5 0-1 15,0 0 0-15,1 7 0 16,3 2 1-16,3 2-1 15,5 0 0-15,5 3 1 16,4-3-1-16,0 1 0 16,4-1-6-16,15-5 1 15,5 1 4-15,3-4 1 16,3-3 0-16,-3 0 0 16,-2 0-6-16,-5-2-32 15,-6-8 4-15,-4-3 23 16,-10 0 6-16,0-1 2 0,0-1 1 15,-18 0 2-15,-3 2 6 16,-2 3-4-16,0 3-2 16,0 3 23-16,5 4-7 15,4 0-3-15,3 0-3 16,6 5-10-16,4 4 0 16,1 4-2-16,0 1 2 15,9-4 0-15,9 2 0 16,1-6-3-16,2 0 0 15,0-5-4-15,-6-1-35 16,-3 0 6-16,-6 0 13 16,0-4 9-16,-6-8-16 15,0 1 23-15,-2-2 4 0,-10 3 2 16,-6 0 1-16,2 1 2 16,1 2 17-16,2 1 9 15,5 4-22-15,4 1-6 16,4 1 0-16,0 0-24 15,0 3-104-15,0 4-144 16,0-3-451-16</inkml:trace>
  <inkml:trace contextRef="#ctx0" brushRef="#br0" timeOffset="621631.1269">20419 4235 360 0,'0'0'77'0,"0"0"-33"0,0 0 11 15,0 0 57-15,0 0-28 16,0 0-53-16,0 0-3 16,0 0 1-16,0 0 4 15,0-5 6-15,0 5-7 16,0 0 18-16,0 0-17 15,0 0 12-15,12 0-6 16,7 0-7-16,8 4 6 16,4 5-3-16,1 1-2 15,5 3-15-15,0 3 4 16,-1 3-16-16,-2 1 13 16,0 1-3-16,1 4-5 15,-2-1 1-15,-2 2-6 0,2 2 2 16,-2-2 10-16,3 0-14 15,2-2 3-15,1-2-1 16,1-2 4-16,2 1-9 16,3-4 7-16,1 2-1 15,2-2-4-15,0 0 5 16,5-3 3-16,1 1-8 16,-1 0-3-16,1-3 9 15,-2-2-9-15,-5 2 0 16,-6-2 0-16,-3-1 0 15,-5 3 0-15,-1-1-1 16,-3 0 1-16,-3 1 0 16,0 1-1-16,-2-2 0 15,-1 1 2-15,-3-4-9 0,-2-1 8 16,-2 0 0-16,-1-2 8 16,-4-1-8-16,0-1 0 15,-5 0-8-15,2-2 17 16,-4 0-9-16,-2-1 0 15,0 0 0-15,0 0 9 16,0 0-2-16,-11-1-4 16,-5-7-3-16,-2 0 1 15,1 3-1-15,-2 0-1 16,3 3 1-16,1 2 0 16,1 0 1-16,6 0-1 0,0 0 0 15,2 7-2 1,4 8 2-16,1 4 1 0,1 0-1 15,0 0 1-15,9-1-1 16,10-2 0-16,2-5 0 16,5-4 0-16,4-5 0 15,-4-2 0-15,1 0 0 16,-3-7 0-16,-7-11-4 16,-6-1-5-16,-5-4 3 15,-6 0-7-15,0 1 10 16,-11 2-8-16,-9 1 6 15,-4 7 2-15,-1 3 3 16,4 5-2-16,4 4 2 0,3 0 1 16,5 0 3-1,3 4-3-15,1 5 0 0,5 2-1 16,0 3-1-16,0-2-1 16,11 2 2-16,8-3 1 15,2-2-1-15,0-4-5 16,4-2-6-16,-4-1-12 15,-4-2-25-15,-4 0-2 16,-4 0-9-16,-5-3-21 16,-4-6 1-16,0 1 9 15,0 1 4-15,-4 0-50 16,-7 4-5-16,0 1-206 16</inkml:trace>
  <inkml:trace contextRef="#ctx0" brushRef="#br0" timeOffset="622664.2605">21912 4865 577 0,'0'0'153'0,"0"0"-62"16,0 0 6-16,0 0-22 15,0 0 43-15,0 0-49 16,-12 0-34-16,12 0-24 15,0 0-4-15,0 0 6 0,0 2-11 16,0 9 5 0,0 3 21-16,0 2-12 0,0-1 1 15,0 4-3-15,0 0 8 16,0 3-17-16,0 1 1 16,0 5 0-16,0 1-2 15,0 4-3-15,0 5 2 16,0 2 0-16,-9-1 6 15,-3 2-6-15,-2-1 1 16,0-2-3-16,-3 0 2 16,-2 1-1-16,-4 2-1 15,1-4 5-15,-4 1-5 16,0-1 1-16,0-1-2 16,1 0 0-16,2-2 0 0,3-3 1 15,-1 0-1-15,3 1 0 16,-3 0 1-16,0 2-4 15,2 4 3-15,-4 1 0 16,3 2 1-16,-3 0 4 16,1 0-5-16,-2-2-1 15,2 0 1-15,1-2 0 16,1 1-7-16,1-1 7 16,2 2 0-16,1-3 6 15,2-1 0-15,4-2-2 16,0-2 2-16,1-3 2 15,0-3 1-15,3-4-4 16,0-6-1-16,3-1-3 0,0-4 0 16,3-4-1-1,0-4 0-15,0 0 0 0,0-2-2 16,0 0-2-16,0 0-8 16,0-6 0-16,1-8-11 15,8-5-2-15,-3 2 7 16,-1-2-2-16,1 1 9 15,-6 2 5-15,0 2 5 16,0 4 1-16,0 5 9 16,0 3-8-16,0 2 17 15,-3 0-1-15,-6 0-5 16,-2 7 4-16,-2 8-15 16,1 7 9-16,3 1 5 15,4-3-8-15,5 1 2 0,0-4-5 16,0-5-1-16,0-2-3 15,10-3 0-15,3-5 0 16,5-2-7-16,6 0-6 16,-2-11-7-16,2-6-28 15,-5 0 3-15,-8-2-2 16,-5 4-4-16,-6 2 1 16,0 2 18-16,-18 2 19 15,-7 3 13-15,-8 4-2 16,0 2 2-16,-3 0 16 15,-1 3 4-15,4 11 36 16,9 0-21-16,3 0-4 16,11-1-22-16,6-6 4 0,4 3-10 15,0-4-1 1,5 0-2-16,10-1-1 0,6-5-12 16,-1 0-41-16,4 0-63 15,-5 0-104-15,-6-3-102 16</inkml:trace>
  <inkml:trace contextRef="#ctx0" brushRef="#br0" timeOffset="624702.8719">21194 6454 518 0,'0'0'199'0,"0"0"-180"16,0 0 12-16,0 0 54 0,0 0-15 15,0 0-28-15,0 0-34 16,-2 0-7-16,2 2-1 16,0-2 1-16,0 1 0 15,0-1 1-15,0 0-1 16,0 0 0-16,0 0-1 16,0 0 0-16,0 0 3 15,0 0-1-15,0 0-1 16,2 0-1-16,0 0-12 15,-1 0 12-15,-1 0 5 16,0 0-5-16,0 0 0 0,0 0 0 16,0 0 4-1,0 0 1-15,0 0 17 0,0 0 1 16,0 0 33-16,0 0-51 16,0 0 24-16,0 0-16 15,-1 0-4-15,-3 0 0 16,0 0-7-16,3 0 5 15,-1 0 4-15,-1 0-1 16,0 0-8-16,-1 0 13 16,-2 0-10-16,-2 0 16 15,-3 2-19-15,-2 3 25 16,-3 2-14-16,0 0 15 16,-6 1-11-16,1 1-14 15,-1 1 29-15,0 0-28 0,0 0-2 16,-2-1-2-16,3 2 5 15,-1 0 2-15,-8 8-5 16,-11 10-2-16,-11 5-6 16,-4 1 6-16,1-3 1 15,7-7 21-15,2-1-3 16,4-1-15-16,-1-1-4 16,4-1 0-16,2-2 0 15,6 3 2-15,2-5-2 16,3 4-4-16,1-1 4 15,-2 0 1-15,5 5-1 16,-2-2 0-16,2 1-6 16,1 2 5-16,0-1 1 15,-2 3 3-15,-2 2-2 0,0-1-2 16,0-4-4-16,3 0 4 16,2-3 0-16,0 0 1 15,4 0-1-15,-2-2 1 16,3 3 0-16,-1 1 0 15,1 1 1-15,0 1-2 16,1-1 2-16,4-2-3 16,5-7 2-16,4-2-3 15,1-8-1-15,0-4 1 16,15-2-3-16,4 0 6 16,7-15 0-16,2-6-3 0,-1-1-12 15,-5 1-27 1,-8 5 23-16,-4 0-2 0,-9 7 12 15,-1 0 8-15,-4 5-4 16,-12 0 5-16,-5 4 0 16,0 0 1-16,-3 0 2 15,2 1-2-15,4 8 10 16,3-2-2-16,7 0 1 16,4-2-9-16,0-2-1 15,4 2 0-15,0 0-3 16,0-2 2-16,0 1 1 15,10 1-6-15,0-5-6 16,2 0-4-16,0 0-2 0,-3 0-6 16,-3 0-10-1,1 0 12-15,-4 0 7 0,-3-3 15 16,0-2 0-16,0-3-5 16,0-1 5-16,-10 1 5 15,-3 2 0-15,2 1-4 16,-2 2 5-16,2 2 15 15,1 1 22-15,1 0-33 16,3 0-5-16,1 0 1 16,4 0 0-16,-1 4-4 15,2-1-1-15,0-3-1 16,0 2-6-16,0-2 6 16,5 0 0-16,3 0 2 15,1-4 7-15,2-8-5 0,0-3-4 16,-1-2 1-16,2-4-2 15,-3-1 4-15,0-4-1 16,3-2-2-16,-3-1 4 16,-1-5-4-16,0-2 18 15,-2-3-9-15,-3-2 4 16,2-1 6-16,-2-3-9 16,-3-1 11-16,4-6-11 15,-1-4 15-15,3-5-21 16,2-4 9-16,-1-4-4 15,5-3-2-15,-1-4-2 16,2 0 6-16,3 2 1 16,-2 3-2-16,1 4 3 15,-5-2-7-15,-4 1-3 0,-4-1 10 16,-2-1-10-16,-2 4-3 16,-13 2 0-16,-4-3 5 15,2 1-4-15,-1-4 3 16,3 4 0-16,4 1-4 15,5 3 4-15,3 4-3 16,3 7-1-16,0 2 2 16,4 8 0-16,4 2 0 15,2 3-2-15,-3 4 1 16,-1-1 5-16,4 1-5 16,0-4 2-16,-1 2 0 0,3-3-2 15,0 0-1 1,-2 0 3-16,3 1-3 0,-4 2 0 15,0 2-2-15,-1 3 2 16,-2 1 0-16,-3 3 3 16,0 1-2-16,0 0-1 15,1 0 0-15,-1 3 3 16,2-2-1-16,-1 4 1 16,-1-1-2-16,5-1 0 15,-2 1 3-15,-1-2-4 16,2 0 0-16,-3-1 2 15,2 1-2-15,-2-3 0 16,1 4 1-16,-1 2 0 0,1-1-1 16,1 1 0-1,-2 2 0-15,1 1 0 0,-1 2 0 16,1 0 0-16,-2 2 1 16,0 2 3-16,-2 3-4 15,-1 3 0-15,2 1 0 16,-2 3 0-16,0 0 0 15,0 0-8-15,0 0 1 16,0 0-2-16,0 5 1 16,0 6 7-16,0 0-2 15,0 1-1-15,0-4-3 16,0-2 1-16,0-3 4 16,0 1-7-16,0-3-1 0,0-1-33 15,1 0-24-15,3 0-21 16,-1 0-20-16,4 0-76 15,3-8-8-15,-2 2-121 16,0 3-192-16</inkml:trace>
  <inkml:trace contextRef="#ctx0" brushRef="#br0" timeOffset="626166.947">20356 4235 298 0,'0'0'158'16,"0"0"-56"-16,0 0-4 15,0 0-32-15,0 0 20 16,0 0-30-16,0 47 2 15,0-47 25-15,0 0-32 16,0 0 12-16,0 0-27 16,3-8-36-16,0-2 10 0,-2-1-20 15,-1 2 21-15,0 3-22 16,0 2 9-16,-1 2 1 16,-7 2-4-16,1 0 2 15,-3 0-1-15,4 0 4 16,0 0 3-16,0 0 16 15,-1 0 26-15,0 0-14 16,0-5 0-16,1-1-22 16,0 1 2-16,-3-4-6 15,1-1 0-15,2 2-4 16,-3-3 0-16,-2 1 3 16,-3-2-2-16,-6-3 9 0,0-2-4 15,-9-2 4-15,1-2 11 16,-5-1-18-16,2-1 13 15,-3 2-9-15,0 3 4 16,-5 5-6-16,-6 1-6 16,-9 7 0-16,-7 2 0 15,-9 3 0-15,-5 0-1 16,-5 4 1-16,-1 4 0 16,-2-3 2-16,1-5-2 15,5 0 0-15,3 0 0 16,5 0 4-16,2 0-2 15,1 0-2-15,0 0 0 16,5 4 0-16,5 1-2 16,2 2 1-16,7 1 1 15,0-3 0-15,-2 2-4 0,1-2 8 16,-2-2-11-16,-2 0 7 16,4-2 0-16,-1 1 8 15,4-1-7-15,5-1 0 16,1 0 3-16,5 0-3 15,2 0 6-15,3 0-4 16,5 0 3-16,0-1-2 16,1-5-1-16,4-1 1 15,1 2-4-15,3-1 0 16,-1 2 0-16,4 1 3 16,-3 0-3-16,4 1-2 15,1-1 2-15,-2 3 0 0,2-2 2 16,-4 2-2-16,5 0 0 15,-1 0 5-15,1-1 2 16,2 0-7-16,-1 1 11 16,2-2-2-16,-2 0-5 15,0 2 14-15,2-3-18 16,1 3 8-16,1 0 1 16,2 0-4-16,0 0 3 15,1 0 0-15,1 0-5 16,0 0 1-16,0 0-4 15,0 0-3-15,-4 0 2 16,4 0 0-16,0 0 1 16,-2 0 5-16,-2 0-4 0,-4 0 1 15,-1-3-1 1,-1 1-1-16,-1-1 1 0,1 0-1 16,-2 1 1-16,-1-2-1 15,1 0 1-15,0 2-1 16,-4-3 3-16,2-1 1 15,0 1-4-15,3-2 0 16,-1 2-2-16,7 2 2 16,4 1-4-16,-2 2 3 15,3 0-1-15,0 0-9 16,0 0 8-16,0 9 2 16,9 0-4-16,4-2 4 0,0-4-2 15,-2-3-1-15,-2 0-3 16,1 0 5-16,-5 0 2 15,-1-3 0-15,-1-9 2 16,-3 2-1-16,0-3 0 16,0 4 0-16,-12 3-1 15,-4 3-1-15,-6 3-1 16,-5 2 1-16,-3 19-1 16,-4 4-1-16,7 2 3 15,7-3-2-15,10-6-1 16,10-5 3-16,0-6-4 15,0-5 1-15,22-2 2 16,6 0-5-16,9-14 6 16,6-10-2-16,-3 1 0 0,-6-2-16 15,-8 6-10-15,-12 3 3 16,-8 7 9-16,-6 2 15 16,0 2 0-16,-13 5 1 15,-5 0-2-15,-6 0 1 16,2 8 1-16,2 1-5 15,4 0 5-15,7-2 0 16,6-4-1-16,3 1-1 16,0 0-3-16,0 0 4 15,5 1-22-15,10 0-23 16,2-1 9-16,2-1-44 16,0 2-58-16,-3 1-20 15,-1 0 19-15,-3 2-101 0,-8-4-112 16</inkml:trace>
  <inkml:trace contextRef="#ctx0" brushRef="#br0" timeOffset="631698.3639">17740 3971 554 0,'0'0'155'15,"0"0"-109"-15,0 0 3 16,0 0-11-16,0 0-25 15,0 0 0-15,-10-4-13 16,10 4-9-16,0 0 7 16,0 0 2-16,0 0 0 0,0 0 7 15,0 0 17-15,0 0 5 16,-2 0 22-16,0 0-12 16,1 0 6-16,-2 0-33 15,0 0-12-15,1 0-2 16,2 0-1-16,0 0-11 15,0 0-2-15,0 0 5 16,-1 0 1-16,-1-5 3 16,1-1 2-16,-2 3-8 15,3 0 13-15,0 3 9 16,0 0 5-16,-2 0 6 16,1 0 22-16,1 0-20 0,-2 0 0 15,2 0-9-15,0 0-8 16,0 0-4-16,0 14 1 15,0 10 23-15,5 5 8 16,4 8-2-16,2 2-8 16,3 5-3-16,2 4 0 15,1 1 1-15,1 1-7 16,-3-4 14-16,5-2-19 16,-1-1 1-16,2 1-5 15,4-1 0-15,-3 1-1 16,-1 0 1-16,-2 2 3 15,-1 2-8-15,-3 1 2 16,1 1 1-16,-2-2-3 16,1-1 0-16,0-8 3 15,3-2-3-15,-2-4 1 0,1 0-1 16,1-1 0-16,-1 2-1 16,-2 2 0-16,2-2 1 15,-5 4 1-15,0-4-1 16,0 3 1-16,-2-1-2 15,0-3 2-15,-1-3-2 16,1-1 1-16,-1-1 0 16,-1-1 0-16,-2-2 7 15,4-2-6-15,-4 0-1 16,1 1-2-16,-1 2 2 16,-3-1 0-16,0 0 2 15,1 5 0-15,-1 4-2 0,-2 2 0 16,1 0 40-16,-1-2-17 15,4-2-20-15,2 5-1 16,1 3-1-16,-1 5 3 16,1-4 2-16,-3-3-4 15,5-3-1-15,0 1-1 16,-4-2 5-16,-2-2-5 16,1-5 1-16,-2-2-1 15,-1-3 0-15,2-2-6 16,-1 0 14-16,-2-3-8 15,-1-2 0-15,0-3 0 16,0 0 0-16,0-2 0 16,0-1 0-16,0-1-2 0,0-2 2 15,0-3 0-15,0 2 1 16,0-3 0-16,0-2 0 16,0 0 3-16,0 0 6 15,0 0 1-15,0 0 2 16,0 0 4-16,0 0-3 15,0 0-7-15,0-7-5 16,-5-2 1-16,0-2-3 16,-1 0-1-16,2-1-2 15,-1 1 0-15,2 2 6 16,0 0-7-16,1 3 4 16,2 4-4-16,0 2-6 0,-2 0 9 15,2 0-2-15,0-2-2 16,0 2 5-16,0 0-6 15,-3 0 2-15,3 0 3 16,-5 0-1-16,-1 4 2 16,-3 6 0-16,1 1 0 15,0-2 1-15,2-2-1 16,3-3 0-16,1 0-7 16,1-2 11-16,1 3-4 15,0-2 0-15,0 0-6 16,0 0 2-16,10 0-15 15,1-3-1-15,2 0 10 16,-2 0-2-16,-3-5-1 16,-3-2 10-16,-5-1 3 15,0 1 0-15,0 0 1 0,-10 4-1 16,-5 3 0-16,-3 0 0 16,-3 8 2-16,0 9 1 15,2 2-2-15,5-2 11 16,7-3-4-16,4-3-7 15,3-2 0-15,0-3-1 16,7 2 0-16,11-8-5 16,8 0 3-16,0 0-2 15,4-9 2-15,-3-7-15 16,-6 1-16-16,-9 0-8 16,-6 3 4-16,-6-3 15 15,0 0 15-15,-15 0-4 0,-9-1 6 16,-4 4-2-16,0 5-2 15,4 4 8-15,5 3 1 16,6 0-7-16,4 0 14 16,6 5-9-16,3 3 2 15,0 0-1-15,0 0 1 16,2 2 0-16,7 0-8 16,2-3 8-16,3 5 2 15,-3-2-1-15,5 0-1 16,-3 1 4-16,2 0 8 15,-1 0-9-15,2 2 5 16,-2 0 0-16,2 1 19 16,-1 0-4-16,1 0-13 0,-1 0-3 15,3 1 2 1,0 3-5-16,4 2-4 0,2 0 11 16,1 7-7-16,5 2-4 15,0 4 0-15,4 6 46 16,5 2-42-16,6 3-2 15,7 6-2-15,8 5 11 16,3 0-11-16,0-1 0 16,-7-1 0-16,-1-2-2 15,-1-4 0-15,-4 2 3 16,1-6-1-16,-3 1 0 16,-3-5 0-16,-2-1-1 0,-4 0 2 15,-3-1-1-15,-1 2 0 16,-3 0 1-16,-2 2-1 15,-5-5 0-15,-1 2 2 16,-2-3-2-16,-5 2-1 16,-1-4 1-16,-3 4 2 15,1-6-2-15,-2 0 2 16,1-2-2-16,-1-4 3 16,2-1-3-16,-1-5 1 15,0 1-1-15,1-6-4 16,-4-3 4-16,1-3 4 15,-4-3-2-15,-1-4-2 16,-3-1-1-16,-3 0 1 0,0 0 1 16,0 0-1-16,0-8 0 15,0-4 0-15,-2-1 1 16,-8 4 0-16,-2 3 0 16,3 0 0-16,-4 4-1 15,4 2 2-15,0 0-1 16,0 0 9-16,2 8-7 15,2 7-3-15,2 5 0 16,1 2 0-16,2 2 0 16,0-2 5-16,2-1 1 15,10-3-5-15,6-1 2 16,1-8-2-16,2-1 3 16,3-5-4-16,-2-3-1 15,-1 0 0-15,-3 0 0 0,-4-6-4 16,-4-4-1-16,-7 3 0 15,-3-4 6-15,0 0 0 16,0 1 0-16,-9 1 0 16,-5 4 0-16,6-1 0 15,-4 5 0-15,4 1 10 16,1 0-6-16,2 0-1 16,5 1 3-16,0 5-6 15,0 1 1-15,0-3-1 16,0 0 0-16,12-4 0 15,0 0 0-15,2 0-3 16,-3 0-9-16,-2 0 11 16,-1-5-16-16,-5-2 15 0,-3 1-3 15,0-1 4-15,0 0-1 16,-6 1 2-16,-8 0-3 16,-3 3-4-16,-1 3 14 15,1 0-7-15,3 0 0 16,3 0 2-16,5 0-2 15,3 0 11-15,3 0-11 16,0 0 0-16,0 0-1 16,1 0-8-16,14 0-14 15,5-2 5-15,-4-1-31 16,-1 2 14-16,-7 1-10 16,-4 0 31-16,-4 0 11 0,0 0 3 15,0 0 0-15,0 0 11 16,-7 0 22-16,-8 2-7 15,-5 5 1-15,-1 2-1 16,0 1-3-16,-2 3-13 16,-4 3-10-16,0 7 8 15,-6 4 0-15,-1 7-7 16,-5 1-1-16,-3 3 0 16,-2 6 0-16,-3 0 0 15,-1 2 0-15,-5 4 0 16,-2-3 1-16,-5 1-1 15,1 5 0-15,-1-1 0 16,-4 5-3-16,-4 1 3 0,-7 3-1 16,-3-1 1-1,-3 2-4-15,1-3 3 0,2 0 1 16,-2-2-11-16,0 1 11 16,-1 0 0-16,2-2 0 15,7 0 8-15,3-2-7 16,3-2 12-16,8-9-5 15,9-7 2-15,12-8-7 16,12-12 3-16,8-5-5 16,9-5 1-16,6-3-1 15,0-1-1-15,2-2 0 16,0 0-1-16,0 0-2 16,0 0-3-16,0 0 6 15,0 0-2-15,0 0 2 0,4 0 0 16,3 0-1-16,1 0 1 15,2-9 0-15,0-3 1 16,0-2-1-16,-1-1-7 16,-3 0 3-16,-2 3-3 15,-4 3 5-15,0 6 2 16,0 1 1-16,-2 2-1 16,-12 0-2-16,-4 19 1 15,-2 10 1-15,2 7 0 16,-1 3 5-16,5-5 13 15,6-7-3-15,8-7-10 16,0-9-3-16,11-5-2 16,19-6 0-16,7 0 3 15,9-20-2-15,4-10-1 16,-4-1-6-16,-6-3-22 0,-10 4-1 16,-11 7 2-16,-11 6-4 15,-8 4 31-15,-3 6 4 16,-21 0-3-16,-7 6 0 15,-8 1-1-15,-2 0 0 16,1 11 1-16,3 3 8 16,9 3 2-16,7-2 5 15,10 0-6-15,10-1 0 16,1 0-8-16,0 1-2 16,18-3-1-16,7 0 1 0,8-2 1 15,4-3 1-15,-1-5-1 16,-2 0-1-16,-5-2-2 15,-7 0-2-15,-9 0-8 16,-3-11-8-16,-8-1 20 16,-2-3 0-16,0-3 0 15,-2 2-1-15,-12 0-2 16,-5 1 1-16,-1 5-1 16,-5 3-2-16,2 2 5 15,3 5-2-15,3 0 1 16,2 0 1-16,6 0 0 15,3 5 0-15,6 0 1 16,0 0-1-16,0 2-3 16,6 1 2-16,6 1 1 15,5 0-2-15,0-3 1 0,4 3 0 16,2-3 1-16,4 0 0 16,5 1 0-16,3-2 1 15,8-1-1-15,5-1 3 16,5 0-6-16,7 4 2 15,4-2 1-15,5 0 0 16,5 3 1-16,7-2 3 16,9 2-2-16,5-1 2 15,6-2-4-15,-2 2 0 16,-2-4-3-16,10 8-1 16,-3 3-5-16,5 0-78 15,-4-1 46-15,-8-5 40 0,1-6 1 16,-5 3-3-16,-4 0-13 15,-4 2 11-15,-3 5-1 16,-4 3 6-16,-10-3-1 16,-8 2 0-16,-8 0 1 15,-5-6-2-15,-7-1 4 16,-3-3-1-16,-6-2 0 16,-8-2-2-16,-2 0 1 15,-5 0-1-15,-2 0 2 16,-5 0-1-16,1 0 0 15,-6 0 6-15,-1 0 5 16,-1 0 5-16,-2 0 11 16,0-3-11-16,0 0-9 0,0-1-1 15,0-3-2 1,-3 0-4-16,-6-1 0 0,-3-1 0 16,-2-2 0-16,-2 2 0 15,-2-4 0-15,-1 6 0 16,-3 2 0-16,0 2 0 15,2 0 5-15,2 3 2 16,4 0 9-16,3 0 0 16,5 0 2-16,1 0 0 15,5 2-9-15,0 2-9 16,0 1 1-16,3 0 1 16,14-3-2-16,6-2 1 0,0 0 1 15,4-7-1-15,0-10-1 16,1-7 0-16,-5 1-4 15,-4-2-2-15,-6 3-10 16,-6 0 5-16,-6 2-5 16,-1 3 1-16,0 4 4 15,-1 3 11-15,-11 7 13 16,-5 3 7-16,-6 0-4 16,-1 7-1-16,-1 13 11 15,1 2 8-15,5 3-13 16,7-6 0-16,6-2-7 15,4-3-7-15,2-5-5 16,0-1-2-16,14-3 0 0,8-4-3 16,3-1 3-16,1 0-2 15,-4-1-3-15,1-7-4 16,-7-1-11-16,-6 1-4 16,-5 3 7-16,-5 1 4 15,0-1 10-15,0 2-2 16,-15 1-3-16,-9 2 1 15,-3 0 6-15,-1 0 0 16,3 2 0-16,2 6 0 16,8 1 1-16,6-1 1 15,2-2 0-15,5-3 0 16,2 5-1-16,0-2 0 16,11 0-1-16,7 1 0 15,4-6 0-15,0-1-3 0,-2 0-9 16,-2 0-10-16,-5 0-17 15,-3 0 10-15,-5 0 17 16,-2 0 5-16,-1-3 6 16,-2 0 2-16,0-2 0 15,0 0 4-15,0 2 9 16,0 1 13-16,0 0 18 16,0 0-25-16,0 2 0 15,0 0-9-15,0 0-4 16,0 0-3-16,0 0-2 15,0 0 1-15,0 0-2 16,0 0 0-16,0 0-1 16,0 0-1-16,0 0-7 0,0 0-1 15,0 0 6 1,0-3 4-16,0 3 2 0,-4-6-1 16,0-2 0-16,-6-4-1 15,2-3 0-15,-3-2 1 16,-3-6 2-16,-3-2 3 15,-3-4-1-15,-1 0 2 16,-2 0-5-16,-1-4-2 16,-2 2 1-16,-3-4-1 15,-1 3 9-15,-1-2-3 0,0 0 9 16,-2-1-7 0,-3 0 0-16,0 0-1 0,-2-1 0 15,-1-2-4-15,0-1 1 16,-1-2 3-16,-1-1-7 15,4-3-1-15,0 2 1 16,-2-1 3-16,0-2-3 16,-1 3 1-16,-2-4-1 15,2 0 0-15,3 2 1 16,2 1 3-16,2 4 0 16,1 1 3-16,2 3 4 15,0-1-7-15,0 2-4 16,2-2 0-16,1 1 4 15,2 2-3-15,4 0 0 16,4 6 0-16,3 2 2 0,5 5 2 16,1 0-3-16,0 3-2 15,3 3 0-15,0 1 0 16,1 4 1-16,1 1-1 16,1 4 0-16,1 2-1 15,1 1 1-15,0 2-1 16,0 0 1-16,0 0 0 15,0 0-1-15,0 0 1 16,0 0-1-16,0 0 1 16,0 0-2-16,0 0 4 15,0 0-2-15,0 0 3 16,0 0-2-16,0 0 1 16,0 0-2-16,0 0 0 15,0 0 0-15,0 0 0 0,0 0-1 16,0 0 1-16,0 0 1 15,-2 0-1-15,2 0 0 16,0 0 0-16,0 0 0 16,0 0 0-16,0 0 0 15,0 0 0-15,0 0 0 16,0 0 0-16,0 0-1 16,0 0 1-16,0 0 0 15,0 0 1-15,0 0-1 16,0 0-1-16,0 0-1 15,0 0 2-15,0 0 0 16,0 0-1-16,0 0 1 16,0 0 0-16,0 0-1 0,0 2 1 15,0-2 0 1,0 1-1-16,0-1-5 0,0 2-8 16,0-2-5-16,0 0-13 15,5 3-22-15,7-1-29 16,4-2 10-16,9 0-72 15,4 0-68-15,-1 0-142 16</inkml:trace>
  <inkml:trace contextRef="#ctx0" brushRef="#br0" timeOffset="634250.7183">19449 8210 446 0,'0'0'133'0,"0"0"-76"16,0 0 28-16,0 0 37 15,0 0-38-15,0 0 5 16,0 0-17-16,-25 0-16 16,22-6-15-16,-3-1 5 15,1 1-24-15,-1-3-8 16,-2 3-6-16,3-2-6 15,-1 3 0-15,-3-4-2 16,3 1 1-16,-3 0-1 16,0-2 0-16,0-3 0 0,-3 0 6 15,2-2-4-15,-2-1 1 16,-3 1 2-16,3-2 4 16,-1 0-4-16,0 1 0 15,2 1 3-15,-1 1 7 16,3-2 3-16,-1 0-12 15,-1 3 1-15,3-4 2 16,1 2-8-16,-2 1 4 16,2 2-3-16,-3 1 5 15,0-2 1-15,1 3 3 16,0-1-4-16,2-1 1 16,-5 2 0-16,6-5 5 0,-3 1-8 15,-1-3 1-15,1 5-1 16,-1-2-1-16,2-3-3 15,-1 3 4-15,0 1 1 16,-1 0 2-16,-3 1 1 16,-2-2-9-16,-1 2 14 15,-1-3-12-15,0 0 8 16,-1 0-7-16,-2-4-3 16,-2-1 5-16,-3-3-5 15,0 2 0-15,2-1 0 16,-1 1 0-16,5-2-1 15,-2 2-3-15,3-1 4 16,2 0 0-16,1 2 0 0,0-1 0 16,0 0 0-1,-4-2 2-15,2 1 0 0,-1-3-2 16,-3 0 2-16,3 0-2 16,-1 1 5-16,1 5-5 15,2-1-1-15,4 1 1 16,-2 2 5-16,2 2-5 15,1 0 0-15,0-1 0 16,-1 2 1-16,-3-1-1 16,0 1 0-16,-1-3 0 15,1 1 0-15,0 2 0 16,0-1 0-16,5 2 0 16,-2 2 1-16,1-3-1 15,1 2 2-15,1 1-5 0,3-2 3 16,0 1-1-16,-1 1 1 15,5 1-1-15,1 2 2 16,1-1-1-16,-2 1 0 16,2-1-1-16,0 3 1 15,-1-2 0-15,-2 0 0 16,3 1 0-16,-2-2 0 16,1 1 0-16,-1-2-1 15,0 0 3-15,-1-2-3 16,0 2 1-16,0-5-1 15,-2 0 1-15,2-1 1 0,-2-2-1 16,2 0 0 0,2 4 1-16,-2-3-1 0,3 5 0 15,-2 4 0 1,2 0 0-16,-2 3-1 0,2-1 1 16,0 2-1-16,-1-1 1 15,1 0 0-15,-1 0 1 16,1-1-1-16,-2-1 1 15,1 0-1-15,1-2 0 16,-3 0 0-16,3 1 0 16,0 0-1-16,0-1 1 15,0 2 0-15,0 2 0 16,0 1 1-16,0 1-1 16,0 0 0-16,0 0 0 0,0 1-1 15,-1 2 1-15,1-2 0 16,0 1 0-16,0-1 0 15,0 1 0-15,-2-2 0 16,2 2 1-16,0-3-1 16,0 4-1-16,0 0 0 15,0 0 1-15,0-3-1 16,0 3 0-16,0 0 1 16,0 0-1-16,0 0-1 15,0 0 0-15,0 0 0 16,0 0 1-16,0 0-7 15,0 0-10-15,0 0-7 16,0 0-13-16,0 0-10 0,0 0-14 16,0 0-13-16,0 0-52 15,0 3-27-15,0 2-62 16,0-3-316-16</inkml:trace>
  <inkml:trace contextRef="#ctx0" brushRef="#br0" timeOffset="638600.022">18301 6470 545 0,'0'0'103'16,"0"0"-41"-16,0 0-28 0,0 0 41 15,0 0 17-15,0 0 27 16,-22-11-42-16,22 11-22 16,0-2-44-16,0-1-6 15,0-2 2-15,2-2-6 16,9-5 4-16,6-1-2 15,3-4 0-15,7-2 6 16,1-4-8-16,6-5 27 16,4 0-24-16,3-2-3 15,1 0-1-15,4 1 3 16,1-2-2-16,8-3-1 16,8-4-5-16,11-5 5 0,8-6 0 15,5-2 6-15,-1 1-8 16,2 2 2-16,-2 4-4 15,5 1-2-15,-3 2 6 16,-1 0 0-16,0 2-5 16,-4-1-17-16,-4 4 20 15,-4 1-2-15,1-1 4 16,-2 3-1-16,4-3-7 16,0 0 8-16,-3-1 0 15,-1-1 3-15,-5 1-6 16,-3 0 0-16,-2 2-3 15,-1 3-6-15,-3 2 12 16,-4 1 1-16,-3 2-1 0,-4 2-1 16,-4 2-5-1,-4-2 7-15,-3 3-2 0,-1-1 1 16,-2 3 0-16,0 1 4 16,-1 1 1-16,-2 3-5 15,-2 1 1-15,-2 0 0 16,0 2-1-16,-1-1 6 15,3-1-9-15,0 2 9 16,0-1-6-16,-2 2 0 16,4 1-1-16,-4-1 1 15,2 3 2-15,-2 0 4 16,-3 2-3-16,-1 1-2 16,-6 0 7-16,-2 2-7 15,-2 2 10-15,-1-1 0 0,-3 1-11 16,1-1 2-16,3 1 3 15,-4-1-5-15,3-4 0 16,-4 5-3-16,-1-2 3 16,-2 1 0-16,0 0 3 15,-3 2 10-15,0-1 9 16,-2-1-10-16,1 2 13 16,-2 0 16-16,1 0-19 15,-1 0 3-15,0 0-15 16,0 0 6-16,0 0 3 15,0 0-16-15,0 0-3 16,0 0 1-16,0 0-1 0,0 0 0 16,0 0-1-16,0 0 1 15,0 0-3-15,0 0-1 16,-4 0 4-16,-5 0 5 16,-5 0-5-16,4 3 0 15,1 0-1-15,0 1 2 16,3-3-2-16,0 2-1 15,3-3-4-15,1 3-2 16,1-3 3-16,-2 0-2 16,3 0-2-16,0 0 7 15,0 0 2-15,0 0 0 16,0 0 0-16,0 0 0 16,0 0-1-16,0 0 1 0,0 2 1 15,0-2 0-15,0 0-1 16,0 0 0-16,0 1-2 15,0 5 2-15,0 2-12 16,0 6 12-16,0 2 0 16,0 2 9-16,0 1-9 15,6-5 2-15,3 0-10 16,0-5 10-16,3-4-2 16,-3 1 0-16,2-5 4 15,2-1-4-15,-3 0 2 16,5-7 3-16,-3-7 1 15,-3-3-6-15,-3 0-3 0,-5 0 0 16,-1 0-2-16,0 2-5 16,-12 3 7-1,-4-2-1-15,-5 5 4 0,0 4 6 16,3 4-6-16,3 1-4 16,3 0 3-16,2 2-1 15,6 8-1-15,-1 2-1 16,5 2 2-16,0 0 0 15,0 2-4-15,5 0 3 16,6-6-13-16,0 0 11 16,4-6-5-16,-3 1-3 15,3-5-16-15,0 0 18 16,-3 0-22-16,-4 0-6 16,-5-5 0-16,-3-6 28 15,0 1 2-15,0-1-39 0,-3-2 12 16,-7 4 24-16,0 1 11 15,1 5-1-15,-2 1-3 16,4 2 5-16,2 0 1 16,4 0-1-16,1 0 0 15,0 0-1-15,0 7-1 16,0 1 2-16,4 1 0 16,9-1 0-16,3 1 2 15,1-4 2-15,4 1-1 16,5-2 2-16,2-2 2 15,2 0-7-15,1 1-3 16,-1 0 3-16,0 0 3 16,0 0 2-16,-2 0 10 0,2-1-5 15,0-2 4-15,1 0 11 16,0 0-18-16,2 0 11 16,5 0-17-16,3 0 1 15,6 0 37-15,3 0 11 16,0 0-49-16,2 0 10 15,-2 0-11-15,0 0 0 16,3 0 2-16,3 0-2 16,2 3-2-16,1-1 2 15,1-1 4-15,-7 2-4 16,-4 0-2-16,-3-3 1 16,-6 4 2-16,-1-1-1 0,2-2 0 15,0 1 0-15,-1-2-4 16,3 0 4-16,-1 0 1 15,1 0 0-15,-2 0 4 16,1 0-2-16,-4 0-3 16,-4 0 4-16,-2 0 0 15,-4 0-4-15,2 0 2 16,0 0 6-16,2 1-8 16,0 1 4-16,4-2-2 15,-2 0-2-15,3 0 5 16,-1 0-4-16,1 0-1 15,-2 1 9-15,-2 2-6 16,1-3 4-16,-1 3-5 0,0 1-2 16,-1-3 1-1,1-1 1-15,-1 2-1 0,-4-1 5 16,-1-1-5-16,-4 0-2 16,-2 1 2-16,-4 1-1 15,1-1 0-15,-6 0 0 16,1 1-1-16,-1-2 1 15,-4 0 1-15,0 0-1 16,-2 0 0-16,0 0 0 16,-3 0 0-16,0 0 1 15,-1 0-1-15,-2 0 5 16,0 0 5-16,0-2-5 0,-3-3 7 16,-11-1-11-1,-7-1-1-15,-2 3 0 0,-3 0 0 16,2 1-1-16,0 3-1 15,5 0 2-15,4 0 4 16,2 3-2-16,4 9 1 16,7 2-3-16,2 5 0 15,0-2-7-15,12-2 14 16,8-2-7-16,6-4 0 16,3-4 0-16,-1-2-12 15,0-3-23-15,-5 0-3 16,-1 0-10-16,-5-6-12 15,-7-5 16-15,-5 0 16 16,-5-5 14-16,0 1-2 16,-14-3 5-16,-9 3 5 0,-3 3 6 15,-1 5 3-15,2 2 27 16,3 5 17-16,5 0-8 16,6 0-1-16,3 2-10 15,3 6-18-15,4 1-4 16,1 5-5-16,0-3 0 15,0 0 1-15,9 1 1 16,7-4-2-16,1 1 0 16,2-4-1-16,2-3-2 15,-3-2-29-15,0 0-19 16,-4 0-3-16,-6-3 7 16,-7-5 23-16,-1-1 21 0,0-2 2 15,-9 2 1-15,-7-1 10 16,-3 2-9-16,2 2-1 15,-2 5-1-15,7 1 0 16,2 0 0-16,1 0-29 16,0 12-138-16,2 2-95 15</inkml:trace>
  <inkml:trace contextRef="#ctx0" brushRef="#br0" timeOffset="645511.0346">8147 12864 487 0,'0'0'89'0,"0"0"-10"0,0 0-35 16,0 0 9-16,0 0 59 16,0 0-38-16,0 0-6 15,-37 0 5-15,37 0-52 16,0 0-7-16,0 0-14 15,0 0 5-15,15 0-5 16,9 0 10-16,4 0 4 16,6 0-7-16,2-6 1 15,6 0-6-15,1 1-1 16,5-4 0-16,1 1-1 16,5 2 1-16,-4-2-1 15,-3 0 3-15,-1 0-8 16,-8-1 10-16,0 1-5 0,-6 0 5 15,-7 1-5-15,-6 1-1 16,-8 2 1-16,-4 1 0 16,-4 3-6-16,-1 0 3 15,2 0-39-15,0 0-60 16,1 0-38-16,1 0-13 16,3 0-269-16</inkml:trace>
  <inkml:trace contextRef="#ctx0" brushRef="#br0" timeOffset="668654.6983">14404 2452 485 0,'0'0'175'15,"0"0"-78"-15,0 0-61 0,0 0 31 16,0 0 2-16,0 0 6 15,0 0-50-15,-49-35-15 16,46 34-9-16,3 1 1 16,0 0-4-16,0 0-47 15,0 0-29-15,0 0 21 16,0 4 22-16,0 2-17 16,3 3-38-16,-2-3-74 15,-1-2-76-15</inkml:trace>
  <inkml:trace contextRef="#ctx0" brushRef="#br0" timeOffset="669065.5873">14404 2452 664 0,'-64'44'114'0,"60"-44"-44"15,1 0 1-15,-4 0 40 16,7 0-18-16,0 0-44 15,0 0-24-15,0 0-2 16,0 0-5-16,0 0 2 16,19-10-9-16,8-1-5 15,2-2-3-15,1 2-3 16,2 1-4-16,-3 2 4 16,0 1 0-16,-3 4 7 15,-4 3-8-15,-2 0 1 16,-5 3-5-16,-3 9 5 0,-4 3 0 15,-5 7 0-15,-3 4 2 16,0 5-2-16,-8 4 0 16,-11-1-2-16,-4-1 5 15,-3-2 2-15,2-2 1 16,-1-2 6-16,5-5 18 16,4-6-19-16,5-6-4 15,8-5-7-15,3-2 0 16,0-3-7-16,15-1-111 15,18-23-87-15,11-7-210 16</inkml:trace>
  <inkml:trace contextRef="#ctx0" brushRef="#br0" timeOffset="669447.1055">14879 2568 852 0,'0'0'177'0,"0"0"-92"16,0 0-26-16,0 0-10 16,-84 35-7-16,75-15-7 15,4 1-17-15,5 2-18 16,0-2-4-16,16-2 4 16,7-5 1-16,6-6 8 15,4-8-9-15,-1 0 0 0,0-8-6 16,-5-9-12-1,-8-3 0-15,-6-1-6 0,-9 4 23 16,-4-3 1-16,-2 1-3 16,-19 0 6-16,-6 4 4 15,-1 4 9-15,-2 8 17 16,1 3-11-16,3 0-13 16,2 8-2-16,8 1-7 15,7 2-2-15,6-5-4 16,3 0-3-16,9-3-112 15,16-3-121-15,9-9-142 16</inkml:trace>
  <inkml:trace contextRef="#ctx0" brushRef="#br0" timeOffset="669711.99">15449 2291 837 0,'0'0'159'0,"0"0"-43"16,0 0-55-16,0 0 13 15,0 0-27-15,0 0-18 16,-14 37-12-16,7 1 10 16,-2 5 0-16,0 7-6 15,0 3-13-15,-2-1 3 16,3-2-9-16,-2-9-1 0,4-5 0 15,3-11-1-15,0-8-25 16,3-12-222-16,-5-5-252 16</inkml:trace>
  <inkml:trace contextRef="#ctx0" brushRef="#br0" timeOffset="669888.5181">15116 2464 1114 0,'0'0'59'0,"0"0"31"16,0 0-9-16,0 0-48 16,0 0-7-16,0 0-26 15,-58-25 0-15,76 25-9 0,19 16-59 16,9 1-137 0,2 4-392-16</inkml:trace>
  <inkml:trace contextRef="#ctx0" brushRef="#br0" timeOffset="670079.0097">15537 2813 590 0,'0'0'285'0,"0"0"-233"16,0 0 73-16,0 0 90 16,0 0-79-16,0 0-82 15,8-7-45-15,0-3 3 0,0 0-12 16,1 1 0-16,-1 1-1 15,-2 3-27-15,-6 1-174 16,0-1-608-16</inkml:trace>
  <inkml:trace contextRef="#ctx0" brushRef="#br0" timeOffset="673263.699">18426 2336 802 0,'0'0'80'0,"0"0"-27"15,0 0 30-15,0 0 16 16,0 0-7-16,0 0-45 16,0 0-7-16,-12-12-35 0,12 9-5 15,18 1 0 1,4 0 0-16,2 2-4 0,1 0 4 16,-5 0-2-16,-8 2-2 15,-5 9 1-15,-4-2 1 16,-3 4 0-16,0 2 2 15,-1 1-2-15,-10 0 2 16,4-1 2-16,1-3-2 16,1-1 1-16,5-5-1 15,0 2 1-15,0-3-1 16,0 3 0-16,8 1 0 16,-2 2-2-16,0 1 2 15,-5 2 0-15,-1 6-1 16,0 4 1-16,-21 1 3 0,-3 2 29 15,-1-4 12-15,3-6-16 16,7-6-19-16,4-5-2 16,8-4-6-16,3-2-2 15,0 0-2-15,23-19-72 16,14-13-192-16,14-4-186 16</inkml:trace>
  <inkml:trace contextRef="#ctx0" brushRef="#br0" timeOffset="673587.8372">18828 2461 768 0,'0'0'185'15,"0"0"-132"-15,0 0 47 0,0 0-1 16,0 0-37-16,0 0-22 16,-59 71-25-16,59-49-8 15,3-3 2-15,17-4-3 16,5-5-3-16,6-10 1 15,6 0 9-15,0-8-2 16,-4-11-7-16,-7-1-4 16,-11 1-5-16,-9 4 5 15,-6 4 2-15,0 1 3 16,-17 2-5-16,-8 1-2 16,-8 7 2-16,-1 0 1 15,1 0 1-15,3 5 0 0,11 2-2 16,7 1 0-1,7 3-4-15,5-5-4 0,0 3-45 16,10-5-165-16,20-4-107 16</inkml:trace>
  <inkml:trace contextRef="#ctx0" brushRef="#br0" timeOffset="673880.0513">19582 2322 1026 0,'0'0'108'0,"0"0"-42"16,0 0-9-16,0 0-51 15,0 0 2-15,0 0 3 16,-25 67 26-16,20-23-5 15,-4 4-11-15,2 3-11 16,-4-1-2-16,-2-6-3 16,2-10-2-16,1-9-3 15,1-9-1-15,-2-10-60 16,1-6-150-16,-5-5-213 16</inkml:trace>
  <inkml:trace contextRef="#ctx0" brushRef="#br0" timeOffset="674030.4965">19289 2414 527 0,'0'0'543'16,"0"0"-485"-16,0 0 58 15,0 0-50-15,0 0-60 16,0 0-6-16,-7 6-7 16,38 13 3-16,10 0-207 15,6-1-327-15</inkml:trace>
  <inkml:trace contextRef="#ctx0" brushRef="#br0" timeOffset="674180.6149">19700 2705 785 0,'0'0'432'0,"0"0"-357"16,0 0 36-16,0 0-50 0,0 0-42 15,0 0-18-15,-23-23-2 16,38 18-119-16,3-4-417 15</inkml:trace>
  <inkml:trace contextRef="#ctx0" brushRef="#br0" timeOffset="679823.4854">14742 3006 765 0,'0'0'131'0,"0"0"-56"16,0 0 50-16,0 0-33 15,0 0-20-15,0 0-30 0,0 0-19 16,-17-3-4-16,11 4-19 16,-3 16 0-16,-1 4 2 15,-7 6-2-15,2 4 11 16,-2 1-1-16,0-1-4 16,-1 1-1-16,1-8-1 15,3-2-2-15,2-7-2 16,2-3-1-16,1-5-3 15,1-7-90-15,-4 0-119 16,0-6-171-16</inkml:trace>
  <inkml:trace contextRef="#ctx0" brushRef="#br0" timeOffset="680131.145">14445 3107 462 0,'0'0'368'16,"0"0"-330"-16,0 0-34 16,0 0 24-16,0 0 57 15,0 0-11-15,-11 68-21 16,11-44-19-16,0 3-5 16,5-2 12-16,2-1-7 15,4 0-20-15,-1-7-4 16,1-2 22-16,2-5-15 0,2-7 0 15,6-3-1-15,4 0 4 16,5-3 12-16,3-11-26 16,-2-1-4-1,1-1 3-15,-3 4-10 0,-5 2-43 16,-7 4-139-16,-10 1-230 16</inkml:trace>
  <inkml:trace contextRef="#ctx0" brushRef="#br0" timeOffset="683980.4142">12299 3791 478 0,'0'0'315'0,"0"0"-244"0,0 0-22 16,0 0 44-16,0 0-8 16,-97 22-6-16,68-3-19 15,2 7-24-15,-3 3-12 16,-1 9 13-16,-3 7-10 16,4 1-14-16,7 2-2 15,7-6-6-15,11-5-3 16,5-3-2-16,10-6 0 15,23-3 0-15,10-5-3 16,15-2-24-16,12-4-117 16,9-8-160-16,3-6-433 15</inkml:trace>
  <inkml:trace contextRef="#ctx0" brushRef="#br0" timeOffset="684774.1849">15446 3655 834 0,'0'0'50'16,"0"0"18"-16,0 0 19 16,0 0 4-16,0 0-13 15,0 0-41-15,55-14-22 16,-25 37 11-16,-4 9-2 15,0 7-12-15,-8 9 1 16,-9 4 0-16,-9 2 3 16,-2 3-5-16,-26-2-4 15,-12-2-7-15,-7-7 7 16,-5-5-2-16,-1-8-10 0,-6-10-29 16,-3-10-146-1,-7-13-259-15</inkml:trace>
  <inkml:trace contextRef="#ctx0" brushRef="#br0" timeOffset="686621.681">12442 4082 201 0,'0'0'541'0,"0"0"-466"0,0 0-24 16,0 0 33-16,0 0 30 16,0 0-47-16,0 0-37 15,-54 27-10-15,54-16 9 16,0-2-14-16,0-4 8 16,0-2-14-16,0-3-6 15,0 0 2-15,0 0-4 16,0 0 2-16,0 0 12 15,0-5-15-15,0-6-2 16,0 2 0-16,0 2-19 16,0 4-33-16,0 3-25 15,0 3-128-15,0 10 20 0,1 3-179 16</inkml:trace>
  <inkml:trace contextRef="#ctx0" brushRef="#br0" timeOffset="686925.8679">13011 4163 859 0,'0'0'78'16,"0"0"-64"-16,0 0 36 15,0 0 51-15,0 0-42 16,0 0-34-16,2 5-24 16,14-2 2-16,4-3 0 15,2 0-3-15,6 0-50 16,1 0-181-16,-1 0-112 15</inkml:trace>
  <inkml:trace contextRef="#ctx0" brushRef="#br0" timeOffset="687114.3652">13581 4209 909 0,'0'0'87'0,"0"0"-87"0,0 0 8 16,0 0-8-16,0 0 28 16,0 0-28-16,60-31-20 15,-44 21-159-15,1 2-352 16</inkml:trace>
  <inkml:trace contextRef="#ctx0" brushRef="#br0" timeOffset="687287.419">14184 4167 1070 0,'0'0'0'16,"0"0"-31"-16,0 0-58 16,0 0 84-16,0 0-23 15,0 0-43-15,82-41-133 16</inkml:trace>
  <inkml:trace contextRef="#ctx0" brushRef="#br0" timeOffset="687459.1709">14728 4180 890 0,'0'0'118'0,"0"0"-118"0,0 0-36 15,0 0 15-15,0 0 11 16,0 0-56-16,105-14-116 16</inkml:trace>
  <inkml:trace contextRef="#ctx0" brushRef="#br0" timeOffset="687620.7394">15277 4182 1155 0,'0'0'18'16,"0"0"-18"-16,0 0-21 16,0 0 20-16,0 0 1 15,0 0-165-15,39-25-427 16</inkml:trace>
  <inkml:trace contextRef="#ctx0" brushRef="#br0" timeOffset="698396.8046">14144 4034 512 0,'0'0'10'0,"0"0"2"16,0 0 81-16,0 0 6 15,0 0-52-15,0 0-2 16,-84 8-19-16,68 9 8 0,-4 5-6 15,5 9-7-15,2 3 25 16,4 2 23-16,9-1-30 16,0 3-30-16,13-4-8 15,11-2 8-15,7-6-7 16,8-7-1-16,6-10 0 16,7-9 0-16,2 0-1 15,-5-12-6-15,-3-10-32 16,-10-6 5-16,-9-3-10 15,-12 1 19-15,-12-5 6 16,-3-2 16-16,-18 0 2 16,-19 0-2-16,-11 2 2 15,-9 9-1-15,-2 12-2 16,-5 14 3-16,-4 7 4 16,-11 30-4-16,-4 11-201 0</inkml:trace>
  <inkml:trace contextRef="#ctx0" brushRef="#br0" timeOffset="713817.2213">14457 1615 488 0,'0'0'151'0,"0"0"-102"0,0 0-10 16,0 0 21-16,0 0-14 15,0 0-5-15,0 0-21 16,0-5-16-16,0 5 14 15,0 0 11-15,0 0 21 16,0 0 10-16,0 0-21 16,0 0-14-16,0 0 6 15,0 0-29-15,0 0-1 16,0 0-1-16,0 0 0 16,0 0-6-16,0 14-1 15,0 3 7-15,0 2 0 16,0 0-4-16,4-1 4 15,1 1 0-15,-2-4 6 0,0 0-4 16,1-3-2-16,-1-2-4 16,1-5 4-16,-2-1 11 15,-2-1-6-15,0-1-5 16,0-2 1-16,1 0 5 16,-1 0 2-16,0 0-6 15,0 0-1-15,0 0 3 16,0 0-8-16,0 0-123 15,0 0-155-15,0 0-433 16</inkml:trace>
  <inkml:trace contextRef="#ctx0" brushRef="#br0" timeOffset="714213.8188">14358 1746 493 0,'0'0'141'16,"0"0"-133"-16,0 0-7 16,0 0 89-16,0 0-71 15,0 0 33-15,14 53-29 16,-8-36 13-16,1 0-21 0,2-3 6 15,0-1 2 1,0-4-3-16,1 2-4 0,-1-5 3 16,-1-1-9-16,1-4 8 15,0-1 7-15,3 0 10 16,2 0 11-16,3-12-12 16,2-4-30-16,-2-1 0 15,-1 0 3-15,-4 3-7 16,-2 0 1-16,-2 0-4 15,-3 3 3-15,2-1-118 16,-2 3-71-16,-4 4-362 16</inkml:trace>
  <inkml:trace contextRef="#ctx0" brushRef="#br0" timeOffset="715842.4073">12977 2283 789 0,'0'0'207'0,"0"0"-119"15,0 0-26 1,0 0 44-16,0 0-9 0,0 0-32 16,24-6-43-16,13-11-14 15,17-2 9-15,5-3-11 16,2 1 2-16,-1 4-5 15,-7 6-3-15,-10 10-1 16,-15 1-46-16,-17 12-213 16,-11 14-187-16</inkml:trace>
  <inkml:trace contextRef="#ctx0" brushRef="#br0" timeOffset="716044.8665">13043 2646 195 0,'0'0'711'0,"0"0"-676"0,0 0 18 15,0 0 66-15,101-47-56 16,-74 24-17-16,-2-1-27 16,-4-2-14-16,-6-2-5 15,-5-1-85-15,-8-3-193 16,-2 1-254-16</inkml:trace>
  <inkml:trace contextRef="#ctx0" brushRef="#br0" timeOffset="716247.3248">13144 2227 558 0,'0'0'269'0,"0"0"-156"16,0 0 42-16,0 0-60 0,0 0-70 15,0 0-25-15,-4 17 7 16,12 8 26-16,3 2 22 15,0 1-11-15,0 1-9 16,-2 1-20-16,2-2-11 16,-1 0 0-16,-2 0-1 15,1-5-3-15,-3-4-158 16,-5-11-266-16</inkml:trace>
  <inkml:trace contextRef="#ctx0" brushRef="#br0" timeOffset="717320.103">13138 1973 769 0,'0'0'29'16,"0"0"-21"-16,-97 3 16 15,54 13 17-15,-6 6 12 16,0 6 6-16,-1 6-34 16,3 3 31-16,6 9-32 15,8 2-11-15,11 5 3 16,11 4-16-16,10 6 1 0,1 2 0 15,12 3-1 1,18-3 1-16,10-9-1 0,12-13-3 16,11-10 3-16,10-10 4 15,5-10 1-15,4-12-4 16,-3-1 1-16,-5-9 1 16,-5-19-1-16,-4-8-2 15,-5-7 1-15,-6-7 2 16,-12-5-2-16,-11-7 0 15,-12 0 2-15,-12-2 3 16,-7-1 6-16,0 0-7 16,-21 0-3-16,-9 4 26 15,-11 8 2-15,-5 9 0 16,-6 13-13-16,-6 11-13 0,-5 13-4 16,-7 7 0-16,-7 6-4 15,-4 20 4-15,2 12-7 16,9 11-9-16,8 11-101 15,13 5-52-15,7 5-102 16</inkml:trace>
  <inkml:trace contextRef="#ctx0" brushRef="#br0" timeOffset="718919.0243">13339 3437 797 0,'0'0'96'0,"0"0"-52"15,0 0 80-15,0 0-25 16,0 0-45-16,0 0-36 16,16 0-13-16,7 0 16 15,6-6 7-15,4 0-13 16,-4 3-12-16,0-2-2 16,-1 2-1-16,-4 3-8 15,-6 0-141-15,-5 0-159 16,-11 0-362-16</inkml:trace>
  <inkml:trace contextRef="#ctx0" brushRef="#br0" timeOffset="719174.3381">13374 3783 902 0,'0'0'184'0,"0"0"-167"16,0 0-3-16,0 0 47 16,0 0 21-16,0 0-54 15,107-7-12-15,-80 2 5 16,0-3-19-16,-6 0 7 16,-4-1-9-16,-4 0-4 0,-7-7-8 15,-5-3-131-15,-1-2-133 16,-3-5-87-16</inkml:trace>
  <inkml:trace contextRef="#ctx0" brushRef="#br0" timeOffset="719432.6871">13446 3480 679 0,'0'0'130'16,"0"0"-51"-16,0 0 72 15,0 0 14-15,0 0-89 16,0 0-62-16,-6-7-14 0,6 17 4 15,3 7 20 1,7 8 19-16,2 3-13 0,0 4 5 16,0 1-11-16,-5 1-14 15,2 1-10-15,-3-6 5 16,0-6-4-16,-3-5 0 16,0-7-1-16,1-5-4 15,2-6-88-15,3 0-129 16,2-25-157-16</inkml:trace>
  <inkml:trace contextRef="#ctx0" brushRef="#br0" timeOffset="719726.4266">13659 3378 733 0,'0'0'170'0,"0"0"-105"0,0 0 71 16,0 0-21-16,0 0-45 16,0 0-50-16,0 3-11 15,4 15 15-15,-1 6 50 16,0 3-37-16,2-1-10 16,-1 4-8-16,1-2 20 15,-1 1-17-15,-1-3-9 16,3 1-10-16,0-2-1 15,-2-2 3-15,1-3-5 0,-2-4 0 16,6-6-7-16,-3-7-88 16,-2-3-80-16,1 0-241 15</inkml:trace>
  <inkml:trace contextRef="#ctx0" brushRef="#br0" timeOffset="720191.4026">13444 3446 391 0,'0'0'489'0,"0"0"-454"0,0 0-32 15,0 0 87-15,0 0 23 16,109-50-73-16,-76 43 2 16,1-1-21-16,-1 4-20 15,1-1-1-15,-1 3 1 16,-5 2-1-16,-4 0-43 15,-8 0-232-15,-11 8-148 16</inkml:trace>
  <inkml:trace contextRef="#ctx0" brushRef="#br0" timeOffset="720435.0406">13469 3906 847 0,'0'0'47'16,"0"0"-34"-16,84-23 90 16,-50 10-17-16,2-2-49 15,4 1-32-15,3 0-4 16,-1-3-1-16,0 1-228 15,-8-2-594-15</inkml:trace>
  <inkml:trace contextRef="#ctx0" brushRef="#br0" timeOffset="750335.0413">17487 11551 394 0,'0'0'444'0,"0"0"-410"0,0 0-23 16,0 0 24-16,0 0 51 15,0 0 10-15,0 0-34 16,-74 84-32-16,74-67-7 16,3 0 15-16,12-2-11 15,0-6-17-15,4-4 6 16,1-5 5-16,2 0-9 15,-3-10-5-15,-4-9-3 16,-4 0-2-16,-10-2-2 16,-1 1 0-16,-7 3 0 15,-11 5-2-15,-6 7 0 16,0 2 2-16,5 3 6 16,1 0-3-16,7 3 3 0,5 6-1 15,2 0-3-15,4 2-2 16,0 0-1-16,6 2-4 15,16 1-8-15,10-4-78 16,5-2-176-16,3-6-279 16</inkml:trace>
  <inkml:trace contextRef="#ctx0" brushRef="#br0" timeOffset="751788.1429">19923 10960 865 0,'0'0'31'16,"0"0"11"-16,0 0 10 15,-27 72 13-15,27-57 20 16,2-5-44-16,16-3-5 16,4-4 4-16,7-3-30 15,1 0-5-15,-2-11-5 16,-6-3-8-16,-11-1 2 15,-11 0 6-15,0 1 3 16,-6 2-2-16,-20 3 5 16,-5 4 13-16,-2 5 25 15,3 0 20-15,10 0-25 16,4 3-27-16,8 11-12 16,7 0 0-16,1 6-2 0,5 7-27 15,22 1-104-15,7-3-186 16</inkml:trace>
  <inkml:trace contextRef="#ctx0" brushRef="#br0" timeOffset="752505.2768">23130 11379 894 0,'0'0'48'16,"0"0"35"-16,0 0 18 0,-86-6-14 15,62 25-25 1,4 8-17-16,7 7-5 0,8 2-11 16,5 1-9-16,3-9-15 15,20-4 1-15,8-10-2 16,6-8-1-16,-2-6-1 16,-2 0-4-16,-10-12-1 15,-9-5-4-15,-8-2 7 16,-6-1 7-16,-3 0-7 15,-19 4 0-15,-4 7 3 16,-4 4-1-16,5 5-1 16,6 0-1-16,7 5 0 15,7 14-16-15,5 8-111 16,5 4-91-16,18-1-110 16</inkml:trace>
  <inkml:trace contextRef="#ctx0" brushRef="#br0" timeOffset="753170.4922">23951 12883 733 0,'0'0'126'0,"0"0"-35"0,0 0 70 15,0 0-56-15,0 0-11 16,0 0-48-16,-21-7-31 16,0 28 8-16,-3 10 9 15,-1 4-1-15,7-1-10 16,5 2-11-16,7-7-3 16,6-1-7-16,0-6 0 15,4-5 0-15,15-6 0 16,3-6 0-16,4-5-1 15,2-5 1-15,-5-14-14 16,-7-3 10-16,-10-2-1 0,-6-1 5 16,-14-2 3-1,-17 4-3-15,-6 3 0 0,4 8 0 16,3 9-6-16,11 3 2 16,4 11-2-16,6 19-56 15,6 12-89-15,3 5-114 16,0 0-309-16</inkml:trace>
  <inkml:trace contextRef="#ctx0" brushRef="#br0" timeOffset="753710.6539">23675 14391 791 0,'0'0'168'0,"0"0"4"16,0 0-59-16,0 0-29 15,0 0-46-15,0 0-20 16,-75 22 8-16,63-1-2 16,5-3-19-16,7-1 0 15,0-1-2-15,0-6-2 16,12-3-2-16,6-4 2 16,1-3-1-16,0 0 0 15,-5-2-19-15,-5-8-15 0,-6 2 1 16,-3-1-2-16,-8 3-22 15,-17 5-10-15,-8 1-36 16,-4 0-97-16,-2 0-41 16</inkml:trace>
  <inkml:trace contextRef="#ctx0" brushRef="#br0" timeOffset="754597.9404">19643 12392 1072 0,'0'0'111'0,"0"0"-88"0,0 0-15 16,0 0 55-16,0 0 6 15,0 0-13-15,-69 54-37 16,69-45-11-16,0-6-6 16,13-1 2-16,6-2-2 15,2 0 6-15,2-16-6 16,-6 1-2-16,-7-2-10 16,-10 5 6-16,0 1 3 15,-16 5 0-15,-11 3-3 16,-6 3 4-16,-4 3-1 0,-2 16-8 15,-1 4-44 1,1-5-97-16,2-3-213 0</inkml:trace>
  <inkml:trace contextRef="#ctx0" brushRef="#br0" timeOffset="761389.152">22041 12864 875 0,'0'0'99'15,"0"0"-79"-15,0 0 0 16,0 0 98-16,0 0-23 16,0 0-51-16,0 0-23 15,0 0-11-15,6 0 1 16,0-2-10-16,0-3-1 16,-3-2 1-16,-1 7 0 0,-2 0-1 15,0 0 0-15,-2 0-11 16,-13 8 11-16,-6 9 0 15,1-3 5-15,8-5-4 16,6-2 0-16,4-4-1 16,2-3 0-16,0 0-2 15,5 0-2-15,17-5-4 16,8-12-105-16,1-5-151 16,-9-9-201-16</inkml:trace>
  <inkml:trace contextRef="#ctx0" brushRef="#br0" timeOffset="762155.1029">23517 9919 987 0,'0'0'109'16,"0"0"-109"-16,0 0 1 15,0 0 42-15,0 0-1 16,-11 78-2-16,11-69-24 16,0-4 12-16,8-5-6 0,11 0 28 15,4-4-18-15,5-14-12 16,-1-6-19-16,-7 0-1 15,-6 2 0-15,-8 3-6 16,-6 8 6-16,0 3 6 16,-12 8-3-16,-8 0-3 15,-7 0-4-15,1 19 3 16,0 3-1-16,8 6-12 16,10 0-112-16,3-5-137 15,5-4-343-15</inkml:trace>
  <inkml:trace contextRef="#ctx0" brushRef="#br0" timeOffset="765968.3871">23062 11662 528 0,'0'0'40'0,"0"0"-32"16,0 0 12-16,0 0 110 15,0 0-75-15,-97 85 26 16,64-49-55-16,-6 6 26 15,-3 5-8-15,-4 6 23 16,-5 2-31-16,-2 4-9 16,0 0 2-16,1 1-8 0,3-2-11 15,4 2 2 1,-1-4-6-16,3 0 1 0,-3 0-6 16,4 0-1-16,0 1 4 15,0 1-5-15,0-2 1 16,1-8 0-16,2-4 0 15,3-7 0-15,5-7 0 16,5-5 0-16,6-8 0 16,5-5 0-16,4-3 1 15,4-5-1-15,5-3 1 16,1-1-1-16,1 0 0 16,0 0 8-16,0 0-8 15,0 0-3-15,0 0 3 16,0 0 1-16,0 0 3 15,0 0-8-15,0 0-8 0,-5 0-52 16,1 0-6-16,-4 0-115 16,-3-1-58-16</inkml:trace>
  <inkml:trace contextRef="#ctx0" brushRef="#br0" timeOffset="768149.3969">20034 11039 331 0,'0'0'24'0,"0"0"-23"15,0 0 1-15,0 0-2 16,0 0 31-16,0 0-4 15,10-30-16-15,-2 26 18 16,-2 0-6-16,0 0 19 16,-1 1 16-16,0-2-16 15,4 1 23-15,6-2-11 0,9 2-31 16,16-9-1-16,11 1 22 16,16-5-19-16,15-2-6 15,14-3-4-15,14-1-13 16,7-2-2-16,3 0 1 15,-4-1 5-15,-5 0-4 16,2-6-2-16,5-2 0 16,3-5 3-16,7 0 0 15,0 1-6-15,2 2 3 16,-5-1-1-16,-1 1 2 16,-6 2-2-16,-8 2 1 15,-9 3-9-15,-8 3-1 16,-8 6-1-16,-4 1 11 0,-4 2 0 15,-8 0-2 1,-9 0 2-16,-11-5-4 0,-6 1 5 16,-6-2-1-16,-1 2 4 15,-4-1-4-15,2-2 5 16,-8-2 8-16,3-1 1 16,-2-1-14-16,-2 1 11 15,2 0-3-15,0 5 4 16,-1 3-7-16,0 2-1 15,-2 0-1-15,-2 5 1 16,2-3-2-16,0 3 5 16,-4 1-6-16,3-2 8 15,1 1 7-15,-2 0-5 16,0 1-2-16,-3 2 1 0,-2 0 10 16,-3 2 1-16,-2 1-4 15,1 2-13-15,-2 1 1 16,1 2-5-16,-2-1 0 15,-1 2 0-15,-4 0-1 16,-1 0 0-16,-3 0 1 16,-1 0-1-16,0 0-10 15,0 0-11-15,0 2-28 16,0 7 5-16,-5 7-52 16,-10-2-59-16,-6-3-163 15</inkml:trace>
  <inkml:trace contextRef="#ctx0" brushRef="#br0" timeOffset="770465.0409">23927 13112 427 0,'0'0'204'0,"0"0"-186"16,0 0-10-16,0 0-8 15,0 0 1-15,0 0 19 16,0 0 14-16,-33 96-5 15,24-64-17-15,-2 6 14 16,1 5-10-16,-5 3 33 16,2 3-29-16,-4 1 6 15,1 1 16-15,-2 0-20 16,0 5-6-16,4 0-2 16,-1 2 21-16,-2-3 7 0,-4-6-12 15,1 1-4-15,-2-1 6 16,1-3-21-16,3 1 0 15,-1 2-5-15,3-6 19 16,4-3-5-16,0-1 0 16,2-3 12-16,2-5-11 15,0-4-4-15,5-6-3 16,-2-4-10-16,3-7 4 16,2 0-8-16,-2-3 1 15,2-4 0-15,0 1 0 16,0-1-1-16,0-2-1 15,0-1-45-15,0 2-33 0,0-2-97 16,6 0-60-16,0 0-320 16</inkml:trace>
  <inkml:trace contextRef="#ctx0" brushRef="#br0" timeOffset="771715.3015">19722 12406 214 0,'0'0'220'0,"0"0"-211"16,0 0 17-16,0 0 4 15,0 0-18-15,0 0 35 16,54-20-15-16,-22 20 9 0,4 0 8 16,6 2-19-1,3 7-6-15,3 8-4 0,7 2-1 16,6 8-15-16,6 2 8 15,2 3-12-15,4-2 5 16,10 0 1-16,8-4 14 16,11-7-12-16,7-2 2 15,2-3-2-15,-2 0-7 16,0-2-1-16,-10 1 6 16,-10 0-6-16,-7-1 0 15,-9 0-1-15,-5 1 8 16,-7-6-6-16,-7-1 2 0,-6-3 4 15,-9 0 1 1,-7-3 13-16,-7 0-20 0,-7 0 6 16,-6 0 7-16,-6 0-9 15,-5 0-2-15,-1 0-6 16,0 0 4-16,0 0-1 16,2 0 1-16,-2 0-1 15,0 0 0-15,1 0 2 16,2 0-2-16,7-2-13 15,1-2-16-15,1 0-35 16,1-3-128-16,-5-3-283 16</inkml:trace>
  <inkml:trace contextRef="#ctx0" brushRef="#br0" timeOffset="772865.1313">20286 11126 128 0,'0'0'26'15,"0"0"28"-15,0 0 15 16,0 0-35-16,0 0-1 0,0 0 4 16,-52-67-22-16,38 56 35 15,-2 2-26-15,4-1 11 16,-2-1 2-16,7 4-3 16,1 1 47-16,3 2-28 15,3 2-23-15,0 1-16 16,1 1 9-16,18 0-23 15,10 7 7-15,10 15-3 16,7 8 6-16,5 9 1 16,4 8 17-16,6 8-9 15,2 10-14-15,5 10 11 16,4 4-15-16,4 4 3 16,3-1 0-16,6-4-2 0,-1-1-2 15,-4-2 1-15,-8-4 0 16,-5-2-1-16,-4-3-1 15,0-4 0-15,2 1 1 16,2-8 0-16,-1-1-5 16,-7-3 5-16,-7-4 5 15,-4-2-5-15,-6 1-4 16,0 2 4-16,-6-1 0 16,-3 1 2-16,-5-5-2 15,-5-4 0-15,-4-8 0 16,-3-2 0-16,-2-4 0 15,-3-5 0-15,-1-2 3 0,0-3 5 16,2-3 12-16,-5-1 11 16,2-3-25-16,-3 1 10 15,0-3 1-15,-2-1 5 16,1-1-3-16,-4 1-7 16,3-3-2-16,-3 1 12 15,2 0-6-15,-1 0-4 16,3 1 1-16,-3 0-1 15,1 2-8-15,-2-1-4 16,2-1 1-16,0 3-1 16,0-2-5-16,2-4-141 15,-1-1-71-15,2-6-420 16</inkml:trace>
  <inkml:trace contextRef="#ctx0" brushRef="#br0" timeOffset="772990.3086">22104 12722 864 0,'0'0'0'0,"0"0"-42"15,0 0-222-15,0 0-238 16</inkml:trace>
  <inkml:trace contextRef="#ctx0" brushRef="#br0" timeOffset="774414.431">23130 11490 454 0,'0'0'55'0,"0"0"-8"15,0 0 36-15,0 0 1 16,-98-43-46-16,73 35 5 0,-5-1-3 16,-2 1-30-1,-3-1 17-15,-6 1-1 0,-5-3 16 16,-5 2-11-16,-9-4-24 15,-4 2-3-15,-6 2 2 16,-4 1-5-16,-7 5-1 16,-8 0-2-16,-14 3-1 15,-23 0 5-15,-14 0-4 16,-3 6-1-16,3-3-1 16,9 1 4-16,10-1 11 15,-3 4-11-15,-6 3-4 16,-3 0 4-16,-5 2 1 0,0-2-1 15,10-2-1 1,9-1-2-16,9 0 6 0,12-2-1 16,6-1 9-16,7 1-11 15,11-2 2-15,8 0-1 16,3 0-2-16,5-1 0 16,-1-1 1-16,0 1 1 15,0 0-1-15,5 3-1 16,-4 0-1-16,-5 5 2 15,-1 0 0-15,-2-1-1 16,0 3-2-16,3-1 3 16,0 1 0-16,2-1 0 15,-3 3 5-15,4-3-4 16,0 0 1-16,2-1-1 16,2-3-1-16,2-2 0 0,1 1 3 15,-2-2-3-15,-1-2 0 16,-4 1 5-16,-1-1 2 15,0 1 2-15,-4 1-5 16,1 0-3-16,2 3 6 16,-3 2-7-16,6-1 12 15,-1 4-12-15,7-2 1 16,2 2 2-16,3 2-1 16,2 0 3-16,2 1-5 15,3 2 0-15,5-1 1 16,3-3 8-16,-1-1-9 15,3 0-6-15,1-2 6 0,4-3 0 16,6-2 1 0,5-2-1-16,3-2 0 0,3-1 0 15,4 0 0-15,2 0 9 16,0 0 8-16,0 0-6 16,2 0-7-16,-2-1 3 15,1-2 4-15,2 0 3 16,-4 1-10-16,3 0-4 15,-3 1 1-15,3 0 8 16,0-1-8-16,-1 1-1 16,1 1-8-16,1-2 8 15,0 2 0-15,0 0 0 16,0 0 0-16,0 0-7 16,0-1-53-16,14 1-29 15,7 0-55-15,3-7-88 0</inkml:trace>
  <inkml:trace contextRef="#ctx0" brushRef="#br0" timeOffset="776085.3649">22132 12968 650 0,'0'0'82'16,"0"0"-78"-16,0 0-4 15,0 0 19-15,124 65 12 16,-73-36 19-16,6 4-25 0,-3 5-17 15,-1 5 2 1,-7 7-9-16,-1 7-2 0,-2 10 2 16,3 6 17-16,-1 9 25 15,1 8-31-15,-4 2-5 16,-3 3 11-16,-2-3 21 16,-3-4-27-16,2-5 5 15,2-6-7-15,4-4-9 16,4-6 2-16,-2-5-3 15,4-4 1-15,-4-6 3 16,-5 0-8-16,-4-5 8 16,-5-4-10-16,-6-4 5 15,-6-7 1-15,-5-8 0 16,-4-7 10-16,-4-4-10 16,-2-7 1-16,-2-6-2 0,1 0 2 15,-2 0 10-15,7 0-11 16,-1-2-1-16,1-4-43 15,-1 0-25-15,0 4-43 16,3-2-30-16,-3-4-263 16</inkml:trace>
  <inkml:trace contextRef="#ctx0" brushRef="#br0" timeOffset="793280.4643">23639 14500 603 0,'0'0'136'0,"0"0"-123"15,0 0-4-15,0 0 13 0,0 0 45 16,-89 26-21-16,70-7 0 15,0 3-29-15,4-2 4 16,5 0 8-16,4-2-10 16,4-5-6-16,2 1-7 15,0-4 4-15,0-1-9 16,6-4 1-16,1 1 2 16,3-6 0-16,2 0-2 15,-4 0 16-15,3 0-16 16,-4-7 9-16,-5-3-9 15,-2 0 4-15,0-2-2 16,-9 1-3-16,-10-1-1 16,-8 4 2-16,2 3 1 0,0 2-1 15,0 3 8-15,5 0-10 16,4 0 0-16,5 11-1 16,11 3-98-16,0-1-138 15,17-8-371-15</inkml:trace>
  <inkml:trace contextRef="#ctx0" brushRef="#br0" timeOffset="826182.93">15268 8836 468 0,'0'0'47'0,"0"0"-3"0,0 0 63 15,0 0-17-15,0 0-30 16,0 0 5-16,0 0-20 16,0 0-1-16,0-5 12 15,0 5 7-15,0 0-14 16,0 0-19-16,0 0-8 15,0 0 13-15,0 0-15 16,0 0 8-16,0 0-24 16,0 0 4-16,0 0-2 15,0 0 0-15,-9 4-6 16,0 4 3-16,2 4-3 16,-1-1-3-16,5-2 3 15,3 5 14-15,0-3-14 16,0-1 0-16,0-1 0 0,0-1 9 15,12-2-7-15,-1 0 3 16,1-3-4-16,1-1 1 16,1-2 3-16,-3 0-2 15,-2 0 2-15,-3 0-2 16,-3-7-1-16,-3 0 3 16,0-4-5-16,0-2-3 15,0 4-1-15,-6-2 4 16,-4 0 6-16,-2 5-6 15,5 0 0-15,-1 3 1 16,0 0 1-16,0 3 9 16,0 0-7-16,1 0-4 15,2 0 0-15,-2 0 3 16,2 0-3-16,2 6 0 0,-1 3 0 16,2-1-1-16,2 3-6 15,0 1-64-15,0-1-145 16,0-7-366-16</inkml:trace>
  <inkml:trace contextRef="#ctx0" brushRef="#br0" timeOffset="840760.4414">15295 8875 522 0,'0'0'67'0,"0"0"22"15,0 0-18-15,0 0-33 16,0 0 28-16,0 0-33 0,0 0-12 15,-3-17-4-15,3 16 21 16,0 1-7-16,0 0 5 16,0 0-6-16,0 0-15 15,0 0 1-15,-2 0-16 16,1 0 0-16,1 0-1 16,-1 0 2-16,-3 9 6 15,-2 3 15-15,0 3-9 16,1 0 7-16,0 0 8 15,2 1 4-15,3-1-24 16,0-3 5-16,0-4-10 16,0-1 6-16,6-2-9 0,7-2 5 15,3-3-5 1,0 0 6-16,0 0-1 0,2-11-5 16,-4 0 0-16,-3 0-10 15,-5 2-8-15,-6 1 10 16,0 0-5-16,0 2 12 15,-6 0-7-15,-8 4 8 16,2 0 1-16,-3 2 2 16,3 0 0-16,3 0-3 15,0 0 2-15,6 3-2 16,2 2-27-16,1 2-152 16,0-5-161-16</inkml:trace>
  <inkml:trace contextRef="#ctx0" brushRef="#br0" timeOffset="849000.2382">15456 8936 486 0,'0'0'136'16,"0"0"-84"-16,67-79-26 15,-36 46 26-15,2-3 16 0,1-3-15 16,3-3-23-16,1-5-6 16,2-6 12-16,4-1-2 15,2-2 15-15,2-2-25 16,1 2 10-16,1 1-12 16,-2-1-1-16,0-2-8 15,-5 0 5-15,-1 2 7 16,-5 3-13-16,-2 1 5 15,1 2-8-15,-1-5 4 16,7-2-1-16,1-1-3 16,3-2 1-16,1 2-8 15,0 0 4-15,-4 8-6 16,-3 4 7-16,1 4-4 16,-3 3 8-16,-6 3-10 0,0 8 5 15,-5 3 8-15,-2 3-9 16,-1 3-2-16,-3-2-2 15,0 0 11-15,2-5-12 16,-2 1 2-16,0-4 3 16,3-4-3-16,-2 0 1 15,0 1 0-15,0 0-1 16,0 1 1-16,0 1 2 16,0 4 5-16,-5-2-8 15,0 3-2-15,1 0 11 16,-2-4-8-16,-1 3 4 15,0-3-5-15,-2 0 0 16,-1-3 3-16,0 4-3 0,-3-6 0 16,2 4 4-1,-3-1-5-15,0-1 0 0,4 4-1 16,-4-2 2-16,0 2-2 16,0-2 1-16,-2 1-1 15,1-2 4-15,-1-1-4 16,-1-1-2-16,1 3 2 15,3-2 2-15,-1 2 0 16,1 4-2-16,-1 1-5 16,2 2 5-16,-2 3 1 15,-2-1-1-15,-2 0 0 16,1 1 5-16,-4-1-4 16,3-2-1-16,-1 2 1 0,-1 0-1 15,-1 1 0-15,1 1 1 16,-2 2 4-16,0 2-5 15,0 1 0-15,1 2 0 16,-1 3 0-16,0-1 1 16,2 0-1-16,-2-2 0 15,1 0-1-15,-1 1-4 16,0 0 4-16,0 1 1 16,0 3 6-16,0 1-6 15,0 3 2-15,0 2-5 16,2 1 7-16,-2 0-11 15,0 0 3-15,0 0 4 0,0 0-1 16,0 0-7-16,0 0-20 16,0 12 6-16,0 11-31 15,0 8-47-15,0-1-176 16,-3-7-222-16</inkml:trace>
  <inkml:trace contextRef="#ctx0" brushRef="#br0" timeOffset="851315.2947">17482 5849 390 0,'0'0'112'0,"0"0"-79"15,0 0-1-15,0 0 23 16,0 0 3-16,0 0-20 16,0 0-7-16,-14-78-30 15,11 69 11-15,2-1 44 16,-1 1-43-16,1 1 29 15,1-1 4-15,-2 2-29 16,2-2 20-16,0 1-19 16,-1-1-5-16,1-1-4 15,0 1 12-15,0-2-16 16,0 1-4-16,0-3 4 16,0-3-4-16,0-1 9 0,0-2 6 15,0-4-1 1,0 0-14-16,0-3 1 0,0-1 5 15,0-1 13-15,0-2-18 16,0-1 8-16,0-1 4 16,0-4-7-16,4 3-5 15,1-5-2-15,1 2 2 16,-1 1 0-16,6-2 6 16,-4 3-4-16,3-1 5 15,-1 1-8-15,1-1 5 16,0 1 9-16,4 3-3 15,-2-2-11-15,0 2 8 16,2 0-9-16,-2 0 0 16,2-2 0-16,-2 0 3 15,-2-1-1-15,1 1 2 0,-1 2-4 16,-1 2 1-16,1 5 1 16,-1 1-1-16,-1 2 1 15,-1 1-4-15,-1 1 1 16,-1-2 1-16,2-1 2 15,-2 0-1-15,-1-3-1 16,-2 2 3-16,4 0-1 16,-5-2-2-16,4 1 1 15,1 1 1-15,-3 0-2 16,3 1 1-16,-3 3 2 16,1 0-3-16,-1 1 2 15,0-1-1-15,-2 1-1 0,0 0 2 16,1 1 1-16,0-2 2 15,-1 2-5-15,-1-2 1 16,0 1-1-16,0-1 2 16,0-1 3-16,0 2-3 15,-3-2-2-15,-4 3 0 16,-2 3 2-16,3 0-3 16,2 1 11-16,-2 2-20 15,3 0 10-15,0 1 0 16,-1-1 10-16,0 5-10 15,1 0-9-15,2 1 9 16,-2 3 0-16,3 1 9 16,0 1-19-16,0-2 18 0,0 2-17 15,0 0 8-15,0 0 1 16,0 0-4-16,0 0 2 16,0 0 2-16,0 0-1 15,0 0 0-15,0 0 1 16,0 0 0-16,0 0 0 15,0 0-4-15,0 0-11 16,0 0 14-16,0 0-2 16,-2 0 3-16,2 0-5 15,-1 0 3-15,1 0 1 16,0 0-2-16,0 0 0 16,0 0-3-16,0 0-8 0,0 3-46 15,0 4-17-15,9 5-42 16,9-4-55-16,2-8-106 15</inkml:trace>
  <inkml:trace contextRef="#ctx0" brushRef="#br0" timeOffset="851456.5149">17810 4055 460 0,'0'0'0'0,"0"0"-349"0</inkml:trace>
  <inkml:trace contextRef="#ctx0" brushRef="#br0" timeOffset="856676.3778">15380 8906 501 0,'0'0'207'0,"0"0"-153"16,0 0 13 0,0 0-19-16,0 0 37 0,0 0-12 15,0 0-20-15,-21-32-10 16,18 30-22-16,0 2 21 16,-1 0-2-16,-2 0-29 15,-2 0-5-15,-4 0-5 16,2 8-1-16,-1 7 0 15,1 4 2-15,4 3-2 16,3 3 7-16,3 0 2 16,0 0-8-16,3-4 1 15,12-2 0-15,0-5-3 16,4-3 2-16,-2-5 5 16,0-3-6-16,0-3 2 15,1 0-2-15,-5 0 1 0,1-3 6 16,-4-6-5-16,-4-4-1 15,-3 1 3-15,-3-5 1 16,0-2-4-16,-4 1 2 16,-11 0-1-16,-6 3-4 15,4 4 5-15,-4 5-8 16,1 2 5-16,3 4 0 16,-1 0 2-16,5 0 2 15,1 0-6-15,3 10 2 16,3 1 0-16,3 2 0 0,3 0 0 15,0-2 0 1,0 1 0-16,0-3 0 0,9-4-4 16,6-4 8-16,3-1-10 15,1 0-4-15,-4-4-21 16,0-6-16-16,-9-1 3 16,-3 1 8-16,-3 3 4 15,0 2 4-15,0 1-34 16,-14 4-59-16,1 0-107 15</inkml:trace>
  <inkml:trace contextRef="#ctx0" brushRef="#br0" timeOffset="877653.308">2226 12928 506 0,'0'0'23'0,"0"0"-16"15,0 0 12-15,0 0 62 16,0 0 12-16,0 0-58 0,0 0 11 15,-15-3-27-15,15 3 21 16,0 0 16-16,0 0 9 16,0 0-20-16,0 0-4 15,0 0-19-15,0 0-2 16,0 0-15-16,0 0-5 16,0 0 0-16,0 0-2 15,0 0-2-15,0 0 4 16,0 0-3-16,18 5 7 15,1 1-4-15,5-3 17 16,3 0-7-16,3-1-7 16,6-2 4-16,-5 0 5 0,3 0-11 15,-5 0-1 1,-8 0 0-16,-1 0-1 0,-8 0-50 16,-7-2-132-16,-5-3 4 15,0-4-94-15</inkml:trace>
  <inkml:trace contextRef="#ctx0" brushRef="#br0" timeOffset="877836.8173">2211 12954 447 0,'0'0'180'15,"0"0"-125"-15,0 0-55 16,0 0 0-16,0 0 6 0,106-12-6 15,-73 11 1-15,6 1-1 16,5 0-36-16,-5 0-225 16</inkml:trace>
  <inkml:trace contextRef="#ctx0" brushRef="#br0" timeOffset="1.18625E6">9971 12388 396 0,'0'0'66'0,"0"0"11"0,0 0 29 16,0 0-50-16,0 0 11 16,0 0 4-16,0 0-30 15,-20-2 7-15,20 2 1 16,0 0 2-16,0 0-24 15,0 0-16-15,0 0-5 16,0 0-6-16,0 0 0 16,0 0 0-16,0-1 0 15,9-1-3-15,10-1 3 16,3-1 6-16,4 0 5 0,-3-2-11 16,2 3 7-1,-2-4-11-15,1 1 6 0,0 0-2 16,-4-1 6-16,0 2-6 15,1-2 1-15,-3 1-4 16,-2 0 3-16,-2 3-6 16,-4-2-32-16,-4 2-47 15,-1 3 18-15,-5 0-78 16,0 0-196-16</inkml:trace>
  <inkml:trace contextRef="#ctx0" brushRef="#br0" timeOffset="1.18654E6">10100 12414 585 0,'0'0'147'0,"0"0"-130"15,0 0-13-15,0 0 28 16,0 0 28-16,0 0 8 15,50 0-36-15,-21-8 2 16,1-1-20-16,-1 1-2 16,0-1 2-16,-1 1-14 15,-4-1 3-15,-2 0-3 0,-2 1 0 16,-2-1-2 0,-3 2-13-16,-5-3-71 0,-5 0-49 15,-5-4-182-15</inkml:trace>
  <inkml:trace contextRef="#ctx0" brushRef="#br0" timeOffset="1.18693E6">10106 12227 631 0,'0'0'95'0,"0"0"-89"0,0 0-6 16,0 0 0-16,0 0 32 15,0 0 42-15,74 13-30 16,-38-10-10-16,0 1-14 16,1 6-9-16,-1-2-6 15,-5 3 6-15,0 2-2 16,-4 1-3-16,-4 5-1 15,-7 1 5-15,-8 4 31 16,-4 5 9-16,-4 2 2 16,-4 1-2-16,-16-1-8 15,-1-2-5-15,-1-2-12 16,0-4-11-16,4 2-5 0,-2-6-1 16,2-1-4-1,7-2-4-15,0-3-9 0,3-8-90 16,6-5-192-16,-1 0-532 15</inkml:trace>
  <inkml:trace contextRef="#ctx0" brushRef="#br0" timeOffset="1.51831E6">20350 14073 488 0,'0'0'75'16,"0"0"-21"-16,0 0-2 0,0 0 4 15,0 0-6-15,0 0-1 16,0 0-25-16,0 0-6 16,-54 0-14-16,53 0 15 15,-1 0 0-15,1 0-5 16,-2 0-11-16,-2 0-2 16,-3 0 3-16,-2 0-4 15,0 0-1-15,-2 1-6 16,5 4 14-16,1-1-10 15,3-1 6-15,3-2-6 16,0 2 3-16,0 0 0 0,9 0 9 16,11-3 54-1,10 0 12-15,6 0-47 0,1 0-1 16,-1-6-23-16,-4 0 9 16,-6 1-13-16,0 2-2 15,-6 1 2-15,3 2-18 16,-7 0-87-16,-2 0-59 15,-13 0-229-15</inkml:trace>
  <inkml:trace contextRef="#ctx0" brushRef="#br0" timeOffset="1.5667E6">2102 11610 792 0,'0'0'76'0,"0"0"17"16,0 0-38-16,0 0 5 15,0 0 30-15,0 0-21 16,0 0-26-16,-10 0-29 16,10 0-4-16,7 0-10 15,14-1 0-15,13-7 9 16,5-1-9-16,3-3 0 15,3 3-9-15,2 0-97 16,-1 2-127-16,-9 5-66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05:47.058"/>
    </inkml:context>
    <inkml:brush xml:id="br0">
      <inkml:brushProperty name="width" value="0.05292" units="cm"/>
      <inkml:brushProperty name="height" value="0.05292" units="cm"/>
      <inkml:brushProperty name="color" value="#FF0000"/>
    </inkml:brush>
  </inkml:definitions>
  <inkml:trace contextRef="#ctx0" brushRef="#br0">10855 11763 579 0,'0'0'81'0,"0"0"-81"16,0 0 3-16,0 0 26 16,0 0 39-16,0 0 9 0,0 0-15 15,98 2-34-15,-70-10-2 16,1-1-19-16,-4 0-3 16,-4-1 2-16,-5 0-6 15,-4-4 1-15,-4 2-4 16,-6 0 3-16,-2-2 0 15,0 2-1-15,-7 0-21 16,-14 4-6-16,-2-1 17 16,-1 1 11-16,-1 5-1 15,3 0 2-15,3 0-1 16,7-1 33-16,4 0-4 16,3 4 20-16,5-3 4 0,0 3-12 15,0 0-41 1,14 0 1-16,15 0-1 0,8 3 18 15,1 11-3-15,0 3-15 16,-8 3 0-16,-7 7 0 16,-7 4 7-16,-9 3-7 15,-7 9-1-15,0 1-2 16,-13 5-12-16,-13 1-53 16,-8-4-68-16,-12-7-108 15</inkml:trace>
  <inkml:trace contextRef="#ctx0" brushRef="#br0" timeOffset="1790.9963">18921 15106 132 0,'0'0'231'0,"0"0"-184"16,0 0 38-1,0 0-69-15,0 0 69 0,-27-86 8 16,27 71-33-16,0 3-5 15,0-2-7-15,0 4-16 16,0 0-11-16,0 1 4 16,0 4 28-16,0 1 2 15,0 2-2-15,0 2-35 16,0 0 4-16,0 0-9 16,5 2-13-16,2 13 0 15,2 11 29-15,4 1 10 16,-3 4-24-16,3-2 1 15,-3-3-15-15,-1-6 3 16,3-6-2-16,-1-6 3 0,5-4-3 16,2-4 0-16,10 0 6 15,8-20-1-15,7-8-7 16,-2-4-7-16,6-4-58 16,-4-1-22-16,2 4-58 15,-6-1-77-15,-9-1-397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05:56.218"/>
    </inkml:context>
    <inkml:brush xml:id="br0">
      <inkml:brushProperty name="width" value="0.05292" units="cm"/>
      <inkml:brushProperty name="height" value="0.05292" units="cm"/>
      <inkml:brushProperty name="color" value="#FF0000"/>
    </inkml:brush>
  </inkml:definitions>
  <inkml:trace contextRef="#ctx0" brushRef="#br0">502 4966 673 0,'0'0'36'0,"0"0"12"15,0 0-29-15,0 0 21 16,0 0 19-16,0 0-16 16,0 0 0-16,0 0-1 15,-51-46-19-15,51 45-2 0,0 1-4 16,0 0-2-16,0 0-3 15,0 0-3-15,0 0-9 16,0 0 0-16,0 0-3 16,0 9-5-16,10 5 8 15,7 6 11-15,-1 4 11 16,-1-2-5-16,4-1-6 16,-5-1-1-16,-1-3-5 15,1-5 0-15,-3 0 7 16,-3-6-1-16,-3-1 2 15,-1-2-3-15,-4-3 10 16,3 0 10-16,7-12 27 16,2-16-2-16,6-7-48 15,0-6-1-15,0 2-1 16,-3 3-5-16,1 3-1 0,-1 6 0 16,0 4 1-16,-3 6-13 15,0 6-58-15,3 6-40 16,-3 5-96-16,4 0-63 15</inkml:trace>
  <inkml:trace contextRef="#ctx0" brushRef="#br0" timeOffset="10538.4993">2530 6855 745 0,'0'0'41'16,"0"0"33"-16,0 0-25 15,0 0-5-15,0 0 48 16,0 0-26-16,0 0-19 0,0 0-9 15,0 0-20 1,0 0 8-16,0 0-7 0,0 0 6 16,0-2-22-16,12-1 0 15,6-2 4-15,0-1-6 16,9-1 1-16,6 0 4 16,5-1-2-16,10-2-4 15,7 2 3-15,7 0-3 16,6 1 5-16,0 5-4 15,-2 0 1-15,-6 1-2 16,-1 1 2-16,-8 0-2 16,-2 0 0-16,-5 0 0 15,-4 0-4-15,-7 0 4 16,-5 0 10-16,-5 0-10 16,-4 0 2-16,-10-2 1 0,1 2-3 15,-7 0 0 1,-1 0 1-16,-2 0-1 0,0 0 0 15,0-3-2-15,4 3-37 16,5 0-90-16,3-3-140 16,-3-2-244-16</inkml:trace>
  <inkml:trace contextRef="#ctx0" brushRef="#br0" timeOffset="40776.2841">15456 16570 775 0,'0'0'80'16,"0"0"-29"-16,0 0 30 15,0 0 39-15,0 0-50 16,0 0 12-16,0 0-49 16,-22 0-33-16,22 6-5 15,0 6 5-15,0 1 6 16,4-2-2-16,5 0 3 15,5-5-5-15,1-4 9 16,2-2 3-16,0 0-3 16,1 0-9-16,-6 0 6 0,-4-7-6 15,-5-2 5-15,-3 2-2 16,0-3-1-16,-7 2-4 16,-11 1 1-16,-1 3-2 15,2 3 2-15,1 1 11 16,5 0-12-16,4 0-2 15,4 8 2-15,3 1 0 16,0 2-1-16,0-2 1 16,7-1 0-16,10-4 1 15,2-2 2-15,2-2 0 16,-3 0-3-16,-3 0 5 0,-5-6-3 16,-6-5 1-1,-4 2 0-15,0-3-2 0,-7 0-2 16,-10 3 1-16,-2 0-4 15,-1 2 5-15,3 5-1 16,4 1 1-16,5 1-1 16,4 0 3-16,4 0-2 15,0 0-1-15,0 0 1 16,0 0-1-16,0 0-3 16,0 0-14-16,7 0 15 15,4 0 2-15,2 1-27 16,1 8-18-16,-1-2-17 15,-1 4-54-15,3 5-38 16,-5-4-40-16,-3-2-214 16</inkml:trace>
  <inkml:trace contextRef="#ctx0" brushRef="#br0" timeOffset="41438.567">15541 16579 677 0,'0'0'84'0,"0"0"2"0,0 0-7 15,0 0 9-15,0 0-6 16,0 0-69-16,-27 14 8 15,27-1 1-15,0-2-11 16,0-4-1-16,6-2-3 16,2-5-3-16,-1 0 4 15,3 0 8-15,1-5 1 16,-2-9-15-16,-3-1 6 16,-2-1-5-16,-4 2 3 15,0 3-6-15,0 4 1 0,0 4 0 16,0 3-1-16,0 0-1 15,0 0-15-15,0 4-1 16,-1 10 8-16,-3 5-12 16,2 1-52-16,2 6-101 15,0 3-30-15,-3 0-384 16</inkml:trace>
  <inkml:trace contextRef="#ctx0" brushRef="#br0" timeOffset="41948.2275">15401 17108 829 0,'0'0'76'0,"0"0"-20"15,0 0 56-15,0 0-27 16,0 0-6-16,0 0-69 16,-24 5 9-16,24 15-6 0,0-1 4 15,0-2-4-15,3 0-2 16,7-5 0-16,4-8-3 15,1-2 2-15,6-2 1 16,4-3-2-16,3-15-1 16,2-5-4-16,-5 0-3 15,-3 6 0-15,-9 5 10 16,-7 8-11-16,-4 4-7 16,-2 0-4-16,0 14-17 15,0 11 24-15,0 8 4 16,0 1 19-16,2-5-10 15,16-3 6-15,6-4-12 16,9-7-2-16,6-9 7 0,7-4-4 16,5-2-4-1,-1-8-6-15,-3-12-131 0,-11-11-195 16,-13-5-583-16</inkml:trace>
  <inkml:trace contextRef="#ctx0" brushRef="#br0" timeOffset="42869.9266">15564 16649 420 0,'0'0'56'0,"0"0"10"16,0 0 73-16,0 0-39 15,0 0 25-15,0 0-57 16,-60-45 30-16,60 41-30 15,0-1-42-15,0-2-7 16,11 0-11-16,9-4 2 0,12-3 1 16,12-2 11-1,11-4 2-15,11-5-5 0,12-5 7 16,4 1-14-16,6-3-10 16,-5 1 13-16,1 3-9 15,-5-2-5-15,-6 1 4 16,-2 0-5-16,-4-1 0 15,-4-1 0-15,-5 0 1 16,-7 3-1-16,-5 3-1 16,-1 4 1-16,-5 3 0 15,2-1 2-15,0 2-2 16,-2 2 0-16,-6 0-1 0,-6 6 0 16,-5 0-9-1,-11 3-40-15,-4 4-66 0,-6-1-106 16,-2 0-64-16</inkml:trace>
  <inkml:trace contextRef="#ctx0" brushRef="#br0" timeOffset="43148.0653">16866 15988 686 0,'0'0'107'0,"0"0"-27"15,0 0 30-15,-85 57 29 16,79-41-68-16,6-4-43 15,0-1-8-15,16-1-13 16,10-8 5-16,9-2 0 16,2 0-5-16,0-15-4 0,-5-4-3 15,-11 1-2-15,-13-3-1 16,-8 1-7-16,-4 3-3 16,-25 0-10-16,-12 9 8 15,-11 5 6-15,-5 3 0 16,-2 3-1-16,1 14-12 15,1 5-86-15,-3 1-129 16,-1 2-275-16</inkml:trace>
  <inkml:trace contextRef="#ctx0" brushRef="#br0" timeOffset="43731.9074">15382 16601 756 0,'0'0'61'15,"0"0"11"-15,1-74-53 16,17 38 57-16,7-6 75 16,9-5-83-16,5-5-28 15,6-8-4-15,0-8 5 16,-5-4-17-16,-3-2 7 16,-6 3-11-16,-7 2-15 15,-4 2-2-15,-4 0 2 0,-4 3-1 16,-1 7-1-16,0 10-2 15,-1 12 0-15,-4 12-1 16,-3 9 0-16,-3 8-6 16,0 3 6-16,0 3 0 15,0 0-20-15,0 9-19 16,-8 11-11-16,-3 3-48 16,3 2-102-16,3-3-31 15,4-6-121-15</inkml:trace>
  <inkml:trace contextRef="#ctx0" brushRef="#br0" timeOffset="44016.1964">15801 15588 205 0,'0'0'598'15,"0"0"-482"-15,0 0-60 16,-84 0 12-16,71 15 25 15,5 2-38-15,8-4-14 16,0 0-16-16,6-1-23 16,12-7 2-16,7-2 5 15,2-3-4-15,2 0 0 16,-6-10 1-16,-8-4-6 16,-8 0-9-16,-7-2-10 0,-4 0-44 15,-20 6 16-15,-10 3-20 16,-3 7-12-16,-2 4-1 15,-3 18-83-15,-4 5-135 16</inkml:trace>
  <inkml:trace contextRef="#ctx0" brushRef="#br0" timeOffset="44581.9517">15498 16565 493 0,'0'0'218'0,"0"0"-161"16,0 0-13-16,0 0 74 15,-109-72 9-15,69 51-33 16,-7-2-25-16,-9-4-18 16,-7 0-26-16,-5-5 14 15,-6-2-8-15,1-5-21 16,-9-8 6-16,-6-5-15 16,-3-1-1-16,3 2 0 15,12 4 15-15,11 9-13 16,14 5-2-16,10 9 2 15,11 7-2-15,14 6 0 16,6 5 0-16,6 6-2 16,4 0 2-16,0 0-37 15,0 0-56-15,7 2-3 0,8 10-64 16,4-3-81-16,-2-5-228 16</inkml:trace>
  <inkml:trace contextRef="#ctx0" brushRef="#br0" timeOffset="44932.1371">14436 16054 862 0,'0'0'20'0,"0"0"10"0,0 0-12 15,0 0 35 1,-88-8 55-16,83 18-60 0,5 7-34 15,0 2-1-15,13 2 5 16,15-5-11-16,4-9 8 16,7-6-2-16,-3-1 4 15,-3-4-11-15,-8-13-6 16,-10-3 9-16,-12-1-7 16,-3 0 2-16,-13-1 3 15,-20 2-7-15,-10 3-21 16,-1 5 5-16,2 7 2 15,8 5 11-15,12 0-12 16,9 11-5-16,13 10-103 0,0 9-24 16,20 0-26-1,19 1-207-15</inkml:trace>
  <inkml:trace contextRef="#ctx0" brushRef="#br0" timeOffset="45931.7401">15449 16603 702 0,'0'0'66'0,"0"0"-40"15,0 0 41-15,-123 14 5 16,65 5 11-16,-10 1-10 15,-12 7-20-15,-5 0-23 16,-3 1-6-16,-4 0 12 16,-5 0-13-16,-1-2-5 15,-1-2-6-15,5-2-8 16,5-2 16-16,4-3-13 16,8-1-7-16,10-4 2 15,11-2 1-15,7-4-1 0,14-3-2 16,11-2-4-16,12-1 4 15,9 0-14-15,3 0-38 16,0 0-67-16,5 0-62 16,10 0 63-16,0 0-73 15,-5 0-278-15</inkml:trace>
  <inkml:trace contextRef="#ctx0" brushRef="#br0" timeOffset="46281.4357">14064 16934 789 0,'0'0'5'0,"0"0"13"0,0 0-8 16,0 0 85-16,-80 24-7 15,75-12-21-15,5 5-42 16,0 2-4-16,14-2-4 15,13-3-8-15,6-3-5 16,4-9 9-16,-2-2-12 16,-4 0 0-16,-5-14 0 15,-12-2 0-15,-14 0 4 16,0-1-5-16,-11 0-12 16,-18 5-21-16,-8 2 22 0,-4 6 0 15,0 4 10 1,7 0 0-16,6 0 0 0,8 3-3 15,10 8-30-15,8-1-83 16,2-1-74-16,5-2-276 16</inkml:trace>
  <inkml:trace contextRef="#ctx0" brushRef="#br0" timeOffset="50325.2702">17262 16202 797 0,'0'0'142'0,"0"0"-100"0,0 0 68 16,0 0 11-16,0 0-10 15,0 0-77-15,0 0-34 16,-12-27-4-16,12 43 1 15,0 4 6-15,0 1 5 16,0 3-4-16,2-1-4 16,-1-2-3-16,1 1 3 15,1-3 0-15,0-2-92 16,0-6-164-16,-2-8-203 16</inkml:trace>
  <inkml:trace contextRef="#ctx0" brushRef="#br0" timeOffset="51265.047">17276 16358 730 0,'0'0'73'15,"0"0"-22"-15,-9-75 19 16,9 46 33-16,0 0-17 0,0 0-66 16,3 3-10-1,9 4 5-15,-2 3-12 0,1 8 21 16,-1 4-15-16,-1 2-9 15,-1 5 0-15,2 0 0 16,-2 5 0-16,2 12 3 16,0 3-3-16,-2 6 22 15,-2 4 0-15,-3-2-2 16,-3 1 3-16,0-2-23 16,0-5 1-16,0-5-2 15,0-3 1-15,0-3-4 16,0-5-106-16,0-6-177 15,0 0-200-15</inkml:trace>
  <inkml:trace contextRef="#ctx0" brushRef="#br0" timeOffset="51623.6318">17307 16307 775 0,'0'0'50'16,"0"0"-49"-16,0 0-1 15,0 0 0-15,91-44-1 16,-68 37-8-16,-4-2-156 15</inkml:trace>
  <inkml:trace contextRef="#ctx0" brushRef="#br0" timeOffset="52765.272">16021 15395 669 0,'0'0'98'15,"0"0"-39"-15,0 0 51 16,0 0 27-16,0 0-37 16,0 0-28-16,-8-15-72 15,8 27 1-15,0 8-1 16,0 4 22-16,0 1-8 16,0-2-3-16,4 1 8 15,-1-3 1-15,2-5-8 16,-2-4-6-16,1-4-6 15,-1-4 1-15,-3-3 0 0,0-1 3 16,0 0 9-16,0-8 10 16,0-14-21-1,0-5-2-15,0-2 0 0,0-2 0 16,-5 0 0-16,1 3 1 16,4 3-2-16,0 6 1 15,0 6-1 1,0 5 2-16,0 2-2 0,0 6 1 15,0 0-6-15,0 0 3 16,6 0-17-16,0 10 15 16,-3 4-3-16,-2 1 6 15,-1 2-3-15,0-1 3 16,0-2 1-16,0-3-1 0,0-1-2 16,0-4 4-16,1-1-3 15,4-5-4-15,0 3 4 16,3-3 0-16,1 1 6 15,1 2 0-15,3 0-3 16,-4 4-3-16,-2 2 3 16,-3 2 0-16,-4 2 4 15,0 3 8-15,0-3 5 16,-2 1-3-16,-10-3-2 16,-4 0-6-16,0-1 0 15,2-3-3-15,2-1-3 16,1-3-18-16,1-3-85 15,-2 0-183-15,-7 0-227 16</inkml:trace>
  <inkml:trace contextRef="#ctx0" brushRef="#br0" timeOffset="53511.6951">14221 15444 544 0,'0'0'112'0,"0"0"-22"16,0 0-39-1,0 0 61-15,0 0-37 0,0 0 34 16,-55-25-50-16,40 25-40 15,-5 13-5-15,1 2 29 16,4 3-3-16,3 0-15 16,6-4-15-16,5-2-6 15,1-3-4-15,1-3 14 16,20-1-5-16,9-5 0 16,10 0-9-16,9-1 0 15,2-9 0-15,-5 1 0 16,-10 7-70-16,-10 2-106 15,-18 0-113-15,-8 4-244 16</inkml:trace>
  <inkml:trace contextRef="#ctx0" brushRef="#br0" timeOffset="55036.616">13566 16774 749 0,'0'0'54'0,"0"0"8"16,0 0 11-16,0 0 37 16,0 0-14-16,0 0-75 0,-19-11-21 15,19 27 0-15,9 1 0 16,0 3 4-16,2 1 2 15,-1 0 9-15,-3-2 20 16,3-1-23-16,-2-5 1 16,-4-1-5-16,1-5-4 15,-4-4-3-15,-1 0 6 16,0-3-5-16,0 0 5 16,0 0 8-16,0-14 31 15,-13-5-45-15,-6-3 0 16,-1-4-2-16,1-2-6 15,-2 0 6-15,3-2 1 16,2 4 0-16,2 2 7 16,4 1-7-16,5 5 0 15,4 2 0-15,1 3 0 0,0 3 0 16,0 1 0-16,7 3-3 16,8 0 0-16,3 1 1 15,3 2-3-15,1 3 3 16,-1 0-2-16,-1 0 3 15,-5 3-1-15,-4 10-4 16,-5 1-8-16,-2 3 14 16,-4-1 0-16,0 1-3 15,-5 0-9-15,-9-2 12 16,1-4 0-16,3-3 0 0,1-2 3 16,7-5-2-1,2 1-1-15,0-2 2 0,0 0-5 16,0 0-22-16,4 0 11 15,13 0 10-15,4 0-1 16,-2-2 5-16,-4 2-8 16,-4 0-6-16,-1 0 4 15,-5 8-5-15,-1 5 8 16,-4 3-2-16,0 3 8 16,0 0 1-16,-12-1 0 15,-1 1 0-15,-4-1 0 16,1-2 8-16,-1-2-8 15,1-2-4-15,2-2 0 16,1-1-73-16,0-4-136 16,-2-2-137-16</inkml:trace>
  <inkml:trace contextRef="#ctx0" brushRef="#br0" timeOffset="66281.6888">17830 17472 95 0,'0'0'708'15,"0"0"-672"-15,0 0-10 16,0 0 91-16,0 0 13 15,0 0-72-15,39-52-44 16,-22 35 12-16,-5-3-3 16,-3-2-10-16,-2 1-3 15,-7 0-3-15,0 1-7 16,0 3 0-16,-4 0 0 16,-4 4 2-16,2 2-2 15,3 9 0-15,3 1 1 0,0 1 0 16,0 0-1-16,0 0-10 15,0 6-10-15,0 11 20 16,0 5 3-16,0 2 4 16,0 0 10-16,0 0-7 15,0-2 9-15,2-3-1 16,-1-2-12-16,2-7 0 16,-2-3 5-16,1-4-5 15,0-3-2-15,-2 0-1 16,1 0 6-16,2 0 16 15,4-10-21-15,3-5-4 16,-1 4-26-16,-3 3 4 0,4 3 4 16,-4 4 12-16,2 1-2 15,-2 0 6-15,5 0-5 16,0 11 7-16,0-2 5 16,3 4 7-16,2-2 3 15,-1-1-4-15,2-3-10 16,-2-2 3-16,1-2 9 15,-1-3-13-15,5 0-20 16,5-1-70-16,-3-16-258 16</inkml:trace>
  <inkml:trace contextRef="#ctx0" brushRef="#br0" timeOffset="68155.0307">18279 16922 664 0,'0'0'74'0,"0"0"-18"15,0 0 23-15,0 0 28 16,0 0 16-16,0 0 3 16,0 0-67-16,-16-31-21 0,15 31-28 15,1 0-10-15,-3 7 3 16,-2 14 0-16,1 4 9 16,-3-2 1-16,2 0 5 15,0 2-17-15,5-3 0 16,0-3 2-16,0-3-3 15,8-6-44-15,14-3-76 16,5-7-164-16,1 0-137 16</inkml:trace>
  <inkml:trace contextRef="#ctx0" brushRef="#br0" timeOffset="68551.2427">18491 16999 575 0,'0'0'254'0,"0"0"-220"16,0 0 11-16,0 0 44 16,0 0-5-16,0 0-64 15,-43 23 0-15,43-9 13 16,0 0-16-16,4-2 15 16,7 2-23-16,3-6 4 15,0-1-4-15,0-5-1 16,2-2 4-16,1 0-2 15,2-14-4-15,-1-3-1 16,-3 0-3-16,-6 5 0 0,-6 3-2 16,-3 5 7-1,0 4-6-15,0 0 17 0,0 0-6 16,0 0-12-16,0 0 0 16,0 3-3-16,0 8 3 15,1 3 1-15,4 0-1 16,5-4 2-16,2-1 1 15,7-3-3-15,4-4-23 16,-2-2-98-16,3 0-135 16,-5-16-227-16</inkml:trace>
  <inkml:trace contextRef="#ctx0" brushRef="#br0" timeOffset="68790.6007">18781 16892 777 0,'0'0'98'0,"0"0"-89"16,0 0 1-16,0 0 14 15,0 0 65-15,0 0-49 16,61 49-13-16,-43-26 3 16,-6 3 6-16,-1-1 2 15,-6 3-8-15,-5 1-3 16,0-2-18-16,-9 3 5 15,-7-5-10-15,-3-1 2 16,-1-7-6-16,2-5-11 16,-3-4-190-16,2-5-180 0</inkml:trace>
  <inkml:trace contextRef="#ctx0" brushRef="#br0" timeOffset="70223.8553">19887 16916 688 0,'0'0'72'0,"0"0"18"16,0 0-33-16,0 0 67 15,0 0-32-15,0 0-92 16,-7-3 0-16,7 21 0 15,0 7 23-15,0 3 33 16,0 0-32-16,0 0-5 16,2-1 4-16,3-4-10 0,0-5-8 15,-2-3 1-15,0-9-4 16,-3-3 1-16,0-3-3 16,0 0 25-16,0-9-8 15,3-16 15-15,-1-6-24 16,1-3-8-16,1 0-5 15,-2 2 5-15,3 2 5 16,1 4-5-16,-1 1-3 16,4 5-5-16,-2 6-1 15,2 4 6-15,-4 6-3 16,-2 3 4-16,0 1-5 16,1 0-3-16,1 4 2 15,3 9 8-15,3 8 8 16,-3 6-2-16,1 1-3 0,-2 3 19 15,-1 2 3-15,-2-3-12 16,-2 0-5-16,2-2-2 16,-2-4-4-16,-2-7-2 15,0-8-1-15,0-4-9 16,0-5-72-16,0 0-64 16,-3-4-30-16,-14-16-305 15</inkml:trace>
  <inkml:trace contextRef="#ctx0" brushRef="#br0" timeOffset="70371.4583">19906 17037 512 0,'0'0'183'0,"0"0"-147"0,0 0-9 15,0 0 76-15,0 0-22 16,0 0-20-16,13-4-37 16,12-3 23-16,12 0-28 15,7-5-19-15,3-3-120 16,0 0-306-16</inkml:trace>
  <inkml:trace contextRef="#ctx0" brushRef="#br0" timeOffset="71598.9794">19603 16745 699 0,'0'0'72'16,"0"0"-33"-16,0 0 2 15,0 0 110-15,0 0-38 16,0 0-73-16,-3-16-11 16,-8 16-18-16,-8 0-6 15,-6 9 4-15,-5 5 9 16,-3 3-9-16,0 0-3 16,3-1 17-16,7-2-14 15,6-3-3-15,11-2-3 0,6-3-3 16,0 4-5-16,9-1 5 15,15-1 8-15,8 0-7 16,3 1 4-16,-2-1 10 16,0 5-7-16,-10 0-6 15,-3 6 6-15,-11 3-1 16,-6 7-2-16,-3 3 4 16,-9 5 2-16,-19-1 4 15,-3 1 0-15,0-6 4 16,3-8-16-16,1-7-1 15,6-3 3-15,5-7-3 16,4-3-3-16,6-3 2 16,4 0-2-16,2 0 0 0,0-5-60 15,8 1 13-15,13 1-7 16,4 3-11-16,0 0 45 16,-4 0 2-16,-1 3 13 15,-8 6 1-15,-1 6-5 16,-1 4 10-16,-4 5 19 15,0-2 19-15,-2-1 5 16,1-2-17-16,3-5 5 16,1-2-11-16,6-3-13 15,3-2-7-15,6-4 12 16,9-3-12-16,11 0-1 16,5-5-125-16,7-12-175 15</inkml:trace>
  <inkml:trace contextRef="#ctx0" brushRef="#br0" timeOffset="72197.5253">20419 17011 802 0,'0'0'61'16,"0"0"-61"-16,0 0 0 15,0 0 42-15,0 0 13 16,0 0-18-16,-79 76-26 0,68-55-4 16,5-1-6-16,5-5-1 15,1-4-35-15,3-9-117 16,12-2-254-16</inkml:trace>
  <inkml:trace contextRef="#ctx0" brushRef="#br0" timeOffset="72833.649">20585 16833 802 0,'0'0'117'0,"0"0"-39"0,0 0 13 15,0 0-53 1,0 0-31-16,0 0 37 0,-5 53 7 15,5-27-11-15,5 1-15 16,1 1-3-16,-3-5 7 16,2-1-9-16,-3-1-11 15,1-9 2-15,-2-1-3 16,1-5-7-16,-1-6 0 16,-1 0 5-16,0 0 13 15,0-8 7-15,-1-12-23 16,-13-5-2-16,-1 0 6 15,-3-5-7-15,-2 0 0 16,6-3-5-16,-2-1 2 16,3 1-8-16,6 3 4 0,6 2 4 15,1 6-2-15,0 2-4 16,7 8-2-16,7 2 2 16,0 5-2-16,0 5 0 15,-2 0-4-15,1 2 8 16,-2 15 1-16,-5 3-1 15,2 4-6-15,-5-1 13 16,-3 0 0-16,2-4 2 16,-1-2-5-16,3-5 6 15,-1-2-6-15,3-3 4 16,1-3-1-16,2 0 3 16,3-2-1-16,4 0 4 15,1 1-5-15,-4 0-1 0,-1 5 3 16,-6 0-3-16,-4 3-5 15,-2 2-1-15,0 2 6 16,-14-1 6-16,-2 1 4 16,2-1 0-16,5-2-10 15,5-2-1-15,4-4-4 16,0-5-63-16,19-1-203 16,13-4-73-16</inkml:trace>
  <inkml:trace contextRef="#ctx0" brushRef="#br0" timeOffset="73021.538">20971 16992 801 0,'0'0'47'0,"0"0"-31"16,0 0 35-16,0 0 38 15,-60 78-45-15,54-58-25 16,1-4-19-16,5 1-7 15,0-12-23-15,8-5-155 16,11-2-226-16</inkml:trace>
  <inkml:trace contextRef="#ctx0" brushRef="#br0" timeOffset="73349.09">21233 16696 747 0,'0'0'71'16,"0"0"9"-16,0 0 17 16,0 0-12-16,0 0-23 15,0 0 2-15,-90 40-7 16,77-18-22-16,3 3 2 15,3 0-19-15,7-1 0 16,0-4-6-16,5-3 8 16,10-5-15-16,8-2 1 0,0-7-1 15,7-3-5-15,1 0-12 16,-1 0-110-16,0-6-176 16,-6-4-235-16</inkml:trace>
  <inkml:trace contextRef="#ctx0" brushRef="#br0" timeOffset="73588.5668">21534 16838 874 0,'0'0'78'0,"0"0"-77"15,0 0 0-15,0 0 80 0,0 0 4 16,-28 75-48-16,12-51-14 16,-4-3-13-16,1-1-6 15,1-1-1-15,3-5-3 16,9-6-45-16,6-8-167 16,0 0-282-16</inkml:trace>
  <inkml:trace contextRef="#ctx0" brushRef="#br0" timeOffset="74130.3546">21745 16741 733 0,'0'0'133'15,"0"0"-77"-15,0 0 62 16,0 0 28-16,0 0-86 16,0 0-40-16,16 14 36 15,-12 5-13-15,2 3-11 16,-3 1-13-16,0-1-3 16,0-2-9-16,0-4-5 15,-1-4 4-15,-2-3-5 16,3-7-1-16,-3-2-2 0,0 0 2 15,0 0 3-15,0-14-3 16,0-6-42-16,0-5 31 16,0-3 10-16,-8 0-13 15,2-4-10-15,0 3 2 16,1 2 8-16,3 3-4 16,2 7 10-16,0 1 1 15,0 5 2-15,7 5-4 16,4 1 1-16,4 5-6 15,1 0 9-15,2 0-2 16,0 9 5-16,0 8-5 16,-6 5 4-16,1 5-10 0,-8 1 12 15,-5 2 1-15,0 1 0 16,-11-2 5-16,-7-3 13 16,-4-2-10-16,1-7-6 15,8-4 1-15,4-6-3 16,7-7-25-16,2 0-217 15,2-15-34-15</inkml:trace>
  <inkml:trace contextRef="#ctx0" brushRef="#br0" timeOffset="74358.7455">22052 16673 822 0,'0'0'22'0,"0"0"7"16,0 0 51-16,0 0 24 16,16 98 5-16,-16-70-46 15,0 5-34-15,0-4-8 16,-13-1-6-16,-2 2-10 16,-8-2-5-16,-2-2-5 15,-6-1-198-15,-5-5-312 16</inkml:trace>
  <inkml:trace contextRef="#ctx0" brushRef="#br0" timeOffset="90719.4837">15777 15601 756 0,'0'0'78'16,"0"0"-13"-16,0 0 8 16,0 0 81-16,0 0-82 0,0 0-45 15,0 0-23 1,-18-11-4-16,18 11-2 0,0 8 2 15,0 3 26-15,0 0-11 16,1-5-10-16,1-2 2 16,2-1-3-16,-1-3 5 15,-1 0-8-15,1 0 1 16,0 0 2-16,0 0 9 16,-2-7-12-16,1-1-1 15,-2 1-7-15,0 1 7 16,0 2-1-16,0 2 0 15,0 2-2-15,0 0 3 16,0 0-7-16,0 0-4 16,0 0 2-16,0 0 0 15,0 0-3-15,0 0-1 0,0 0 7 16,0 0 4-16,0 0 3 16,0 0-4-16,0 0 4 15,0 0-1-15,0 0 9 16,0 0 31-16,0 0 9 15,0 0 16-15,0-6-18 16,-3-8-26-16,-3-3-21 16,0-5 9-16,-3-2 0 15,0-5-3-15,0-5-2 16,0-4 0-16,-4-8 1 16,-6-4-4-16,-1-4 1 15,-4-2 7-15,-3-3-4 16,3-1 1-16,-1-3-5 0,-1-2 6 15,3 10-6-15,2 2 2 16,0 8-3-16,1 4 1 16,1 5-5-16,3 2 9 15,2 4-8-15,7 4 4 16,2 2-1-16,1 4 1 16,1 4 3-16,1 6-4 15,-1 3 2-15,3 4-1 16,-1 0-1-16,1 3 7 15,0 0-7-15,-2 0-7 16,2 0 7-16,0 0-7 16,0 0 5-16,-3 0 0 0,3 0 0 15,-1 0-4 1,1 0 6-16,0 0 0 0,0 0 0 16,-1 0-4-16,1 0-5 15,0 0 6-15,-2 0-3 16,-1 2 4-16,-1 7-1 15,-3 2 1-15,1 3 2 16,-1 2 3-16,3 1-3 16,2-3 0-16,2-1-3 15,0-3 2-15,0-3 0 16,3 0 1-16,9-4-1 16,2-3 0-16,3 0 1 15,1-3 1-15,2-11-1 16,-8 1-12-16,-5-1-6 0,-7 1 18 15,-7-1-7-15,-16 1 1 16,-7 2-13-16,0 7 10 16,2 4 9-16,6 0-4 15,4 6-6-15,9 9-22 16,8 4-41-16,1 0-44 16,6-6-83-16,14-4-58 15</inkml:trace>
  <inkml:trace contextRef="#ctx0" brushRef="#br0" timeOffset="91242.9371">15068 14190 719 0,'0'0'90'0,"0"0"-33"16,0 0 20-16,0 0 102 15,0 0-62-15,0 0-84 16,0-7-31-16,0 31 6 16,0 8 48-16,-3 4-19 15,0-1-17-15,2-3-14 16,-2 0-6-16,-2-6 0 0,1-4 4 16,2-5-11-1,-1-5-77-15,-2-8-91 0,-3-4-135 16,-4-1-143-16</inkml:trace>
  <inkml:trace contextRef="#ctx0" brushRef="#br0" timeOffset="91408.8344">14938 14350 753 0,'0'0'102'16,"0"0"-24"-16,0 0 7 16,0 0 23-16,0 0-84 15,0 0-9-15,36 0 33 16,-8 5-21-16,5 2-26 0,5 0 1 15,4 0-2-15,3 0-19 16,-1-4-236-16,-2-3-264 16</inkml:trace>
  <inkml:trace contextRef="#ctx0" brushRef="#br0" timeOffset="92194.8138">15911 15461 439 0,'0'0'120'16,"0"0"-87"-16,0 0 38 15,0 0 11-15,0 0-26 0,0 0-7 16,-49 14-9-16,49-14 16 16,0 0 31-16,0 0-20 15,0 0-37-15,0-12-14 16,19-7-14-16,4-9 19 15,5-5-3-15,5-10 2 16,5-9-3-16,1-9 17 16,2-8-7-16,3-6-9 15,-3-4-8-15,1 1-4 16,-3 7 3-16,2 13 0 16,-2 15-6-16,-3 6 4 15,-1 7-2-15,-8 5 1 16,-4 3 2-16,-3 7-6 0,-2 2-2 15,-3 2 0-15,1 5 0 16,-4 2-1-16,1 0 0 16,-2 4-26-16,-2 0-58 15,-1 0-51-15,1 0-120 16,-6 0-173-16</inkml:trace>
  <inkml:trace contextRef="#ctx0" brushRef="#br0" timeOffset="92682.6299">16849 14216 802 0,'0'0'101'0,"0"0"-95"16,0 0-3-16,0 0 43 16,0 0 110-16,0 0-76 15,47 97-45-15,-31-70 5 16,-4-3-2-16,0 3-9 15,-2-5-19-15,-1-2-8 16,-3-2-1-16,-3-3-1 16,-1-3-3-16,-2-4-95 0,0-4-111 15,-12-4-104 1</inkml:trace>
  <inkml:trace contextRef="#ctx0" brushRef="#br0" timeOffset="92925.0777">16581 14366 597 0,'0'0'147'0,"0"0"-61"16,0 0 29-16,0 0 19 16,0 0-101-16,0 0-25 15,6 17 38-15,10-2 8 16,6 0-13-16,2-3-2 0,0-3-14 15,3-2-22-15,1-2-2 16,-1-4 0-16,5-1-2 16,-2 0-56-16,-5 0-241 15</inkml:trace>
  <inkml:trace contextRef="#ctx0" brushRef="#br0" timeOffset="113649.1545">17489 17313 400 0,'0'0'70'0,"0"0"-1"15,0 0 36-15,0 0-4 16,0 0-38-16,0 0 10 0,-4 3 8 16,4-3 33-16,0 0-30 15,0 0 1-15,-2 0-11 16,2-6-63-16,0-7 10 16,0-6-16-16,0-1 13 15,4-3-15-15,2-4 0 16,2-3 1-16,-1-5-3 15,2-2 0-15,-4-2-1 16,-2 0 0-16,-2 1 3 16,1 6-3-16,-2 4 0 15,1 6 0-15,2 5 0 16,0 4 0-16,-1 7 0 16,1 3 0-16,-3 3-2 15,0 0 0-15,0 0-5 16,1 0 5-16,4 3 1 0,2 13-1 15,1 3-4 1,0 1 4-16,4 7 2 0,-1 0 1 16,1 3 0-16,1 4-1 15,-1-2-2-15,-2-1 2 16,0-2 2-16,-3-1-2 16,-1-6 0-16,2-2-1 15,-1-5 1-15,-3-5 0 16,3-4 1-16,-4-3-1 15,0-3 0-15,-3 0 0 16,1 0 0-16,1-2 10 16,3-15-3-16,0-6-6 0,1-3 0 15,-2-5 0-15,1-5-1 16,1-8 6-16,3 2-6 16,-3 0-1-16,1 5-1 15,3 3-4-15,-1 4-30 16,2 5-28-16,4 6-17 15,-2 4-57-15,-2 3-113 16,2 4-200-16</inkml:trace>
  <inkml:trace contextRef="#ctx0" brushRef="#br0" timeOffset="115087.1511">19777 14379 671 0,'0'0'100'0,"0"0"-69"0,0 0 88 16,0 0-3-16,0 0-18 15,0 0-42-15,18-39-21 16,-9 19-10-16,2-4 1 16,2-2 0-16,2-5-3 15,0-4-14-15,-2-3 5 16,-4-2-8-16,-2 1-6 15,-2-2 3-15,-2 1-3 16,-2 1 6-16,1 1-3 16,-2 4-1-16,3 7 11 15,-1 10-5-15,-1 8 4 16,-1 6-8-16,0 3-7 16,2 0 3-16,0 12-1 15,3 11 0-15,4 5-3 16,1 4 4-16,1 4 0 0,4-2 0 15,-2 1 8-15,2 0-8 16,-1-1 0-16,-1 0 0 16,-4-5 0-16,-3-5 0 15,1-7 0-15,-1-11 0 16,-3-2 0-16,0-4-1 16,-1 0 0-16,5-1 1 15,-1-20 3-15,6-9 3 16,0-6-10-16,-3-2 12 15,0-1-15-15,-8-2 7 16,1 2 0-16,-2 1-1 16,1 5 8-16,0 7-15 0,1 12 5 15,-2 6-29-15,3 8-50 16,2 0-128-16,2 17-66 16,1 5-9-16</inkml:trace>
  <inkml:trace contextRef="#ctx0" brushRef="#br0" timeOffset="116833.5314">20262 14321 142 0,'0'0'552'15,"0"0"-501"-15,0 0-7 16,0 0 24-16,0 0 31 15,0 0-23-15,0 0-74 16,-25 1-1-16,25 17 21 16,0 0 28-16,0 3-11 15,0 1 2-15,2 2-18 16,3-1 0-16,1-2-13 0,-2 0 6 16,-1-4-13-16,2-2 0 15,-4-3 4 1,2-5-5-16,-3-3-2 0,0-4-1 15,0 0 1-15,0 0 10 16,0-2 3-16,0-12-11 16,-1-3 3-16,-7-3-5 15,-2-2 0-15,0-1 1 16,-3-2 0-16,2 0 0 16,2-1-1-16,1 2 1 15,7-1-3-15,1 5 1 16,0 2 1-16,0 2 0 15,9 3-7-15,4 1 7 16,5 4 0-16,0 4-2 16,-2-1 1-16,1 5 0 0,-4 0-1 15,-2 0 1-15,-1 0-3 16,-2 8-1-16,-4 3 5 16,-4 2-1-16,0-1 1 15,0 1-5-15,0-2 5 16,-6-1-2-16,0-3 4 15,1 0-2-15,2-4 0 16,3 0 0-16,0 0-2 16,0 0 1-16,3 0 1 15,10 1 2-15,1 0-2 16,1 0 0-16,0 1 0 16,-4 3 1-16,-4 0 1 15,-4 1-2-15,-3 0-3 16,0 3 3-16,0 0-1 15,-9 0 2-15,-6 2-1 0,5-6 3 16,-1 1-3-16,1-5 3 16,3-1-8-16,4-2 10 15,1-1-10-15,2 0-15 16,0-1-109-16,9-18-239 16</inkml:trace>
  <inkml:trace contextRef="#ctx0" brushRef="#br0" timeOffset="117233.4585">20593 13791 394 0,'0'0'141'0,"0"0"-108"16,0 0 77-16,0 0-30 15,0 0-14-15,0 0 16 16,-96-2-24-16,79 21-8 0,3 3 34 15,1 6-43-15,4 3-4 16,3 1-16-16,3 0 11 16,3-1-18-16,0 1-2 15,0 2-12-15,9-8-1 16,6 2 0-16,6-6 0 16,6-6-19-16,4-7-132 15,0-6-160-15</inkml:trace>
  <inkml:trace contextRef="#ctx0" brushRef="#br0" timeOffset="117757.1098">20742 13930 645 0,'0'0'99'16,"0"0"-51"-16,0 0 14 15,0 0 9-15,0 0 28 16,0 0-48-16,-53-13-26 16,45 18-7-16,2 6 9 15,-3 2 16-15,6 3-17 0,1 3-8 16,2 1 6-16,0 0-9 15,4-1 5-15,9 0-18 16,2-4 2-16,4-3 5 16,0-5-5-16,6-4-2 15,-3-3 1-15,0 0-2 16,-2 0 0-16,-4-10 0 16,-4 0 0-16,-3-2 0 15,-6 1-2-15,-3 1 2 16,0-1 0-16,0 0 3 15,0 1-8-15,0 0 8 16,0 4-4-16,0 2 5 16,-2 0-9-16,1-1 4 15,1 3 0-15,-3-1 6 0,3 1-6 16,0 2-1 0,0 0 1-16,0 0-5 0,0 0-3 15,0 0-67-15,0 0-48 16,0 0-65-16,0 0 36 15,0 0-264-15</inkml:trace>
  <inkml:trace contextRef="#ctx0" brushRef="#br0" timeOffset="119240.3469">20756 13961 558 0,'0'0'86'0,"0"0"16"16,0 0-20-16,0 0 17 15,0 0-28-15,0 0-57 16,-18-3-12-16,18 22 30 16,-2 5 33-16,2 5-10 15,0 5-26-15,0 3 8 16,0-1 0-16,0 0-4 16,2-5-23-16,5-4-4 15,1-5-5-15,-1-3-1 0,0-5 0 16,-2-6 2-16,-2-2-2 15,-2-4-1-15,-1-2 1 16,0 0 15-16,0-2-10 16,0-14-5-16,0-5 0 15,0-4 10-15,-4-1-10 16,-1-4 0-16,-5-3 0 16,1 1 0-16,-1-2-1 15,-2 1 0-15,3 1 1 16,0-2-1-16,2 8 1 15,2-3-1-15,2 2 2 16,3 5-2-16,0 0 1 16,0 3 0-16,0-1 0 0,0 4 0 15,6 2 0 1,3 4-5-16,-2 0 3 0,-1 5 0 16,0 2 1-16,3 3-15 15,-1 0 14-15,4 0-11 16,-1 0 9-16,3 3 4 15,-2 9-1-15,0-2-2 16,0 6 3-16,-2-1 1 16,-1 5-1-16,-3-1-3 15,-3 1 3-15,-1 4 0 16,-2-5 0-16,0 0-2 16,0-2 0-16,-11-1 2 15,-2-3 5-15,2 0-5 0,1-4-9 16,5-1 7-1,1-4 2-15,2-3-1 0,2 1 1 16,0-2-1-16,5 0-30 16,11 0 27-16,4 0-1 15,5 0-8-15,-7 0 3 16,-1 0 0-16,-4 0 9 16,-3 0 1-16,1 2-2 15,-5 9-1-15,-3 2 3 16,-2 2-6-16,-1 2 5 15,0 0 1-15,0 2 3 16,-9 3-3-16,-4-3 0 16,1 1 10-16,0-1 5 15,-3 0-14-15,2-4 14 0,-1-3-13 16,5-4 1-16,2-4-3 16,4-2 1-1,3-2-2-15,0 0-50 0,0-4-131 16,0-16-303-16</inkml:trace>
  <inkml:trace contextRef="#ctx0" brushRef="#br0" timeOffset="119685.6303">21024 13676 581 0,'0'0'92'15,"0"0"-80"-15,0 0 27 16,0 0 17-16,0 0 11 16,0 0-7-16,70 71-10 0,-55-39-11 15,-3-1 19-15,0 1-12 16,-3 1-7-16,-1-2-12 16,-5 4-2-16,4-4 3 15,-7 1-6-15,0 0-7 16,0 1-14-16,0-1 12 15,-10 1-11-15,-4-1-3 16,-2-3 2-16,-1-3-2 16,-3-2 0-16,-1-1-75 15,1-4-154-15,-5-5-120 16</inkml:trace>
  <inkml:trace contextRef="#ctx0" brushRef="#br0" timeOffset="121543.9394">21507 13858 753 0,'0'0'93'16,"0"0"-19"-16,0 0-37 15,0 0 51-15,0 0-44 16,0 0-37-16,65-50-7 15,-36 38 0-15,-2 1-2 16,-2 2-7-16,-5 1-133 16,-8 4-69-16,-8 4-335 15</inkml:trace>
  <inkml:trace contextRef="#ctx0" brushRef="#br0" timeOffset="121721.7911">21634 14025 535 0,'0'0'32'0,"0"0"-5"16,0 0 28-16,81-43-10 16,-51 22-38-16,4-2-7 15,-1-6-208-15</inkml:trace>
  <inkml:trace contextRef="#ctx0" brushRef="#br0" timeOffset="122348.4901">22110 13411 495 0,'0'0'153'15,"0"0"-120"-15,0 0-3 16,-94-7 14-16,60 8 5 16,1 10 9-16,7-2-4 0,7 1-23 15,10 0-22-15,3 1-8 16,6 2 4-16,0-1-4 15,0 3 5-15,5 0 15 16,11 0-3-16,6 1 1 16,1 0 14-16,2-1-13 15,-2 0-2-15,-1 2-17 16,-3 4 11-16,-4 1 6 16,-3 5-8-16,-6-1 0 15,-4 3-2-15,-2 0 4 16,0-5-3-16,-13-2 0 15,0-5-3-15,-4-2 0 16,4-6 7-16,1-5-5 0,4-3-4 16,1-1-2-1,3 0 1-15,3 0-3 0,1-5-61 16,0-2-2-16,0 4-58 16,9 3-17-16,1 0 71 15,-3 5 14-15,-2 12 22 16,-2 3 31-16,-3 2 1 15,0 2 5-15,1-4 23 16,3 1 20-16,0-4 23 16,5-2-27-16,0-3-6 15,1-5-21-15,7-2 18 16,2-5-13-16,9 0-12 0,4-7-11 16,3-12-15-1,-2-4-233-15</inkml:trace>
  <inkml:trace contextRef="#ctx0" brushRef="#br0" timeOffset="122721.4952">22423 13426 565 0,'0'0'127'0,"0"0"-70"16,0 0 30-16,0 0 23 16,0 0-36-16,0 0-35 15,0 7-8-15,0 10 45 16,0 6 22-16,-1 2-47 15,-8 3 1-15,-1 2-16 16,0-1-13-16,3-2-4 16,1 1-17-16,0-3 4 15,-1-3-6-15,4-2 0 0,0-4-16 16,-3-6-66 0,-2-5-83-16,-4-5-110 0,-1 0-100 15</inkml:trace>
  <inkml:trace contextRef="#ctx0" brushRef="#br0" timeOffset="122918.9754">22234 13565 701 0,'0'0'102'0,"0"0"33"16,0 0-8-16,0 0-35 16,0 0-83-16,0 0-6 15,33 1 40-15,-7 12-5 16,3 0-24-16,-1 0-9 15,0-1 3-15,-1 0-7 16,-4-1-1-16,2-5-92 0,-7-1-186 16,-1-3-513-16</inkml:trace>
  <inkml:trace contextRef="#ctx0" brushRef="#br0" timeOffset="123141.3919">22638 13600 761 0,'0'0'142'15,"0"0"-142"-15,0 0 0 16,0 0 46-16,0 0 71 0,0 0-62 16,3 94-29-1,-4-64-7-15,-5 0-17 0,0-5-2 16,1-6 0-16,5-7-40 15,0-6-175-15,0-6-277 16</inkml:trace>
  <inkml:trace contextRef="#ctx0" brushRef="#br0" timeOffset="123510.9191">23018 13316 664 0,'0'0'136'0,"0"0"-64"15,0 0-50-15,0 0 27 16,0 0 72-16,0 0-36 16,-20 61-35-16,10-32 19 15,0 3-25-15,1 0-6 16,0-2-7-16,0-2-16 16,2-5-15-16,2-3 2 0,2-8-1 15,2-2-2-15,-1-6-48 16,-2-4-100-16,-6 0-106 15,-1-2-229-15</inkml:trace>
  <inkml:trace contextRef="#ctx0" brushRef="#br0" timeOffset="123727.3431">22781 13426 776 0,'0'0'62'0,"0"0"-62"16,0 0 33-16,0 0 52 16,0 0 23-16,0 0-52 15,59 32-36-15,-41-23-10 0,-1 1-10 16,-2-1 1-16,0-2-1 16,-1-3-15-16,0-4-206 15,2 0-249-15</inkml:trace>
  <inkml:trace contextRef="#ctx0" brushRef="#br0" timeOffset="124552.8562">23218 13145 394 0,'0'0'191'0,"0"0"-173"15,0 0 16-15,0 0 83 16,0 0-60-16,0 0-11 16,0-12-9-16,0 11 2 0,3-2 3 15,5 2 4-15,-2-2 7 16,0 1-9-16,3 0-16 16,1-1-8-16,1 0 6 15,3 1-15-15,-2 2 3 16,-1 0-7-16,1 0-1 15,-3 0-3-15,0 5 3 16,-1 3-5-16,0 1-1 16,-1 3 0-16,-2 0 2 15,0 3 0-15,2-1 6 16,-4 3-8-16,1 0 4 16,-1 1-1-16,-3 2 11 0,0 0-12 15,0 0 20-15,0-1-18 16,0 1 4-16,0-4 21 15,0 4-19-15,0-6 10 16,0 2-15-16,0-2 0 16,4-3-1-16,7 2 10 15,3-4-12-15,-2-2-1 16,1 1 5-16,-1 0-3 16,-4-4-3-16,-1 3 0 15,-4-3-1-15,-3 0-2 16,0 0 3-16,0 3 0 15,0-3-6-15,0 5 6 16,-7-2 0-16,1 2-2 0,1-2 5 16,3 0 0-1,2-1-3-15,0 2 0 0,0-2-3 16,5 2 3-16,7 0 5 16,-5 1-5-16,-1 2-1 15,-3 3-8-15,-3 3 1 16,0 3 6-16,-3 4 2 15,-16 1-7-15,-2 1 7 16,-7 1-2-16,-2-1 0 16,-8 3-2-16,-8 0-45 15,-9-1-321-15</inkml:trace>
  <inkml:trace contextRef="#ctx0" brushRef="#br0" timeOffset="140633.0373">11166 7986 298 0,'0'0'108'16,"0"0"-84"-16,0 0 28 15,0 0-10-15,0 0 16 16,0 0 6-16,0 0-20 16,-7-28-7-16,7 26-6 15,0-4 11-15,-2 3-32 16,2 1 20-16,-1 0 32 0,1 2-25 15,0 0-17-15,-2 0 18 16,2 0-29-16,0 0-9 16,0 0-1-16,0 0-6 15,0 0 6-15,5 6 1 16,7-1 1-16,4-2 9 16,2 0 6-16,1-2-2 15,4-1-4-15,-3 0 6 16,0 0-11-16,1 0 0 15,-4 0 0-15,0 0-3 16,-4 0 3-16,-5 0-3 16,-3 0 6-16,-4 0-7 15,-1 0-1-15,0 0 0 0,0 0 0 16,0 0 0-16,0 0 0 16,0 0-52-16,0 0-61 15,0 1-59-15,0 9-26 16,0 1-179-16</inkml:trace>
  <inkml:trace contextRef="#ctx0" brushRef="#br0" timeOffset="147855.8367">20416 9053 402 0,'0'0'48'16,"0"0"-46"-16,0 0 28 0,0 0 27 15,0 0-6 1,0 0 26-16,0 0-32 0,22 0 23 16,-16 0-37-16,0 0 9 15,7 0 6-15,-1-4 2 16,6 1-12-16,-1-1-2 15,6 1 10-15,1-4-13 16,3 3-21-16,-3 1 10 16,3-1-19-16,-2 2 8 15,0 2-5-15,-1 0-4 16,-2 0-3-16,3 0 3 16,-3 0-1-16,2 0-46 15,-3 0-135-15,-3 0-191 16</inkml:trace>
  <inkml:trace contextRef="#ctx0" brushRef="#br0" timeOffset="152141.201">3573 15285 761 0,'0'0'147'0,"0"0"-112"0,0 0 9 16,0 0 91-16,0 0-81 15,0 0-31-15,0 0 18 16,11 53 25-16,-3-25-4 16,-2 1-28-16,0 0-2 15,5 0-12-15,-3-2-4 16,-2-3 6-16,-1 0-12 16,2-7-3-16,-5-3-6 0,2-3 1 15,-4-4-2-15,3-2-2 16,-3-4-51-16,5-1-60 15,-2 0-95-15,0-6-178 16</inkml:trace>
  <inkml:trace contextRef="#ctx0" brushRef="#br0" timeOffset="153636.1327">4004 15400 879 0,'0'0'64'0,"0"0"-51"16,0 0 9-16,0 0 134 15,0 0-59-15,0 0-39 16,16-12-17-16,-1-4 11 15,0-2-36-15,-3-4-1 16,-2-5-13-16,-5 1-1 16,-4-3 0-16,-1-1-1 15,0 2 1-15,-13 2-1 16,-1 5 1-16,-2 5-1 16,1 4-1-16,6 7-5 15,0 1 1-15,5 4 5 0,-1 0-18 16,2 7 15-16,-1 10-1 15,4 6 4-15,0 5-6 16,0 5 14-16,4 3-6 16,8 3-1-16,2 2 7 15,1-4-3-15,-1-1 2 16,-3-5-1-16,4-4-3 16,-8-6 5-16,1-5-8 15,-5-5 2-15,0-6-2 16,-2-3 1-16,-1-2-1 15,0 0 5-15,0-3 10 16,0-11-9-16,0-7 2 16,-1-1-8-16,1-3-9 15,0 3 2-15,0 0-12 16,3 5 1-16,7 3-10 16,4 5 23-16,-3 2-10 0,1 5 13 15,-1 2-2-15,3 0 0 16,0 0 3-16,1 4-2 15,3 7-7-15,1 0 10 16,-2 0 1-16,4-1 18 16,-2 0-1-16,3-3-14 15,-2-4 7-15,1-3 5 16,-1 0-8-16,2-2-7 16,-2-12 2-16,1-5-3 15,-3-3 1-15,-4 1-1 16,-4 0-4-16,-2 7-5 0,-7 3 5 15,-1 7 4-15,0 1-2 16,0 3-3-16,-9 0-22 16,-5 19 26-16,-2 4 1 15,0 3 3-15,8-1 2 16,5 0-3-16,3-6-2 16,0-3 0-16,11-4 0 15,11-8 1-15,5-4 2 16,4 0 7-16,1-15-7 15,-1-6-3-15,-8-2-24 16,-7-1-16-16,-4 3-14 16,-12 2 26-16,0 2 23 15,-2 3 0-15,-17 3 4 0,-3 6-19 16,-1 4 1 0,1 1 15-16,2 0 1 0,5 5-6 15,4 4 9-15,5 2 0 16,4-2 0-16,2 2-5 15,0-3 0-15,12-3 5 16,6-3 1-16,3-2 3 16,2 0-4-16,-1-4 0 15,0-10-14-15,-3-3 0 16,-2-3-2-16,-4-5 16 16,-7 0 0-16,-3-3 5 15,-3 2-5-15,0 2-4 0,0-1 4 16,-6 6 30-1,-4 5 31-15,1 4-31 0,4 6 1 16,1 4 4-16,2 0-5 16,-1 0-30-16,3 18-3 15,0 8 3-15,0 5 4 16,0-1 2-16,11 5-5 16,1-3-1-16,1-1 0 15,-2-2 3-15,3-7-2 16,-5-6 2-16,-2-7-3 15,-2-4 1-15,-3-2-1 16,-2-3 0-16,0 0 19 16,0-16 0-16,-2-9-19 15,-8-9 1-15,-5-2 1 16,-3-6-2-16,2-1-2 0,-1-4-2 16,1-1 4-16,7 1-3 15,3 5-3-15,4 6 1 16,2 8 0-16,0 7 3 15,6 7 2-15,5 7-3 16,4 6-2-16,0 1 5 16,4 0-10-16,2 13 5 15,-2 7 3-15,-4 7-3 16,-4 5 2-16,-7-2 3 16,-4 3 1-16,0-2 0 15,-6-1 9-15,-13-1-5 16,3 0-1-16,-5-3-8 0,-1-4-125 15,-6-3-348-15</inkml:trace>
  <inkml:trace contextRef="#ctx0" brushRef="#br0" timeOffset="155624.8411">15523 16544 469 0,'0'0'154'0,"0"0"-78"16,0 0 5-16,0 0-2 16,0 0-6-16,0 0 16 15,0 0-14-15,-43-7-33 16,34 7-4-16,1 0 11 15,-1 0-8-15,-1 0-21 16,1 5-11-16,2 5 12 16,-1 3-6-16,7 0 4 15,-1 0-10-15,2 0-8 16,0-2 4-16,0-2-1 16,14-2 3-16,1-2-7 15,4-5 4-15,0 0 6 16,-2 0-1-16,-1-7-9 15,-7-4 1-15,-6-1 0 16,-3 1-1-16,0-3 0 0,-9 3-5 16,-10 2 4-16,-2 2-5 15,0 2 6-15,-1 5-4 16,4 0 5-16,6 0-8 16,3 0 7-16,6 5-2 15,3 3 1-15,0 3-54 16,9-3-103-16,10-2-216 15</inkml:trace>
  <inkml:trace contextRef="#ctx0" brushRef="#br0" timeOffset="158742.8993">15416 16534 488 0,'0'0'68'0,"0"0"-20"16,0 0 79-16,0 0-57 15,0 0-10-15,0 0-19 16,0 0 3-16,-23-28 7 16,16 16 26-16,1-1-32 0,-5-3-7 15,-2-1-24 1,-5-6 19-16,-6-3-15 15,-4-3-6-15,0-2 19 0,-1 2-9 16,3-4-19 0,3-1 18-16,1-3-11 0,2-2-6 15,2-5-3-15,4-3 3 16,1 0-2-16,3-1-1 16,3 4 1-16,2 6-2 15,2 4 0-15,2 2-3 16,1 4 3-16,0 5 3 15,0-1-3-15,9 2 0 16,7 1-1-16,-1 1 1 16,6 1 0-16,3 1 0 15,0 0 0-15,1 4-4 0,-1 0 4 16,-3 3 3 0,-5 3-3-16,0 1 0 0,-4 0-10 15,0 1 10-15,0 2 0 16,0-3 0-16,2 1 0 15,4 0-1-15,-1-1 1 16,3-2 4-16,-2 3 0 16,0-2-4-16,-3 4-4 15,-2 1 4-15,-4 2-4 16,-1 1 4-16,0 0-1 16,-2 0 1-16,0 0 7 15,2 0-7-15,-1 0-5 16,3 0 4-16,0 0 1 15,3 0 4-15,-1 0-1 0,-3 0-3 16,1 0 2-16,-2 0-2 16,-2 0 1-16,-2 0-1 15,1 3 0-15,-2-2 0 16,1 2 1-16,-1-2 2 16,0 1-3-16,-3-1 0 15,0-1 0-15,0 1 0 16,0-1 0-16,0 0 2 15,0 0 0-15,0 0-2 16,0 0 4-16,0 0-1 16,0 0-3-16,0 0 0 15,0 0 0-15,0 0 9 16,0 0-9-16,0 0 0 0,0 0-5 16,-6 4-39-1,-4 1-87-15,2-5-100 0,-1 0 1 16,1 0-312-16</inkml:trace>
  <inkml:trace contextRef="#ctx0" brushRef="#br0" timeOffset="159116.8354">15395 15397 427 0,'0'0'167'0,"0"0"-76"16,0 0-69 0,0 0 50-16,0 0-4 0,0 0-33 15,33-17-9-15,-11 12 5 16,1 2-1-16,-3 3-2 16,-2 0 2-16,0 0 9 15,-2 0-33-15,-2 6 13 16,-2 5-8-16,0 5 20 15,-4 3-24-15,-1 1 21 16,-6 1-1-16,-1 1 2 16,0 3 6-16,-9-1-21 15,-10-1-3-15,-2 1-7 0,-1-4 4 16,1-3-7-16,4-3-2 16,3 0 0-16,3-3-15 15,2 0-150-15,0-7-164 16</inkml:trace>
  <inkml:trace contextRef="#ctx0" brushRef="#br0" timeOffset="165986.8305">15647 15433 180 0,'0'0'254'0,"0"0"-220"16,0 0-8-16,0 0 35 15,0 0-10-15,0 0 5 16,0 0-6-16,0 0-17 15,0 0 5-15,0 0-8 16,0 0 13-16,0 0-13 16,0 0 1-16,-2 0-13 15,1 0-6-15,-2 0-2 16,-3 0 2-16,-3 0-3 16,-1 0-8-16,-1 0 12 15,-4 0 20-15,2 0-17 16,-5 0 12-16,0 0 3 15,-2 0-13-15,0-4 2 0,-2-1-8 16,2-2 9 0,1 2-1-16,-1 0-11 0,4-2-1 15,0-1 0-15,-3 2 0 16,3-5-4-16,3 2 6 16,-4-3 4-16,4-1-9 15,-2-1-1-15,3-1 2 16,-3-2 1-16,3 1 0 15,-1-1-6-15,-1 0 2 16,1-1 3-16,0 1-4 16,2-1 7-16,-1-2-4 15,0 1 0-15,2-5 2 0,-2 3-3 16,4 0 1-16,1 2-5 16,1 0 0-16,1-1 0 15,1 0 0-15,1 1 1 16,2 0 0-16,1-2 4 15,0 0-2-15,0 3-3 16,0-1 0-16,0 2 0 16,3 3 5-16,1-1 2 15,2-1-8-15,1 2 3 16,0-2 6-16,6 3-8 16,-5-1 1-16,1 2-1 15,-1 2 2-15,-1 0 2 16,-1 3 1-16,-1 0-3 15,-2 2 5-15,0 1 0 16,-1-1-4-16,-1 0 3 0,-1 2-1 16,2-1 1-16,-1-2-5 15,2 0 5-15,0 1-5 16,1 0 0-16,-2 1-1 16,1 0 1-16,1 0-1 15,-1-1 0-15,2 2 0 16,-1 2 0-16,-3 0-1 15,-1 1 0-15,0 0 1 16,0 0 0-16,0 0 0 16,0 0-2-16,0 0-1 15,0 0-6-15,0 0 1 16,-1 0-27-16,-8 1-19 0,-1 6-24 16,-2-2-43-1,2-4-65-15,-3-1-7 0,3 0-231 16</inkml:trace>
  <inkml:trace contextRef="#ctx0" brushRef="#br0" timeOffset="166432.6474">15044 14611 520 0,'0'0'40'0,"0"0"-23"15,0 0 64-15,0 0 28 16,0 0-92-16,0 0-9 15,25 0 0-15,-11 0 20 16,-1 0-4-16,0 0 1 16,6 0-6-16,-3 0 3 15,4 0 0-15,-4 1-2 0,2 5-1 16,-3 2 8-16,-2 3 7 16,-1 0-4-16,-1 3-12 15,-4 3-4-15,-4-3-3 16,-3 5-4-16,0-1 0 15,0 2-6-15,-4 1 3 16,-2 1-4-16,1-1-2 16,5-1-112-16,0-1-113 15,0-8-222-15</inkml:trace>
  <inkml:trace contextRef="#ctx0" brushRef="#br0" timeOffset="173232.5878">3801 16007 305 0,'0'0'52'0,"0"0"5"16,0 0-9-16,0 0 17 15,0 0-13-15,0 0-2 16,0 0 2-16,0 0 1 16,-35 0 0-16,31 0 21 15,1 0 4-15,-1 0-9 0,4 0 23 16,0 0-46-16,0 0-23 16,0 0-8-16,0 0-15 15,20-5 5-15,13-8-4 16,8-3 2-16,3 1 14 15,-2 2-16-15,0 2-1 16,-3 2 0-16,4-2 10 16,-4 1-10-16,-1 0-8 15,-7 2 8-15,-5 2 0 16,-6 3 0-16,-6 1 0 16,-4 1-2-16,0 1-89 15,2 0-78-15,-9-2-67 16</inkml:trace>
  <inkml:trace contextRef="#ctx0" brushRef="#br0" timeOffset="176855.5655">14415 16019 594 0,'0'0'147'0,"0"0"-131"0,0 0 63 16,0 0-6-16,0 0 65 15,0 0-54-15,0 0-55 16,-15-12-26-16,15 12 2 15,0 0-5-15,0 0 0 16,0 0-5-16,0 0 2 16,0 0-5-16,0 0 8 15,0 3 0-15,0-1 0 16,0-2 0-16,0 0-1 0,0 3-62 16,0-3-79-1,3 0-35-15,-2 0-138 0</inkml:trace>
  <inkml:trace contextRef="#ctx0" brushRef="#br0" timeOffset="178033.6629">16661 14520 630 0,'0'0'82'16,"0"0"-26"-16,0 0 47 0,0 0-23 15,0 0 55 1,0 0-43-16,-43-25-29 0,40 25-33 16,1 0-1-16,-1 0-15 15,2 7-1-15,-3 3-5 16,4 0 13-16,0 0-2 16,0-2-12-16,4-3-3 15,5 0-4-15,0-4 8 16,4-1 1-16,-1 0-6 15,-1-1 3-15,-1-12 0 16,-4 1 3-16,-6-1-9 16,0 1 0-16,0 1-1 15,-15 2 0-15,-3 7-4 16,-3 2 5-16,1 0 0 16,3 0 2-16,2 5-1 0,5 2-1 15,2-2 0-15,8 2-5 16,0-2-5-16,0 0 9 15,0 2-19-15,9-4-74 16,8-3-106-16,-3 0-197 16</inkml:trace>
  <inkml:trace contextRef="#ctx0" brushRef="#br0" timeOffset="178177.2792">16661 14520 767 0</inkml:trace>
  <inkml:trace contextRef="#ctx0" brushRef="#br0" timeOffset="178898.2282">16661 14520 767 0,'-79'34'58'0,"79"-34"-13"0,0 0 47 0,0 0 57 0,0 0-90 15,0 0-29-15,0-4-14 16,0-3 25-16,0-3-6 15,0-4-5-15,0-3 22 16,0-5-29-16,0-3-3 16,0-5-3-16,2-6-2 15,-1-6 0-15,1-3-11 16,-1-2 9-16,1-4-5 0,-2-2-1 16,0 2-2-1,0 1-2-15,0 0 3 0,0 1 3 16,0 3-7-16,0 0 3 15,0 3 3-15,0 6-6 16,-2 6 3-16,-1 7 0 16,-1 7-4-16,-4 6 17 15,5 2-6-15,0 4-9 16,0 2-1-16,3 0-2 16,-1 3 1-16,1-1 1 15,0 1-2-15,0 0 0 16,0 0-1-16,0 0 0 15,0 0 0-15,0 0-19 16,0 0-13-16,0 0-20 0,0 1-20 16,0 12 12-16,0-1-16 15,0 1-56-15,1 2 4 16,2-6-35-16,2 0 34 16,0-6-60-16,-1-3 10 15,-3 0-3-15,1 0 118 16,-1 0-26-16,2-3 91 15,-1-6 128-15,-2 1 128 16,0 5-133-16,0 0-35 16,0 3 54-16,0 0-90 15,0 0-11-15,0 0-17 16,0 3-18-16,0 13 9 16,-5 0 69-16,1 4-41 15,4-3 6-15,0-5-21 16,0-4-8-16,0-4 9 0,0-4-25 15,4 0 15-15,4 0 1 16,1-15 13-16,1-5-3 16,-3-3-29-16,-4 4-1 15,-3 2 3-15,0 2-2 16,0 5-1-16,-1 2-3 16,-5 4 3-16,-4 2 0 15,5 2 0-15,-1 0-7 16,0 0-1-16,3 7-31 15,3 0-61-15,0 1-42 0,0-1-69 16,0-7-220-16</inkml:trace>
  <inkml:trace contextRef="#ctx0" brushRef="#br0" timeOffset="179338.5239">16564 13687 351 0,'0'0'370'0,"0"0"-357"0,0 0-10 16,0 0 57-1,0 0 27-15,0 0-63 0,-4 2 15 16,4 6 39-16,0-1-34 15,0-4-15-15,0-3-7 16,0 0-7-16,0 0 5 16,0 0-5-16,0 0 8 15,0 0 29-15,0-10-51 16,0 0 4-16,0 2-1 16,0 2-4-16,-8 4 2 15,-3 2 0-15,-3 0-2 16,-1 0 0-16,5 0 7 15,1 2 1-15,6 1 2 16,3-2-10-16,0-1-6 0,0 0 2 16,0 2 3-16,3-2 1 15,7 1-8-15,6-1-68 16,0 0-65-16,0 0-101 16,-4-5-143-16</inkml:trace>
  <inkml:trace contextRef="#ctx0" brushRef="#br0" timeOffset="180265.0567">16926 14310 529 0,'0'0'332'0,"0"0"-310"15,0 0 52-15,0 0 36 16,0 0-55-16,0 0-46 15,0 0-8-15,-5 18 10 16,5 4 60-16,0 2-23 16,0 2-7-16,0 2-11 15,-5-1 4-15,-1 1-14 16,-2-5-9-16,-2 0 0 16,1-4-7-16,-1-4 0 0,3-3 4 15,2-5-8-15,2-2-20 16,0-5-42-16,-3 0-12 15,-3-12-148-15,-1-8-325 16</inkml:trace>
  <inkml:trace contextRef="#ctx0" brushRef="#br0" timeOffset="180558.2877">16661 14411 586 0,'0'0'172'0,"0"0"-102"16,0 0 38 0,0 0 54-16,0 0-92 0,0 0-69 15,12-1-1-15,13 1 34 16,8 4 35-16,2 2-36 16,-1-1 3-16,-1 3-19 15,-2 0 5-15,-3-1-5 16,-3 0-14-16,-6-1-1 15,2-1-4-15,-7-1 5 16,-3-1-3-16,-4-1 0 16,0-1-35-16,1-1-98 15,-5 0-134-15,-3 0-406 16</inkml:trace>
  <inkml:trace contextRef="#ctx0" brushRef="#br0" timeOffset="181330.3108">16785 13483 629 0,'0'0'142'0,"0"0"-4"16,0 0-119-16,0 0 154 16,0 0-65-16,0 0-60 15,10-36-26-15,10 28-13 16,4 2 17-16,1 1-1 15,0 2-14-15,-2 3-3 0,-5 0-8 16,-4 1 4-16,-4 12-4 16,-7 3-12-16,-3 5 12 15,0 1 8-15,-16 2 13 16,-3-1 0-16,2-3-5 16,3-3 5-16,8-3-8 15,6-1-6-15,0-4 3 16,6-1-6-16,13-1-3 15,7-6 10-15,9-1-5 16,3 0 3-16,0 0-6 16,-2-5-2-16,-4-3-2 15,-8 2-13-15,-5 3-49 16,-7 3-41-16,-8 0-110 16,-4 0-156-16</inkml:trace>
  <inkml:trace contextRef="#ctx0" brushRef="#br0" timeOffset="182505.0722">16558 14509 356 0,'0'0'315'0,"0"0"-209"16,0 0 14-16,0 0-9 16,0 0-29-16,0 0 30 15,-10-4-35-15,6-4-58 16,-2 1 3-16,1-3 23 16,-3 0-41-16,1-3 14 15,-8-3-5-15,-3-5 3 16,-3-3-7-16,-8-3 13 15,-3-5-17-15,-1-1 7 16,-1-1-12-16,1 3 1 0,4 4 3 16,1 0 8-16,3 2-10 15,-2 2 1-15,1-1 6 16,-1 2-3-16,-2 1-2 16,0 1 1-16,2-2 0 15,-1 0-2-15,0 0-2 16,0 2-1-16,-2-3 0 15,3 6 5-15,7 1-4 16,7 5 3-16,6 6-4 16,4 2 1-16,2 2-2 15,1-1 1-15,0 2 0 16,0 0-4-16,0 0-1 16,0 0-2-16,0 0-22 15,10 0-15-15,7 6-6 0,5 2-47 16,1 0-105-16,-1-5-134 15</inkml:trace>
  <inkml:trace contextRef="#ctx0" brushRef="#br0" timeOffset="183157.6974">15885 13864 687 0,'0'0'159'0,"0"0"-103"15,0 0-33-15,0 0-8 16,0 0 17-16,0 0 33 16,-4 47-21-16,5-36-12 15,6-3-22-15,-4-2 10 16,3-4-3-16,-3-2-8 15,-2 0 2-15,2 0 9 16,1-8 7-16,-2-6-20 0,-2-2-3 16,0-1-2-16,0 5 4 15,-3 2-5-15,-7 4 0 16,2 5 5-16,-1 1-5 16,-3 0-1-16,2 0-1 15,1 10 0-15,-2 1-4 16,4-1 2-16,2 1 3 15,2 2-8-15,3 0-81 16,0-2-120-16,0-3-167 16</inkml:trace>
  <inkml:trace contextRef="#ctx0" brushRef="#br0" timeOffset="184249.4152">15338 13579 80 0,'0'0'167'15,"0"0"-108"-15,0 0 23 16,0 0 3-16,0 0 17 0,-86 28 30 16,73-26-72-16,8 1 1 15,-1-3 18-15,4 0-13 16,1 0 52-16,1 0-45 15,0 0-25-15,3 0 8 16,18-9-36-16,10-9-3 16,8 1 10-16,1 0-13 15,2 3-11-15,-6 6-3 16,-4 7-1-16,-6 1 0 16,-6 0-3-16,-7 14-11 15,-10 6 13-15,-3 1 2 16,0 5 1-16,-16 2 3 15,-4-2 4-15,-1 1-1 0,4-3 5 16,7-3-7 0,6-2-4-16,4-5 3 0,0-3 0 15,6-7-3-15,13-2 1 16,9-2-2-16,5 0 8 16,5-14 0-16,1-3-8 15,-3-2-82-15,-4 0-83 16,-9 0-176-16,-9 4-357 15</inkml:trace>
  <inkml:trace contextRef="#ctx0" brushRef="#br0" timeOffset="184539.3671">15719 13588 712 0,'0'0'83'16,"0"0"-82"-16,0 0 55 15,0 0 18-15,0 0-61 16,0 0 0-16,79-30 5 16,-72 38-18-16,-2 6 0 15,-5 2 34-15,0 0 19 16,-5 5-3-16,-9-3 21 16,0-1-23-16,2-1-8 15,4-7-18-15,4-1-15 16,4-3-4-16,0-2-3 15,4-2 2-15,13-1 5 16,10 0-7-16,4 0-8 0,6 0-106 16,-5 0-175-16</inkml:trace>
  <inkml:trace contextRef="#ctx0" brushRef="#br0" timeOffset="187865.2304">3841 16508 697 0,'0'0'106'0,"0"0"-39"15,0 0 2-15,0 0 43 16,0 0 19-16,0 0-36 16,0 0-16-16,0 0-45 15,-70-70-19-15,70 58-1 0,0 2-1 16,7-2-5-16,11 0-6 16,1 5 4-16,7 0-4 15,2 6-2-15,1 1 1 16,-1 0-2-16,-3 15-1 15,-8 5-1-15,-4 6-7 16,-8 3 7-16,-5 5-3 16,-3 0 6-16,-18 1 0 15,-1-5 9-15,0-6-8 16,3-7-1-16,5-7-1 16,6-7-8-16,5-3-21 15,3 0 29-15,0 0-2 16,0 0-15-16,0 0 13 15,0-3 0-15,15 0 1 16,3 0 3-16,1 3 1 0,9 0 0 16,1 0 1-16,2 0 9 15,1 8-9-15,3-3 11 16,0-2-12-16,2-3 0 16,3 0-2-16,3-8-56 15,-2-13-260-15,-3-4-534 16</inkml:trace>
  <inkml:trace contextRef="#ctx0" brushRef="#br0" timeOffset="189216.0772">4436 16445 905 0,'0'0'41'16,"0"0"-31"-16,0 0 89 15,0 0 84-15,0 0-80 16,0 0-91-16,21-78-10 15,-8 48-1-15,-5 1 3 0,-5 1 5 16,-3 2-6-16,0-1-2 16,0 6 6-16,-9 6-5 15,-3 3-1-15,3 3 2 16,2 4 8-16,1 5-11 16,4 0 0-16,2 0-5 15,0 12-3-15,0 10 7 16,0 5 1-16,0 6 3 15,6 1 4-15,5 2-1 16,-2-2-1-16,2-3 2 16,-3-6 1-16,0-3-6 15,-1-8 6-15,-3-7-6 0,-1-2-1 16,0-5 0 0,-1 0 6-16,2-5 3 0,4-18-8 15,4-5-2-15,3-1-20 16,1 5-8-16,-1 7 4 15,-2 9 13-15,-4 5 6 16,2 3-5-16,-1 0 4 16,4 0 2-16,-1 6 2 15,2 2 2-15,4-3 0 16,-1-2 0-16,3-3 1 16,0 0-1-16,-4-2 0 15,0-7 4-15,-6-2-4 16,-5 5 1-16,-3-1-1 15,-3 5-7-15,0 2 1 16,0 0-20-16,-8 2-1 0,-2 13 18 16,1 0 9-16,3 1 6 15,6-1-3-15,0-2 4 16,0-2 5-16,12-7-10 16,4-2 2-16,4-2 11 15,0-2-5-15,-3-12-4 16,-1-3-3-16,-7-2-3 15,-6 0-15-15,-3 2-30 16,0 0-23-16,-3 4 13 16,-10 3-32-16,-5 4 0 15,0 5 77-15,2 1-3 0,2 0 13 16,7 6-10-16,2 3 9 16,5 1-1-16,0-1-5 15,0-3 7-15,6-2 0 16,9-4 1-16,1 0 5 15,2 0-2-15,1-12-4 16,-3-5 6-16,-1-2-5 16,-5-3 12-16,-1 0-13 15,-3-1 0-15,-6 2 3 16,0 2 3-16,0 5 7 16,0 2 37-16,-3 5 18 15,-1 1-18-15,2 3-4 16,1 3 15-16,1 0-61 15,0 13 4-15,0 9-4 0,0 7 13 16,0-2 0-16,7 2-5 16,4 0-3-16,-1-4 0 15,2-3 9-15,-4-5-11 16,0-4 2-16,-3-6-5 16,-2-4 3-16,-2-3 4 15,-1 0 5-15,0-11 12 16,0-14-17-16,-9-5-7 15,-4-6 0-15,-2 0-1 16,2-5-5-16,-2-5-7 16,3 2 3-16,4 2 5 15,4 6 1-15,4 8 4 0,0 10 0 16,0 10 0 0,0 7-6-16,6 1 5 0,7 0-1 15,4 12-5-15,2 8 1 16,3 6-5-16,-4 3 11 15,-3 0 0-15,-3 2 5 16,-6-1 19-16,-4-1-3 16,-2-2 1-16,0-3-3 15,-6 0-8-15,-6-5-7 16,-2 1-4-16,1-1-8 16,-5-4-110-16,0-3-320 15</inkml:trace>
  <inkml:trace contextRef="#ctx0" brushRef="#br0" timeOffset="204682.2343">4135 17060 555 0,'0'0'94'0,"0"0"-71"0,0 0 36 15,0 0 38-15,0 0-18 16,0 0-22-16,0 0-44 16,-7 0 4-16,11 0-13 15,14-7 3-15,7-6 2 16,10-3 5-16,5-4 8 16,6-1 6-16,5-1-16 15,-2-2-1-15,3 3-11 16,-2-1 3-16,0 0-3 15,-4 5-1-15,-4 3 0 16,-6 1-1-16,-3 5-9 16,-8 3-57-16,-4 1-46 15,-6 4-46-15,-8 0-72 0</inkml:trace>
  <inkml:trace contextRef="#ctx0" brushRef="#br0" timeOffset="205008.3625">4359 17116 750 0,'0'0'51'16,"0"0"-47"-16,0 0 8 15,91-68 70-15,-57 42-23 16,5 2-3-16,4 3-44 16,2 0 1-16,2 1-13 15,0 1-4-15,-1 0-2 16,-4 4-54-16,-5 1-92 15,-7-3-144-15</inkml:trace>
  <inkml:trace contextRef="#ctx0" brushRef="#br0" timeOffset="235202.2216">9997 9247 684 0,'0'0'61'0,"0"0"-28"16,0 0 16-16,0 0-11 15,0 0 71-15,0 0-27 16,0 0-32-16,-16-22-7 0,16 21-30 16,0 1-8-16,0 0-5 15,1 0-1-15,15 0 1 16,2 0 4-16,5 0 2 15,5 0-4-15,3 0 3 16,4 0-4-16,1 1 4 16,5-1-5-16,1 0 3 15,2 0 15-15,1-4-14 16,3-4 2-16,-6-1-2 16,0 3-1-16,-4-3-2 15,-8 2 6-15,-5 1-6 16,-8 1 2-16,-6 2-1 0,-3 0 1 15,-3 2 0-15,-2-3 7 16,-2 4-8-16,2-3-2 16,0 3 0-16,1-2-2 15,9-1-17-15,2 0-70 16,4-1-133-16,5-4-90 16</inkml:trace>
  <inkml:trace contextRef="#ctx0" brushRef="#br0" timeOffset="237865.9224">20289 9008 432 0,'0'0'315'0,"0"0"-294"15,0 0-8-15,0 0 16 16,0 0 68-16,0 0-34 15,-6-4 14-15,6 4-49 16,0 0-20-16,10 0-7 16,7 0 3-16,8 0 31 15,5 4-20-15,4 2 9 16,5 1 0-16,3-2-11 16,4 1-8-16,0-2-4 15,5-1 5-15,-3-3 0 16,-1 0-2-16,-6 0-4 15,-7-5 3-15,-4-3-1 0,-6 1 1 16,-4-2 0-16,-4-1 0 16,-5 0 2-16,-3-2-3 15,-2 0 0-15,-2 2 1 16,-2 4-3-16,-2 5 4 16,1 1-1-16,-1 0 4 15,0 0 0-15,0 0-7 16,0 0-2-16,-4 7-10 15,-13 7 12-15,-7 2 3 16,-4 0-3-16,-2-6 1 16,-2 3 9-16,-4-2-3 15,-7-2-4-15,-8-1-2 0,-8-3 3 16,-2-1 8-16,-3-4-11 16,4 0 3-16,4 0-4 15,7-11 5-15,7-4-4 16,6 0 3-16,9-2-3 15,8 2 6-15,7 2 3 16,3 4-10-16,6 3 0 16,3 1 2-16,0 2-2 15,0 0-2-15,3 2-1 16,9 1 0-16,2 0 1 16,3 0-3-16,4 0 1 15,-2 12 3-15,4 3-2 16,-1 2-6-16,-1-2 9 15,5 2-3-15,-4-2 3 0,5 1 1 16,1-4-1-16,4-2 0 16,8-3-5-16,3-3 13 15,0-3-8-15,6-1 6 16,-3 0-6-16,2 0 0 16,-1-10-4-16,-3-2-40 15,-3-3-76-15,-8-4-126 16,-8-1-204-16</inkml:trace>
  <inkml:trace contextRef="#ctx0" brushRef="#br0" timeOffset="246466.0548">19506 13514 319 0,'0'0'327'0,"0"0"-247"15,0 0-62-15,0 0-17 0,0 0 45 16,0 0 11 0,0 0-46-16,6-24-8 0,-5 43-3 15,1 4 31-15,-2 6-7 16,0 2-5-16,0 6 8 15,-12 6 0-15,-3 6-4 16,-2 2-2-16,1-1-5 16,1-4 1-16,-1 0-14 15,2 0 6-15,-4 0-7 16,2 1-1-16,0 0 4 16,-3-1-5-16,-3-2 0 15,-2 0 0-15,-1-1 3 0,-2 1 3 16,2-1-4-1,-1-2 7-15,3 0-5 0,2-2-4 16,3-2-2-16,1-1-1 16,2-1 1-16,2 0 4 15,-1-1 1-15,3-5-3 16,0 3 2-16,-1 2-4 16,-3 0 2-16,-4 4 0 15,-3 3 0-15,-8-2-7 16,-3-1 5-16,-6 1 2 15,-3 0 2-15,-7 5 7 16,-2 2-7-16,2-3-2 16,6-1-6-16,3-5 5 15,4-2 2-15,0-2 8 0,0-2-9 16,5-4 0-16,0 1 2 16,2-2-2-16,-1 1 0 15,4-3-1-15,-3 5 0 16,0-2 0-16,5 5-2 15,-1 0 3-15,4 0 3 16,4 2-3-16,2 0 0 16,0 0 1-16,2 0-1 15,-4-2 0-15,-1 0 0 16,-4 0 0-16,-3 0-2 16,-5 4 0-16,-3-1 2 15,-3 3 9-15,0-2-8 16,-4 0-1-16,3-2 0 0,-2-2-2 15,2-5 2-15,-2 0 1 16,2-1-1-16,-2 0-1 16,1-4 1-16,5-1-1 15,1-1 11-15,7 0-12 16,2 1 2-16,3-1 0 16,-1-1-7-16,3 1 14 15,-2 1-12-15,2 0 10 16,-3 2-6-16,1-2 1 15,0 4 0-15,-2-4 0 16,0 1 0-16,-2 3 1 16,1-3-7-16,-1 3 13 0,1 0-13 15,0 0 6-15,1 1 0 16,1 1-1-16,2-3 1 16,2 4 0-16,4-1 0 15,4 6 0-15,3-5-1 16,3 5 1-16,3 2 0 15,0 5 0-15,0-1 2 16,3 10-2-16,7 1 0 16,5 4 0-16,-1 4 0 15,2-2 0-15,0-1 0 16,5 1-5-16,1-6 9 16,1-1-6-16,2-1 2 15,1-4-2-15,7-3-3 0,-1-2 4 16,3 0-4-1,6-7 2-15,4-2 2 0,4-1-1 16,6-4-5-16,10-1 7 16,5-3-3-16,10-4 3 15,7-5-2-15,8-1 2 16,5-7-2-16,3-1-3 16,4 0 5-16,-3-3 7 15,0 0-6-15,-1-7-1 16,2-9 0-16,3-1 1 15,10-2-3-15,3-2 5 16,6-3-3-16,-1-1 0 16,-1 0 4-16,4 4 4 0,-7 1 6 15,-4 4-11-15,-6 0 16 16,0 2-14-16,-2 0 1 16,2-1-2-16,0 1 4 15,1 0 0-15,-2-4-5 16,-1 1 2-16,0-4 4 15,-5 0-7-15,-1 0 0 16,-4-6-1-16,-3 4-1 16,-1-2 8-16,-1 4-6 15,5-5 5-15,-2-4 11 16,4-4-12-16,4-6-5 16,3-5 1-16,5-8-2 15,0 0 0-15,-2-2-3 16,-8 1 3-16,-7 5-2 0,-7 2 6 15,-4 2-4-15,-3 2 1 16,-3-1 0-16,-1-1 3 16,-9-2-3-16,-1-4-2 15,-1-5-1-15,1-8-1 16,5-4-18-16,4-4-7 16,2 0 26-16,3 3-14 15,-2 3-4-15,-2 2 1 16,-8 3 14-16,-8 0 5 15,-4 2 1-15,-7 3 6 16,-1 5-6-16,0 2 10 16,-4 0-2-16,-4-1 0 0,-5-5-9 15,-5-6 6-15,-2-6 0 16,-4-8 2-16,0-5 0 16,-2-9-6-16,-4-3 1 15,-5-2-3-15,1 3 8 16,-3 2 13-16,1 3 1 15,2 9 10-15,-1 5-23 16,1 6-6-16,2 8 2 16,-3 1-2-16,2-2-2 15,5-1 0-15,0-2 1 16,2-2-2-16,-3-2 0 16,0-4 0-16,-5-1-4 15,-1 4 4-15,-4-4-1 16,0 2-8-16,-5-4 0 15,-3-9-6-15,-4-6 3 0,0 0-15 16,0 8 6-16,-10 16-41 16,-4 16 61-16,0 12 1 15,-2 5 0-15,0 7 1 16,-1 4-1-16,-1-1-4 16,-3 3 4-16,0 1-4 15,5 1 4-15,-4-1 0 16,1 2-7-16,1-4 9 15,-6-3-7-15,-1 0 3 16,0-4 0-16,-2-2 3 0,3 0-1 16,0-2 0-1,2-3 0-15,-1 2 0 0,4-1 0 16,-3-2 0-16,-5 8 0 16,1-3 0-1,-3 4 0-15,-9-2-1 0,-7-1 2 16,-5 1-3-16,-7-2-1 15,-3 0-1-15,1 0-2 16,-2 2 5-16,-7 1 0 16,0 6-3-16,3 8 1 15,2 3 0-15,4 6-3 16,3 3 3-16,-4 0 3 16,-4 0 4-16,-3 0-3 0,3 8-1 15,-5 4-1 1,3 2-1-16,-2 3 3 0,-2-2-1 15,3 2 4-15,4-1-4 16,6 1-6-16,5 0 6 16,3 2-3-16,-5-1 3 15,-3 1 0-15,-2 0 2 16,-4 1-2-16,2-2-1 16,1 0-4-16,1-1 9 15,-1 0-4-15,-5-1 12 16,2 1-12-16,-5 0 0 15,-2 1 0-15,5 3 0 16,-2 1 0-16,1 3 0 16,0 0 1-16,5-2-1 15,3-1-1-15,7 0-5 0,4-3 5 16,0 2 1-16,2-1 0 16,-4-1 0-16,-2 0-2 15,1 0 2-15,-2-1 0 16,-2 1 0-16,2-2 0 15,0 2 0-15,-5-1 0 16,2-1 0-16,-2 1 10 16,1-3-10-16,6 0-1 15,3 2 1-15,5-7 2 16,2 1-2-16,7-1-1 16,1-2 0-16,6-4-2 15,3 4 3-15,-1-4 7 16,0 1-7-16,2 2 0 15,-2-2-1-15,-1 1-3 0,-1 3 2 16,-2-1 2-16,0 1-3 16,-2 3 3-16,0-2 0 15,3 1 0-15,1-2 0 16,-1-1 0-16,2 0 0 16,0-3 0-16,0 0 5 15,1-1-4-15,2-1-1 16,1-1-6-16,0-1 6 15,0 3 4-15,2-1-4 16,1 1 0-16,1 2 0 0,1 3-4 16,4-1 4-1,-3 3-2-15,2 2-41 0,-2 1-54 16,-3 4-4-16,-11 2-74 16,-15 0-436-16</inkml:trace>
  <inkml:trace contextRef="#ctx0" brushRef="#br0" timeOffset="249933.1324">8119 17269 589 0,'0'0'48'0,"0"0"-14"16,0 0 52-16,0 0 39 15,0 0-17-15,0 0-53 16,0 0 1-16,-12-71-10 16,25 64-10-16,5 3-2 15,0 4-24-15,3 0 14 16,0 0-9-16,-3 18-3 16,-1 4-3-16,-7 9 0 15,-9 1 2-15,-1 3-6 16,-13 3 3-16,-13-4 1 15,-5-3-7-15,6-5 0 0,1-8-1 16,6-7-1-16,5-6 0 16,5-5 1-16,2 0-2 15,6-7-20-15,0-8-12 16,6 3-4-16,12 0 30 16,3 4 3-16,0 4 1 15,-2 4 3-15,1 0 0 16,0 0 0-16,-1 10 0 15,1 1 5-15,-1-1-1 16,-2-2 0-16,2-4-2 16,1-4-4-16,2 0-15 15,2-11-247-15,1-17-428 0</inkml:trace>
  <inkml:trace contextRef="#ctx0" brushRef="#br0" timeOffset="250817.4147">8613 17274 808 0,'0'0'90'0,"0"0"-73"0,0 0 4 15,25-79 100-15,-19 41-65 16,0-1-50-16,-2 2-4 16,-4 4 7-16,0 3-9 15,-4 6 0-15,-8 3 0 16,-2 9 2-16,4 2 1 15,4 7 20-15,2 2 1 16,4 1-6-16,0 0-18 16,0 7-8-16,0 16 8 0,4 7 4 15,4 8 16-15,2 3 0 16,-2-1 4-16,1-3 2 16,-2-7-13-16,2-6-11 15,-4-9 7-15,-1-6-7 16,-1-6-2-16,0-3 1 15,3-3 18-15,7-17-17 16,4-10-2-16,2-7-13 16,3 6-51-16,-2 1 3 15,-1 7 47-15,0 12 1 16,-5 5 6-16,1 3-1 16,-3 3 6-16,-2 0 2 15,4 0 0-15,1 0 1 16,1 0-1-16,4 0 9 15,0 0 1-15,-5-5-1 0,-3 2-8 16,-6 1-1-16,-3 2 0 16,-3 0-2-16,0 0-7 15,2 8 5-15,-2 9 4 16,2 5-2-16,6-1 5 16,-1-3 21-16,6-2-3 15,0-9-5-15,3-4-1 16,5-3-2-16,-2 0-6 15,0-15-4-15,-2-2-3 16,-9 0-1-16,-4-5-36 0,-4 6-31 16,0 3-5-1,-15 1-17-15,-7 5 44 0,-3 7 46 16,5 0-2-16,1 0 0 16,5 3 1-16,4 9-3 15,1-1 4-15,6-1 6 16,1 0 2-16,2-2-5 15,0-1 5-15,0 2-5 16,9-8 4-16,5 1-2 16,8-2-5-16,5 0 0 15,3-7-42-15,6-6-338 16</inkml:trace>
  <inkml:trace contextRef="#ctx0" brushRef="#br0" timeOffset="251802.5295">20921 12115 811 0,'0'0'96'16,"0"0"-94"-16,0 0 170 16,0 0-50-16,34 81-20 15,-27-51-25-15,3 2-36 16,0 3-15-16,0-1-13 15,0 0-9-15,1-4 5 0,-2-4-9 16,1-2-1 0,1-10-106-16,0-11-232 0,1-3-646 15</inkml:trace>
  <inkml:trace contextRef="#ctx0" brushRef="#br0" timeOffset="252783.2132">21272 12350 964 0,'0'0'49'0,"0"0"-48"16,0 0 2-16,0 0 44 15,0 0 14-15,98-50-46 0,-74 26-13 16,-4-5-1-16,-10 3 0 15,-7-6-1-15,-3 1 5 16,0-1-2-16,-15 3-3 16,-3 0 10-16,1 6 11 15,4 6 24-15,3 7-7 16,8 4-4-16,2 6 5 16,0 0-39-16,0 13 0 15,0 13 0-15,0 8 0 16,2 4 10-16,7 1-6 15,2-3 10-15,-3-1-10 16,0-8 2-16,-2-5-6 16,-2-8 2-16,2-5-1 15,-3-6-1-15,2-3 3 0,8-3 6 16,4-14-3 0,7-10-6-16,-2-4-48 0,-3 5-37 15,0 2 32-15,-5 9 13 16,-1 8 25-16,-3 7 9 15,-2 0 2-15,1 0 4 16,4 2 0-16,1 5 1 16,4-1 0-16,2 0 0 15,2-3-1-15,0-3 3 16,0 0 2-16,-2 0-5 16,-1-6 0-16,-7-2-4 15,-2 0-27-15,-8 3-58 16,-2 2 44-16,0 3 33 0,-8 0-7 15,-6 8 19-15,0 8 32 16,4 1 50-16,7 0-50 16,3-1 4-16,0-2-22 15,1-4-7-15,16-3 5 16,3-6-10-16,6-1 3 16,-2 0-5-16,-3-14-48 15,-3-2-80-15,-7-3-12 16,-8 0 22-16,-3 1-34 15,0 1 90-15,-17 5 62 16,-3 3 10-16,-1 4 52 16,2 5 58-16,5 0-65 0,5 0-25 15,4 2 6-15,5 5-12 16,0-2-13-16,1-1 0 16,15-4-1-16,4 0 6 15,2 0-13-15,2-12-1 16,0-5-2-16,-3-4 2 15,-3-4-2-15,-2-5-2 16,-5-1 2-16,-4-1 2 16,-1 0 3-16,-6 6 7 15,0 8 63-15,0 6 38 16,0 10-37-16,0 2 9 16,-9 24-74-16,3 13 21 15,1 7 14-15,5 3-17 0,0-1-27 16,0 1 0-1,13-4 2-15,3-2-8 0,0-5-215 16,-5-7-724-16</inkml:trace>
  <inkml:trace contextRef="#ctx0" brushRef="#br0" timeOffset="254119.965">9275 16907 812 0,'0'0'34'16,"0"0"20"-16,0 0-48 16,0 0 19-16,0 0 138 0,0 0-91 15,16 83-39 1,-5-58 2-16,-4-1-3 0,-1-6 7 15,0-3-19-15,-5-8-17 16,1-2 2-16,-2-5 17 16,0 0 21-16,0-17 20 15,-12-10-56-15,-1-7-6 16,-2-2-1-16,3-5 0 16,0-2 0-16,3 1 0 15,3 4 3-15,6 1-8 16,0 9 10-16,0 6-7 15,8 7 2-15,3 7-7 16,3 8 5-16,7 0 0 16,-2 10 0-16,5 11 2 0,-3 9 0 15,-9 2 2-15,-9 4-2 16,-3 3 0-16,0 0 0 16,-14-1 0-16,2-6 1 15,4-3-1-15,1-5-87 16,0-7-302-16</inkml:trace>
  <inkml:trace contextRef="#ctx0" brushRef="#br0" timeOffset="257882.6497">6550 14132 822 0,'0'0'97'16,"0"0"-44"-16,0 0 105 0,0 0-42 16,0 0-42-1,0 0-64-15,0 0-8 0,-21 19 1 16,21 5 13-16,0-1 13 15,0 0-12-15,0-3-7 16,9-3-2-16,3-7-5 16,3-6 5-16,0-4-7 15,4 0 7-15,5-3-8 16,-1-13 4-16,5-3-4 16,-3-3 0-16,-7 2-1 15,-3 1 1-15,-9 3 0 16,-2 6-2-16,-4 5 1 0,0 2 1 15,0 3-4 1,0 0 2-16,-13 15-3 0,1 11 5 16,1 3 0-16,10 1 1 15,1-4 0-15,6-4 3 16,15-2 2-16,4-7-4 16,2-3-1-16,6-5-1 15,-3-5 0-15,0 0 0 16,-1 0-63-16,-8-11-152 15,-7-6-208-15</inkml:trace>
  <inkml:trace contextRef="#ctx0" brushRef="#br0" timeOffset="259148.6964">5819 14318 220 0,'0'0'341'0,"0"0"-220"15,0 0-45-15,0 0 40 16,0 0 48-16,0 0-31 16,0 23-26-16,0-23-15 15,3-11-41-15,0-9-39 16,4-3-9-16,1-6 8 15,-1-3-2-15,2-2-6 0,0-4-2 16,-3-1 1 0,-1 3-1-16,-4 7-1 0,1 2 1 15,-2 10-3-15,0 8 4 16,0 4-4-16,1 5 1 16,1 0-3-16,1 12-5 15,0 14 9-15,2 3 0 16,1 1 0-16,2-2 0 15,1-3 1-15,4-5-1 16,-2-5 1-16,-2-7-1 16,-2-5 0-16,1-3 2 15,1 0 2-15,2-13-3 16,3-11 1-16,2-4 4 0,-4-2-6 16,-1-1-5-16,-1 1 4 15,-4 4-5-15,-1 9-50 16,-1 9-41-16,2 8-52 15,0 1-137-15,0 21 28 16,-6 7-230-16</inkml:trace>
  <inkml:trace contextRef="#ctx0" brushRef="#br0" timeOffset="259731.9463">6169 14384 616 0,'0'0'131'0,"0"0"-73"16,0 0 46-16,0 0 33 16,0 0-70-16,0 0-41 15,17-20-1-15,-2 6-5 16,-2 1 2-16,-2 0-20 15,-4-1-1-15,-4 1 3 16,0 0-2-16,-3 1-1 16,0-2-1-16,0 2 11 15,-6 1-11-15,-3 1-8 16,3 4 6-16,2 2 2 16,2 3-2-16,2 1 0 0,0 0-3 15,0 10-8 1,0 9 13-16,0 6 5 0,6-2 6 15,4 2-7-15,-2-1 15 16,-2-3-6-16,-1-3-3 16,-2-6 8-16,-3-5-9 15,0-4 0-15,0-3-3 16,0 0-3-16,0 0 17 16,0-1-9-16,0-11-10 15,1-7-1-15,1 4-28 16,1 1-18-16,1 7 24 15,-1 4 14-15,0 3 2 0,4 0-12 16,1 0 16-16,7 5 2 16,0 4 0-16,4-1-1 15,2-1 1-15,0-2 0 16,3 0 2-16,-2-5-2 16,-4 0-3-16,0 0-161 15,-6-7-126-15</inkml:trace>
  <inkml:trace contextRef="#ctx0" brushRef="#br0" timeOffset="260085.8179">6389 13947 309 0,'0'0'392'16,"0"0"-321"-16,0 0-22 16,0 0 39-16,0 0-18 15,0 0-12-15,-55 28-21 16,44-2 27-16,5 5-20 15,-1 6 9-15,5 3-29 16,2 0 21-16,0-2-28 0,3-4-15 16,15-6 2-16,7-5-1 15,4-3-6-15,5-5-14 16,6-8-111-16,5-5-146 16,-1-2-249-16</inkml:trace>
  <inkml:trace contextRef="#ctx0" brushRef="#br0" timeOffset="260402.0019">6917 13869 575 0,'0'0'89'0,"0"0"-36"16,0 0 14-16,0 0-7 15,89 37 12-15,-65-13-26 16,-3 4 12-16,-3 3-2 16,-2-1-9-16,-4 1-18 15,-2 0-10-15,-5 1-12 16,-2 1-5-16,-3 0-2 15,0 0 0-15,0-4-3 0,0-2-214 16,-8-6-360-16</inkml:trace>
  <inkml:trace contextRef="#ctx0" brushRef="#br0" timeOffset="260889.8449">7393 13909 747 0,'0'0'58'0,"0"0"-28"16,0 0 86-16,0 0 15 16,0 0-70-16,0 0-60 15,19-18 4-15,0 7-1 16,4 0-4-16,0 5-85 15,-3 1-138-15,-2 5-115 16</inkml:trace>
  <inkml:trace contextRef="#ctx0" brushRef="#br0" timeOffset="261049.4224">7530 14090 402 0,'0'0'151'0,"0"0"-2"0,0 0-43 15,83-17 8-15,-51 0-68 16,2 0-34-16,-4 1-12 16,-5 1-20-16,-9 2-180 15</inkml:trace>
  <inkml:trace contextRef="#ctx0" brushRef="#br0" timeOffset="261640.8432">5697 13803 392 0,'0'0'197'16,"0"0"-82"-16,0 0-17 0,0 0-1 16,0 0-45-16,0 0-29 15,-72 80 62-15,48-15-15 16,2 12-18-16,4 6 12 16,6 6-37-16,12 1-11 15,0-1-9-15,22-7-7 16,22-4-8-16,17-10-41 15,15-10-217-15,10-18-323 16</inkml:trace>
  <inkml:trace contextRef="#ctx0" brushRef="#br0" timeOffset="262569.6524">8211 13584 589 0,'0'0'161'0,"0"0"-95"16,0 0 15-16,0 0 72 15,0 0-61-15,0 0-56 16,-89-6-9-16,61 24 6 15,-1 6-6-15,3 4-12 16,6 4 2-16,5 2-15 0,12 6-1 16,3-1 1-16,3-2 6 15,18-1 0-15,4-7-5 16,2-2 5-16,-1-3-3 16,-4-3-4-16,-1-4 0 15,-9 0-1-15,-6-3 0 16,-6-3-2-16,0 0 1 15,0 2 1-15,-15-6-1 16,-6 2 1-16,4-5-21 16,0-1-19-16,3-3-36 15,7 0 35-15,1 1-14 16,6 1 17-16,0 5 16 16,0 1 8-16,0 8 9 15,0 2 5-15,11 6 47 16,2 3 11-16,3-1-11 0,2 1 17 15,3-5-32-15,2-3-7 16,0-6 5-16,4-4-19 16,4-7-5-16,4-2-5 15,2 0-2-15,-3-3-69 16,-7-9-331-16</inkml:trace>
  <inkml:trace contextRef="#ctx0" brushRef="#br0" timeOffset="267049.7336">8641 13704 545 0,'0'0'139'0,"0"0"-71"16,0 0 23-16,0 0 14 15,0 0 7-15,0 0-42 16,0 0-52-16,0 0 5 15,-1 14-3-15,-7 11 37 16,2 4-12-16,-3 4-5 16,2 3-10-16,1-1 0 15,1-2-17-15,-1-3 5 16,0-4-2-16,2-4-10 16,-1-1-4-16,1-6-2 15,2-4 0-15,1-2 1 16,-1-6-1-16,-4-3-2 0,-2 0-39 15,-3 0-99-15,-7-10-112 16,2-7-76-16</inkml:trace>
  <inkml:trace contextRef="#ctx0" brushRef="#br0" timeOffset="267266.2417">8398 13810 574 0,'0'0'153'0,"0"0"-96"16,0 0-2 0,0 0 30-16,0 0-31 0,0 0 22 15,9 5 2-15,4 5-27 16,0 2 12-16,4-2-36 16,1 1-1-16,1-1-20 15,1-2-5-15,-2 1 4 16,1-2-5-16,0-2-5 15,-1-2-149-15,-3-1-276 16</inkml:trace>
  <inkml:trace contextRef="#ctx0" brushRef="#br0" timeOffset="269986.4284">8925 13902 739 0,'0'0'92'0,"0"0"-52"16,0 0 56 0,0 0 65-16,0 0-96 0,0 0-28 15,0 0 2-15,5-6-16 16,-3 6-12-16,-1 8-9 15,4 7 32-15,-2 5-9 16,-2 2-10-16,-1 1-2 16,0 4-7-16,0-5 0 15,0-1-6-15,0-4 0 16,0-2 0-16,-3-5-3 16,2-5-35-16,1-2-50 15,0-2-97-15,0-1-108 16,0 0-385-16</inkml:trace>
  <inkml:trace contextRef="#ctx0" brushRef="#br0" timeOffset="270986.9924">9324 13643 674 0,'0'0'53'15,"0"0"-30"-15,0 0 80 16,0 0 2-16,0 0 6 15,0 0-46-15,-35 90-8 16,30-62-2-16,0-3 11 16,4-3-40-16,-1-5-5 0,2-6-10 15,0-1-10-15,0-4 0 16,0-2 0-16,0-2-1 16,0-1-31-16,0-1-107 15,-3 0-102-15,-4 0-73 16</inkml:trace>
  <inkml:trace contextRef="#ctx0" brushRef="#br0" timeOffset="271270.5248">9150 13660 687 0,'0'0'115'16,"0"0"-34"-16,0 0 25 15,0 0 17-15,0 0-70 0,0 0-24 16,16-1 56-16,3 1-30 16,4 4-17-16,2 6-9 15,2 1-11-15,-1 4 8 16,3-1-11-16,0 2-5 16,-4-1-1-16,-1 0-2 15,-4-5-6-15,-1 0 2 16,-3-4-4-16,-3-2 1 15,2 0-21-15,-4-1-112 16,-2-3-300-16</inkml:trace>
  <inkml:trace contextRef="#ctx0" brushRef="#br0" timeOffset="279462.2003">14021 17126 247 0,'0'0'67'16,"0"0"-19"-16,0 0-4 15,0 0 55-15,0 0-31 16,0 0 5-16,0 0-3 15,0 0-11-15,0-32-20 16,0 32 31-16,0 0-16 16,0 0-1-16,0 0 30 15,0-1-24-15,0 1-22 0,0 0-11 16,0 0-6-16,0 0 2 16,0 0-15-16,0 0-7 15,-6 10-4-15,-4 10 4 16,2 0 9-16,-7 6-9 15,2 3 17-15,-6 0-11 16,-2 2 7-16,0-2-6 16,-3-2-7-16,-1 4 0 15,-2 1 1-15,-2-3 4 16,0 5-5-16,3-2 0 16,1 1-2-16,1-4 2 15,-1 2 0-15,2-4 0 16,-2-2 0-16,2 3-1 15,1-8 1-15,3-1 0 16,1 1 2-16,0-4-4 0,3 0 3 16,0 0-4-16,1-4 6 15,3 1-6-15,3-4 3 16,2 0 0-16,2-2 0 16,2 1 8-16,1-7-8 15,1 1 0-15,-3 1 0 16,3 0-1-16,-1 0 0 15,-1-1 1-15,2 3-1 16,-1-2 1-16,-1-2-1 16,2-1 2-16,0 0 4 15,0 0-5-15,0 0-1 16,0 0-46-16,0 0-88 0,0 0-160 16,0 0-274-16</inkml:trace>
  <inkml:trace contextRef="#ctx0" brushRef="#br0" timeOffset="280599.809">13512 17793 723 0,'0'0'71'15,"0"0"-10"-15,0 0 64 16,0 0 31-16,0 0-84 16,0 0-17-16,-66 70-39 15,66-64 6-15,0-3-13 16,5-3 7-16,9 0-8 15,2 0-1-15,-1-2-6 0,-3-7 0 16,-3-3-1-16,-6 2 9 16,-3 0-9-16,0 0-1 15,-6 3-3-15,-13 5 4 16,-5-1 0-16,-4 3 0 16,-3 0 7-16,1 4-7 15,3 9 11-15,4-2 8 16,5 3-7-16,9-5 0 15,4 3-6-15,5 0 1 16,0-4-6-16,0 1-1 16,11-2-3-16,4-1 3 15,3-3 0-15,0 1-35 0,-5-4-68 16,-4 0-120-16,-9 0-127 16</inkml:trace>
  <inkml:trace contextRef="#ctx0" brushRef="#br0" timeOffset="281166.5249">13017 18151 532 0,'0'0'263'0,"0"0"-168"15,0 0-34-15,0 0 118 16,0 0-40-16,0 0-66 15,-1-41-71-15,1 52 5 16,0 17 1-16,0 3 35 16,4 5-19-16,7 0 0 15,1-6-3-15,1-1-18 16,2-8 3-16,4-8-7 0,-4-6 8 16,5-7-2-16,-5 0-4 15,2-8-1-15,-1-13 0 16,-2-1 0-16,-3 2-2 15,-7 5-20-15,-1 9 13 16,0 6-5-16,-3 0 9 16,0 0-15-16,0 17 9 15,2 0 11-15,2 4 2 16,4-9-1-16,4-4-1 16,4-6 12-16,6-2 4 15,5-5-3-15,3-19-3 16,1-3-8-16,-1-3 2 15,-3 5-4-15,-1-2-18 0,-7 4-72 16,-8 3-200 0,-6 4-472-16</inkml:trace>
  <inkml:trace contextRef="#ctx0" brushRef="#br0" timeOffset="282508.326">9675 13740 789 0,'0'0'109'0,"0"0"32"16,0 0-31-16,0 0 20 16,0 0-33-16,0 0-70 15,0-16-27-15,0 33 4 16,1 7-2-16,7 2 8 0,0-1-3 16,0-2-6-16,0-6-1 15,3 1 0-15,-3-4-1 16,2-5-64-16,-1-4-145 15,-1-5-156-15</inkml:trace>
  <inkml:trace contextRef="#ctx0" brushRef="#br0" timeOffset="283092.8671">9831 13546 694 0,'0'0'118'0,"0"0"-51"16,0 0 49-16,0 0 58 16,0 0-74-16,0 0-42 15,0-7-29-15,2 7-14 16,2 0 3-16,5 7-14 15,0 9 25-15,5 4 6 16,-1 2-10-16,4 3 2 16,-3 1 7-16,1 1-7 15,-4-3-11-15,2-1 2 0,0-6-11 16,-2-8-1 0,-2-2-5-16,-4-5-1 0,2-2 3 15,0 0 0-15,2-18 3 16,3-7-3-16,-1-5-2 15,-2 1 1-15,-1 4-2 16,-5 9-4-16,0 7 2 16,-3 9-2-16,0 0-1 15,0 0-8-15,3 8 2 16,2 9 11-16,1 4 0 16,3-2 0-16,1 0 4 15,1-4-7-15,5-5 3 16,-1-4 0-16,0-4 3 15,2-2-3-15,-1-5 5 16,0-13-3-16,1-6 0 0,-5-3 0 16,-1 1-1-16,-5 2-1 15,0 3-12-15,-1 5-39 16,-2 2-21-16,-1 9-47 16,2 5-140-16,-1 0-299 15</inkml:trace>
  <inkml:trace contextRef="#ctx0" brushRef="#br0" timeOffset="283616.9856">10517 13391 587 0,'0'0'151'0,"0"0"-69"0,0 0 28 15,0 0 51-15,0 0-66 16,0 0-50-16,6-27-36 16,12 27 10-16,2 13 18 15,4 2-20-15,-2 6 2 16,0 2 4-16,-4 3 3 15,1 6-10-15,-5 0-9 16,-2 4 10-16,-6-2-5 16,-5 1-1-16,-1-1-5 15,0 2-3-15,-4-4-3 0,-9 0 2 16,-1-1-4-16,-2-5 2 16,-5 1-12-16,-8-7-119 15,-5-3-278-15</inkml:trace>
  <inkml:trace contextRef="#ctx0" brushRef="#br0" timeOffset="285767.9055">10850 13358 404 0,'0'0'144'15,"0"0"-42"-15,0 0-4 16,0 0-28-16,0 0 14 15,0 0-36-15,0 0-13 16,0-3 10-16,0 3 8 16,0 0-16-16,8 0-11 0,5 0 23 15,-1 0 0 1,7 0-23-16,1 0-4 0,-3 0-9 16,2 11-6-16,-2 3-5 15,-3 2-2-15,-1 1 0 16,-5 3 0-16,-2-3-1 15,-6 2 1-15,0 0 0 16,0-2 0-16,-3 3 0 16,-5-4 0-16,1-3 0 15,2 1 3-15,3-2 4 16,2 0-1-16,0-4-6 16,0-3 3-16,0 2-2 15,12-2 2-15,2-2 5 16,4 1-2-16,-3 1-6 15,1 3 1-15,-4 1-1 0,0 0 0 16,-3 1-1-16,-3 2 0 16,1 1 0-16,-1 1 1 15,-1-2-1-15,-1 1 1 16,-1-1 0-16,-1 1 0 16,0 1-1-16,-2 1 1 15,0 1 0-15,0 0-9 16,-5 1 7-16,-6 3-28 15,-5 2-108-15,-4-1-185 16</inkml:trace>
  <inkml:trace contextRef="#ctx0" brushRef="#br0" timeOffset="286985.3061">6935 14613 168 0,'0'0'145'16,"0"0"-74"-16,0 0-7 16,0 0 12-16,0 0 22 15,0 0-5-15,-38 10-36 16,38-10-17-16,0 0 13 15,0 0 3-15,0 0-23 16,0 2-4-16,0-2-7 16,0 1 15-16,2-1 2 0,5 0-4 15,4 0-17 1,7 0-6-16,2 0-5 0,2-6-4 16,4 1-3-16,1-1-2 15,-5 1-178-15,-11-1-239 16</inkml:trace>
  <inkml:trace contextRef="#ctx0" brushRef="#br0" timeOffset="311660.6377">10004 9135 637 0,'0'0'47'15,"0"0"26"-15,0 0-59 16,0 0-13-16,0 0 51 15,0 0-4-15,0 0-14 16,0 0-15-16,-17-24-7 0,17 24-12 16,0 0 0-1,0 0 10-15,0 0-6 0,0-1 7 16,0 1-7-16,0 0 26 16,0 0 24-16,0 0-3 15,0 0-2-15,0-1-1 16,0 1-5-16,0 0-20 15,0 0-3-15,0 0-1 16,0 0-19-16,0 0 3 16,0 0-3-16,0 0 1 15,0 0-2-15,0 0-2 16,0 8-3-16,3 6 4 0,8 0-1 16,0 1 3-1,5-1 4-15,2-2-3 0,8 1-2 16,0-1 0-16,6 1 1 15,-2-2 1-15,4-2-1 16,2-2-3-16,1-3 3 16,3-2 11-16,3-2-4 15,7 0-5-15,1-13 7 16,5-1 5-16,-4-3-7 16,0 0-1-16,-3 0-3 15,-7 3 1-15,-3 3-2 16,-6 1-2-16,-5 1 0 15,-4 3 0-15,-3 0 2 16,-3-2-1-16,0 3 1 16,-5-1 0-16,2 1 1 0,-4-2-1 15,-1 0 5-15,-1 2-4 16,-1 1-2-16,-2 0 1 16,1 0-2-16,-3 1 1 15,-2 3-2-15,-1 0 1 16,-1 0-2-16,0 0 1 15,2 0-5-15,2 0-78 16,-1 0-71-16,-1 0-106 16,-2 0-217-16</inkml:trace>
  <inkml:trace contextRef="#ctx0" brushRef="#br0" timeOffset="328233.5183">2476 11997 643 0,'0'0'95'0,"0"0"-30"16,0 0-17-16,0 0 3 15,0 0 43-15,0 0-22 16,0 0-42-16,0 0-16 15,-9 4-13-15,9-2-2 0,13 0-2 16,12 3 3 0,6-4 11-16,5-1-8 0,-2 0 8 15,0 0-9-15,-1-1 0 16,-6-8-2-16,-3-3 5 16,-3-2-2-16,-8-4-3 15,-4 0-23-15,-9-5-18 16,0 1-68-16,-7 0 20 15,-14 5-10-15,-9 5 17 16,-3 3 42-16,2 4 21 16,4 1 19-16,5 1 30 15,6 0-7-15,12-2 21 0,3 5 12 16,1-3-16-16,0-1-24 16,10-2-5-1,13-1-11-15,5 3-2 0,0 2 2 16,4 2 0-16,-4 0 0 15,-1 14 0-15,-5 7 0 16,-2 6 1-16,-7 3 1 16,-8 3 30-16,-5 1 33 15,0 2 4-15,0-1-9 16,-13-2-31-16,-1 1-24 16,3-7-5-16,5-2-11 15,6-8-209-15,0-11-343 16</inkml:trace>
  <inkml:trace contextRef="#ctx0" brushRef="#br0" timeOffset="333758.5655">14506 13483 469 0,'0'0'101'0,"0"0"-25"16,0 0-73-16,0 0 85 16,0 0-9-16,0 0-9 15,0 0-32-15,-9-36 35 16,9 36-13-16,0 0-22 15,-2 0-11-15,2 0 13 16,0 0-25-16,0 0-5 16,0 0-10-16,0 0 0 0,0 0-4 15,0 12 4-15,0 2 11 16,0-1 6-16,10-1 8 16,2-1-7-16,4 0 1 15,2-3-1-15,5-2 8 16,0 2-6-16,4-2-10 15,0-5 0-15,-1 1 7 16,0-2-8-16,-3 0-5 16,-3 0 4-16,-1 0-8 15,-3-6 5-15,1-5 2 16,-3 3-3-16,-1-1-4 16,-4 0 0-16,-3 1 3 0,-3 4-3 15,0 1-1 1,-2 1-41-16,-1 2-73 0,0 0-191 15,0 0-250-15</inkml:trace>
  <inkml:trace contextRef="#ctx0" brushRef="#br0" timeOffset="335216.5051">18347 13514 466 0,'0'0'176'0,"0"0"-119"16,0 0 5-16,0 0 47 15,0 0-39-15,0 0-7 16,0-5-29-16,0 5-18 16,0 0-1-16,0 0-9 15,0 0 5-15,0 0-3 16,0 0-8-16,0 0 2 15,0 0-2-15,0 8 19 16,4 0 4-16,7 1-5 16,5 1 11-16,5 0-6 0,4-2 10 15,7-2-2-15,5-3 3 16,3 1-12-16,2-4-5 16,1 0-8-16,-4 0 0 15,-3 0-4-15,-6-4-2 16,-5-1 1-16,-1-3-3 15,-4-2-1-15,-3-1 8 16,-2-1-6-16,-3 1-2 16,-4 0 2-16,2-1 3 15,-4 0-4-15,0 2-1 16,0 0-6-16,0 7-91 16,4 0-93-16,-5 0-232 15</inkml:trace>
  <inkml:trace contextRef="#ctx0" brushRef="#br0" timeOffset="346933.0867">20003 7038 449 0,'0'0'167'15,"0"0"-62"-15,0 0-50 16,0 0 48-16,0 0-21 16,0 0 9-16,0 0-27 15,-10 0-16-15,10 0 17 16,0 0-31-16,0 0-16 15,0 0 5-15,-1 0 3 16,1 0-17-16,0 0 4 0,0 0-13 16,0 0 0-16,0 0 1 15,15 2 0-15,9-2 1 16,9 0 16-16,8 0-10 16,3 0-4-16,8 0 8 15,-3 0-11-15,5 0 4 16,-5-3-2-16,-4 0-1 15,-5 0-1-15,-6 0-1 16,-7-1 0-16,-3 1 1 16,-9 0 0-16,-4 2-1 15,-4 1 0-15,-6-2 1 16,-1 2 2-16,0 0 4 0,0 0 11 16,0 0-6-16,0 0-11 15,0 0-1 1,0 0 2-16,0 0-3 0,0-1 1 15,2 1-2-15,0-3 0 16,5 0-4-16,2-5-46 16,1-3-111-16,-3-1-238 15</inkml:trace>
  <inkml:trace contextRef="#ctx0" brushRef="#br0" timeOffset="349374.276">14475 4724 137 0,'0'0'233'16,"0"0"-156"-16,0 0-11 15,0 0 16-15,0 0 23 16,0 0-47-16,0 0-23 0,0 0 9 16,0 0 0-16,0 0-18 15,0 0 4-15,0 0 7 16,0 0 15-16,0 0-4 16,0 0-4-16,0 0 1 15,0 0 4-15,0-2-1 16,-2-7-24-16,-2-4-15 15,-1-1 5-15,-2-4-3 16,2-5-2-16,-5-2 0 16,-1-2 1-16,1-4 0 15,-4-3 5-15,2 1-6 16,-1-3 14-16,4 2-10 16,0 1 4-16,0 1-11 15,2 2-4-15,1-1 2 0,0 0-4 16,-4 4 2-16,2-1 0 15,-1 3 0-15,-4-3-2 16,3 5 2-16,0-2-2 16,0 1 0-16,0 0 0 15,2 2 3-15,0 5 1 16,1 0-2-16,3 1 8 16,1 0-2-16,1 1-4 15,2-1-4-15,0 4 1 16,0 2 5-16,0 3-6 15,0 0 2-15,0 7-2 16,0 0-1-16,0 0 0 16,0 0-1-16,0 0-3 0,0 0 1 15,0 0-2-15,0 0 6 16,0 0-7-16,0 0-15 16,0 7-56-16,5 1-75 15,-2 5-44-15,-2 0-32 16,-1 4-202-16</inkml:trace>
  <inkml:trace contextRef="#ctx0" brushRef="#br0" timeOffset="349933.8329">14161 4293 340 0,'0'0'165'16,"0"0"-114"-16,0 0 21 15,0 0 44-15,0 0-35 16,0 0-20-16,0 0-31 15,0 0 36-15,0 0 6 16,0 0 4-16,0 0-1 16,0-8-10-16,0-10-30 15,2-11-35-15,-1-7 26 0,2-3-2 16,0-6-22-16,2 1 19 16,5 1-21-16,1 3 7 15,3 4 0-15,0 4-1 16,1 5-4-16,-2 4 0 15,2 3-2-15,0 6 1 16,-1 5-2-16,0 1 1 16,0 3-2-16,-1 5 0 15,-1 0-7-15,5 0 7 16,-2 8-1-16,4 10 2 0,-1 6 1 16,0 4 2-1,-5 2 6-15,-1 3-6 16,-3-2-2-16,-1 0 3 0,-3-3-5 15,-1-5 9-15,0 2-5 16,-1-1-2-16,0-3-1 16,0 1-55-16,-1-5-158 15,-2-1-233-15</inkml:trace>
  <inkml:trace contextRef="#ctx0" brushRef="#br0" timeOffset="389031.2885">14801 5871 340 0,'0'0'172'16,"0"0"-169"-16,0 0-3 0,0 0 34 15,0 0 23-15,0 0-3 16,0 0-35-16,93-18-9 15,-68 15-10-15,2-2-1 16,3 2-59-16,-4-3-257 16</inkml:trace>
  <inkml:trace contextRef="#ctx0" brushRef="#br0" timeOffset="401599.1733">20578 6584 295 0,'0'0'306'0,"0"0"-240"16,0 0-29-1,0 0 17-15,0 0 24 0,0 0 1 16,0 0-44-16,0 1-19 16,0-1-5-16,0 0 10 15,0 0 7-15,0 0-17 16,0 0 3-16,2 0-1 16,9 0 21-16,2 0-3 15,1 0-26-15,1 0 11 16,5 0-11-16,-4-1-4 15,4-1 7-15,-3 1-7 16,0-1-1-16,-1 1 2 16,-1 1-2-16,-2-3 0 15,-2 2-1-15,-2 1 4 0,-5 0-6 16,-2 0 3-16,-2 0 0 16,0 0-2-16,0 0 0 15,0 0 2-15,0 0-6 16,-10 0 4-16,-7 0-12 15,-4 0 3-15,-1 1 4 16,-3 5 4-16,-2-2-7 16,6-1-2-16,-2-1 12 15,6 0-1-15,1-2 6 16,6 0-7-16,1 0 4 16,3 0 6-16,2 0-8 15,2 0 12-15,0 0-11 16,2 0 7-16,0 0-8 15,0 0 0-15,0 0 0 16,0 0 1-16,0 0-2 0,2 0-3 16,10 0 4-16,6 0 7 15,4 0-6-15,1 0-1 16,2 0-1-16,7 0-16 16,-3-4-208-16,0-5-294 15</inkml:trace>
  <inkml:trace contextRef="#ctx0" brushRef="#br0" timeOffset="436959.6487">19704 2305 237 0,'0'0'81'15,"0"0"-17"-15,0 0 27 16,0 0-4-16,0 0-43 16,0 0 0-16,0 0 5 0,0-14-39 15,0 11 10 1,0-2-1-16,0 0-11 0,0 1-7 15,0 1 9-15,0 0 6 16,0-1 3-16,0 1 6 16,0 1 2-16,0-1-1 15,0 1-1-15,0 2 4 16,0-2 3-16,0 2-6 16,0 0-9-16,-3-1 17 15,-1 1 10-15,1-2-30 16,-4 0-7-16,0 2 10 15,0 0-5-15,-5 0 8 16,3 0-7-16,-4 0 8 0,1 0 1 16,-1 0-6-1,-1 4-12-15,0 1 5 0,-1 0-1 16,1 5-3-16,0-3 5 16,-2 3-5-16,1-1 1 15,-2 2-3-15,-2 2 9 16,-2 0-12-16,-2 2 0 15,-3 0 0-15,0 1 12 16,4 0 2-16,1-1-1 16,6 0-6-16,3-2 2 15,0 4-9-15,2 3 5 16,-3 5 4-16,5 5-5 0,-1 4 8 16,1 6-1-1,3 1 18-15,3 1-14 0,2-1-12 16,0-1-2-16,12-3 0 15,5-1 0-15,2-3 1 16,3-3-2-16,0-4-3 16,4-2-12-16,4-4-20 15,1-3-51-15,5-3-61 16,1-2-80-16,-3-7-179 16</inkml:trace>
  <inkml:trace contextRef="#ctx0" brushRef="#br0" timeOffset="438194.4979">22205 2224 268 0,'0'0'158'0,"0"0"-86"16,0 0 46-16,0 0-11 15,0 0-37-15,0 0 3 16,-31-33-18-16,28 29-6 15,2 1 25-15,-2 0-22 16,3 1-9-16,0 0-7 16,0 2 21-16,0 0-21 15,0 0-18-15,0 0-14 16,0 0-3-16,10 0-1 16,10 11 0-16,6 3 8 0,1 3 10 15,6 5-17-15,-2 0 10 16,2 3 2-16,-3 4-4 15,-2 2-8-15,-5 5 15 16,2 6-6-16,-6 5-6 16,-3 5 1-16,-5 1-1 15,-5-1 3-15,-6-2-3 16,0-3 2-16,0-3-5 16,-13-2 1-16,-2-5 4 15,-4-3-4-15,-1-4-1 16,-1-6 1-16,-3-4 2 15,-2-3 0-15,-1-4-3 16,-3-1-2-16,0-3 0 0,-1-5-42 16,-1-2-65-1,1-2-118-15,-2 0-368 0</inkml:trace>
  <inkml:trace contextRef="#ctx0" brushRef="#br0" timeOffset="455512.1709">19958 2992 314 0,'0'0'76'0,"0"0"-47"16,0 0-7-16,0 0 62 16,0 0 15-16,0 0-2 15,0 0-61-15,0 0-10 16,3-9 12-16,-3 4-11 15,0 2 15-15,0 3-11 16,0 0 34-16,0-2-8 16,0 1-22-16,0 1-20 15,0 0-11-15,0 0 8 0,1 0 24 16,4 0-36 0,5 0-2-16,3 0 2 0,1 0 0 15,7 0 2-15,1 0-2 16,5 0 4-16,3-4 0 15,3-1 1-15,1 1 2 16,3 0 2-16,2-3-6 16,3 3 0-16,1-2 2 15,8-1 3-15,5 2-2 16,5-2 1-16,4 0 1 16,1 0-7-16,2 0-1 15,0 1 0-15,0-1 1 0,-3 2-1 16,0-1-1-1,-3 2 1-15,-2 2-5 0,-2-2 5 16,-1 2 2-16,-2-3 3 16,2 3-2-16,-2 0-6 15,-2 2 6-15,-2 0-7 16,-4 0 3-16,-5 0 0 16,-3 0-2-16,0 0 3 15,-3 0-3-15,-3 0 3 16,-4 0 0-16,-3 0 1 15,1 0-1-15,-5 0 0 16,-1-1 4-16,-4-4-4 16,-2 2 1-16,-5 1 4 15,-1-1 6-15,0 0 0 16,-5 2-1-16,-1-2-3 0,-1 1 1 16,-2-1-3-16,1 1 5 15,-1 2-5-15,0-2-5 16,0 2 0-16,0 0-72 15,0 0-161-15,-4 0-227 16</inkml:trace>
  <inkml:trace contextRef="#ctx0" brushRef="#br0" timeOffset="484062.7288">21429 1760 324 0,'0'0'382'0,"0"0"-356"16,0 0-24-16,0 0 42 15,0 0 32-15,0 0-19 16,0 0-5-16,-42 78-38 16,37-58 60-16,-1 3-23 15,0 2-8-15,3-3-17 0,0-2 1 16,3 0-11-16,0-5-5 15,0-3-10-15,0-4-1 16,0-2 2-16,0-1-2 16,0-5-32-16,0 0-71 15,-10-2-68-15,-2-17-399 16</inkml:trace>
  <inkml:trace contextRef="#ctx0" brushRef="#br0" timeOffset="484459.8805">21215 1785 703 0,'0'0'116'0,"0"0"-70"15,0 0 21-15,0 0 9 16,0 0-9-16,0 0-49 15,-4 7-17-15,4 11 48 16,0 5-4-16,2 2-24 16,7 5 7-16,0 0-2 15,0 3-5-15,5 0 11 16,-2-3-16-16,0-2-14 16,1-5 6-16,-1-3-6 15,-1-4 4-15,-1-6-6 16,1-3 1-16,-3-4 1 0,1-3-2 15,3 0 1-15,3-3 9 16,5-13-3-16,0-4 0 16,4 0-7-16,-2 0-4 15,-3-2-9-15,6 5-49 16,-1 2-32-16,-2 0-110 16,-4 3-126-16</inkml:trace>
  <inkml:trace contextRef="#ctx0" brushRef="#br0" timeOffset="536534.0423">946 13121 681 0,'0'0'53'0,"0"0"-18"0,0 0 55 16,0 0 14-16,0 0 50 16,0 0-93-16,0 0 12 15,-27 0-21-15,27 0 14 16,0 0-36-16,0 0-20 15,0 0 0-15,0 0-7 16,0 0-3-16,3 4-1 16,19 1 1-16,8 0 6 15,6 0-4-15,8-2 0 16,3-1 0-16,4-2 7 16,-2 0-6-16,-5 0-2 15,-3-3-1-15,-13-4 1 0,-11 2-1 16,-2 1-6-16,-8 1-10 15,-5-2-30-15,-2-3-61 16,0-1-63-16,-9-8-270 16</inkml:trace>
  <inkml:trace contextRef="#ctx0" brushRef="#br0" timeOffset="536868.1919">1089 12891 797 0,'0'0'157'16,"0"0"-49"-16,0 0-26 0,0 0 22 15,0 0-19-15,0 0-43 16,-28 0-30-16,32 0-12 16,14 0-9-16,12 2 6 15,6 8 2-15,5 3 2 16,1 4 1-16,-1 1 5 15,0 4-7-15,-3 2 0 16,-10 1-2-16,-3 3 2 16,-10 3 0-16,-6 3 0 15,-9 2 1-15,0 1 8 0,-16 1-8 16,-14 0 4 0,-7-5 6-16,-1 0-7 0,-3-5-4 15,-1-2-4-15,4-9-133 16,-5-7-386-16</inkml:trace>
  <inkml:trace contextRef="#ctx0" brushRef="#br0" timeOffset="540053.7306">19727 6677 402 0,'0'0'149'0,"0"0"-84"0,0 0 51 16,0 0-46-16,0 0 29 16,0 0-13-16,0 0-19 15,-44-36-4-15,37 36-33 16,-4 0-2-16,2 0-11 16,-3 13-17-16,-1 10 6 15,1 10 6-15,3 4-2 16,5 6 11-16,4 1-6 15,0 0-13-15,17 5-2 16,16-1 0-16,15-5-7 16,16-4-99-16,8-17-155 15,7-9-236-15</inkml:trace>
  <inkml:trace contextRef="#ctx0" brushRef="#br0" timeOffset="540566.8863">20966 6602 495 0,'0'0'122'0,"0"0"5"15,0 0-74-15,0 0 62 16,0 0-20-16,0 0 0 16,-5-7-58-16,5 7-31 0,1 0-3 15,12 9-3 1,6 11 20-16,2 6 2 0,-4 6-2 15,-3 9-3-15,-6-1-6 16,-8 4-6-16,0-1 4 16,-11 6-2-16,-19 1-5 15,-5 0-2-15,-11-4-64 16,-2-14-288-16</inkml:trace>
  <inkml:trace contextRef="#ctx0" brushRef="#br0" timeOffset="545715.4486">15069 4625 435 0,'0'0'81'0,"0"0"-37"15,0 0 78-15,0 0-36 16,0 0-10-16,0 0-23 16,0 0-28-16,0 0 49 15,0 2 3-15,0-2-14 16,0 0-7-16,0 0-3 15,0-6-23-15,0-8-13 16,0-3-12-16,0-6 7 16,2-3-2-16,1-4 2 15,-1-6-2-15,-2-3 0 0,0-3-1 16,0-2-9 0,-9 3 4-16,1 4-1 0,1 6 2 15,2 7-5-15,2 9 1 16,2 6-1-16,1 7 0 15,-2 2 0-15,2 0-9 16,0 0-16-16,0 0 5 16,0 11-12-16,8 4 4 15,4 2-96-15,-4 2-66 16,-3-5-29-16,-5-2-369 16</inkml:trace>
  <inkml:trace contextRef="#ctx0" brushRef="#br0" timeOffset="546609.5706">15107 4188 478 0,'0'0'92'0,"0"0"-19"16,0 0-15-16,0 0 8 15,0 0 33-15,0 0-43 0,-33-8-9 16,26 8 3 0,-1 0-40-16,-2 0 1 0,2 0-10 15,1 5-1-15,-2 5-1 16,3 2 1-16,-1 2-2 15,2 3 2-15,0-5-4 16,1 1-25-16,1-2-37 16,2-3 6-16,-1-4-17 15,2-1 13-15,0-3 1 16,0 0 8-16,0 0 17 16,0-7-6-16,0-5 5 15,0-3 36-15,0-2 2 0,0 3 1 16,0 0 1-16,0 4 6 15,0 5 21-15,0 1 23 16,3 4-2-16,1 0-38 16,1 0-3-16,0 0 35 15,2 0-41-15,-1 1 4 16,4 4 8-16,-1 3-12 16,2 0-2-16,1 0-1 15,-3 0-50-15,-3-5-444 16</inkml:trace>
  <inkml:trace contextRef="#ctx0" brushRef="#br0" timeOffset="551052.6161">8426 17794 542 0,'0'0'51'0,"0"0"-36"16,0 0-9-16,0 0 16 0,0 0 58 16,0 0-24-16,0 0-28 15,-7 3-2-15,7-3-15 16,0 0 54-16,9 0 10 16,4-2 4-16,2-3-19 15,3-4-30-15,0 1-18 16,3 1-10-16,2-3 1 15,3 0 1-15,1-1-1 16,4-1-3-16,2-2-4 16,-1 1-67-16,-2-2-168 15,-1-1-354-15</inkml:trace>
  <inkml:trace contextRef="#ctx0" brushRef="#br0" timeOffset="559283.1335">20884 6295 288 0,'0'0'154'16,"0"0"-81"-16,0 0-9 0,0 0 19 16,0 0-24-16,0 0-33 15,0 0 18-15,0 0 4 16,0-18 14-16,0 16-37 16,0 1 6-16,0-2 1 15,0 1 11-15,0 1 7 16,0 1-21-16,0 0-9 15,0 0 4-15,0 0-24 16,0 0 3-16,0 0-7 16,0 0-1-16,0 0-14 15,0 10 15-15,0 8 4 16,0 0 9-16,0 1-6 0,0 1 9 16,0-3-1-16,0-1-11 15,0-2 10-15,0-3 1 16,0-3-5-16,0-2-6 15,0-3-6-15,0-3 6 16,0 0 4-16,0 0 7 16,0 0 11-16,0 0 2 15,3-9-5-15,-3-8-11 16,1-1-16-16,-1-3 15 16,0 1-12-16,0 1 5 15,0-3-1-15,0 2 1 16,-7 1-1-16,3 2 1 15,-3 5 0-15,4 2 7 0,0 4-13 16,3 4 9 0,-2 1-6-16,2 1 2 0,0 0 0 15,0 0-10-15,0 9-14 16,0 9 25-16,0 6 0 16,0 2-5-16,0-2 5 15,4 1 8-15,0-6-8 16,1-2-6-16,1-5 6 15,0 1-1-15,3-2-4 16,-3-7-157-16,-2-4-189 16</inkml:trace>
  <inkml:trace contextRef="#ctx0" brushRef="#br0" timeOffset="566204.8917">20565 844 170 0,'0'0'271'0,"0"0"-197"16,0 0-8-16,0 0 38 15,0 0-52-15,0 0-11 16,0 0 5-16,0 0-2 16,0 0-14-16,0 0-6 15,0 0 1-15,0 0 7 16,0 0 3-16,0 0-4 0,0 0-5 15,0 0-7 1,0 0-16-16,0 0-3 0,0 0-2 16,0 0-4-16,0 0-9 15,0 0 0-15,0 4 10 16,0 6 2-16,0 4 3 16,1 3 1-16,4 0-1 15,-1 0 0-15,1 0 2 16,3 2 1-16,-3 0-2 15,0-4-1-15,-2 0 0 16,0-6 0-16,0-1 0 16,-2-6 1-16,-1-1-1 15,0-1 0-15,2 0 16 0,-2 0 7 16,0 0 12-16,0 0 4 16,0-6-1-16,0-7-35 15,0 0-3-15,0-2-2 16,0-1 2-16,0 2 2 15,0 0-1-15,-2 0-1 16,-1 2 0-16,-1 0 0 16,1 3 0-16,-1 2 0 15,4 4 6-15,-1 3 9 16,1 0 7-16,0 0-7 16,0 0-9-16,-2 0-1 15,2 0-2-15,-1 0-3 16,1 0-13-16,0 0-8 15,0 14-2-15,0 2 23 0,1 4 1 16,6 1 2-16,0 0-3 16,2-1-1-16,-2 0-8 15,3-1-35-15,4-1-60 16,-3-3-128-16,-4-6-481 16</inkml:trace>
  <inkml:trace contextRef="#ctx0" brushRef="#br0" timeOffset="572255.6631">21108 3089 493 0,'0'0'79'16,"0"0"-66"-16,0 0-12 15,0 0 50-15,0 0 27 16,0 0-40-16,0 0-24 0,0 1-5 15,0 0 1-15,0 4-5 16,1 3-3-16,2 5 6 16,-2 4 29-16,3 3-3 15,-3-1-3-15,2 1-13 16,0-3-9-16,3-1-6 16,-3-5-3-16,1-2 2 15,-1-6-4-15,0-1-18 16,4-2-59-16,-1 0-11 15,4-12-179-15</inkml:trace>
  <inkml:trace contextRef="#ctx0" brushRef="#br0" timeOffset="572479.3835">21254 3077 299 0,'0'0'247'0,"0"0"-203"15,0 0-40-15,0 0 74 16,0 0-18-16,0 0-29 16,9 68 22-16,-3-48-34 15,1 0 2-15,1 0-9 16,2-4-10-16,-4 0-2 16,0-5-1-16,-3-4-65 15,-3-4-33-15,0-3-165 0</inkml:trace>
  <inkml:trace contextRef="#ctx0" brushRef="#br0" timeOffset="572764.6255">21065 3171 330 0,'0'0'61'15,"0"0"17"-15,0 0-20 16,0 80-11-16,8-56 37 0,4 5-32 16,3-2-16-16,-2-3-11 15,4-2-7-15,-4-5-7 16,4-5-11-16,1-5 19 16,1-6-3-16,5-1-7 15,3-1 3-15,1-14-2 16,5-6-10-16,1-6-56 15,-3-6-402-15</inkml:trace>
  <inkml:trace contextRef="#ctx0" brushRef="#br0" timeOffset="617604.4399">20585 844 801 0,'0'0'121'15,"0"0"-66"-15,0 0-31 16,0 0 18-16,0 0 18 16,0 0-48-16,3 16-12 15,-3 5 0-15,0 7 2 16,0 1 17-16,2 0-1 0,1-6-8 16,0-1-7-16,-1-7 0 15,-1-3 1-15,1-7-3 16,-2-4 2-16,0-1-3 15,0 0 13-15,0 0 15 16,3-18-4-16,-3-8-24 16,0-8-2-16,0-5 0 15,0-2-7-15,0 0-1 16,-3 5-16-16,0 6 14 16,-1 10 4-16,3 11 8 15,-1 5 0-15,2 4 1 16,0 0-1-16,0 0-17 15,0 19-9-15,0 8 21 0,0 7 3 16,0-1 2 0,3 1-2-16,1-5 2 0,-3-4 0 15,1-6 0-15,-2-7 4 16,0-5-3-16,0-5-1 16,0-2 1-16,0 0 15 15,0-3 2-15,0-17-18 16,0-10-20-16,0-5-59 15,0 0-10-15,0 3 30 16,0 12 41-16,0 9 18 16,0 11-6-16,-2 9 6 15,2 23 0-15,0 9 11 0,0 10 21 16,2 3-8 0,11 2-19-16,3 2-5 0,5-3-54 15,-1-4-348-15</inkml:trace>
  <inkml:trace contextRef="#ctx0" brushRef="#br0" timeOffset="619103.8484">21312 6828 699 0,'0'0'38'0,"0"0"-34"16,0 0-4-16,0 0 6 16,0 0 43-16,0 0 1 15,-4 4-32-15,5-2-5 16,14 0-1-16,7 3 29 15,6-1-3-15,8-3 3 0,6-1-8 16,10 0 8-16,9 0-20 16,9 0 3-16,13-7-12 15,5 0-6-15,4-4 6 16,1 2-3-16,-4 0-3 16,-2 3-3-16,-4 0-3 15,-5 3 7-15,-3 1-2 16,-4-2-5-16,-2 2-3 15,-4 1 3-15,-5 1 1 16,-9 0 0-16,-11 0 1 16,-10 0-2-16,-10 0 0 15,-10 1-11-15,-4 1-12 0,-6-2-28 16,0 0-43-16,0 0 16 16,-2 0-9-16,-15-8-236 15</inkml:trace>
  <inkml:trace contextRef="#ctx0" brushRef="#br0" timeOffset="619429.9804">22494 6650 765 0,'0'0'90'0,"0"0"-79"15,0 0-8-15,0 0-2 16,101-21 8-16,-58 21 3 0,5 0-11 16,-5 7 8-16,0 10-8 15,-7 4 0-15,-6 4 9 16,-10 5 24-16,-8 1-9 16,-10 5 17-16,-2 0 17 15,-12 2-7-15,-16 1-13 16,-9 2 9-16,-4 1-16 15,-4-3-5-15,-1-3-11 16,6-8-14-16,2-6-2 16,9-7-7-16,2-11-102 15,-1-4-250-15</inkml:trace>
  <inkml:trace contextRef="#ctx0" brushRef="#br0" timeOffset="700668.4172">2120 13477 252 0,'0'0'88'16,"0"0"-47"-16,0 0-18 16,0 0 15-16,-88 9 1 15,79-7-13-15,4-2-12 16,1 0-4-16,2 0 3 16,-1 0 5-16,2 0 16 0,1 0 27 15,0 0-14 1,0 0-5-16,0 0 10 0,0 0-20 15,0 0 17-15,0 0 4 16,0 0-2-16,0 0-15 16,0 0-15-16,0 1-18 15,6 0 5-15,8 0 26 16,9-1 13-16,1 0-15 16,3 0-20-16,-2-7-8 15,2-2 1-15,-3-4 0 16,-3-2-4-16,-6 1-2 15,-2-3 1-15,-4-7-14 16,-6-1-72-16,-3-3-86 16,0 1-88-16,-7 3-335 0</inkml:trace>
  <inkml:trace contextRef="#ctx0" brushRef="#br0" timeOffset="700967.6216">2018 13251 588 0,'0'0'135'0,"0"0"-135"15,0 0-7-15,0 0 7 16,0 0 18-16,93-14 12 0,-68 14 14 16,-2 0-23-1,-1 0 4-15,-1 17 9 0,-5 6 4 16,-5 4 9-16,-2 3 25 15,-6 8 5-15,-3 3-37 16,0 2-9-16,-9 2 0 16,-5 0-13-16,2-4-13 15,2-4-5-15,2-3 0 16,4-5-62-16,-3-7-195 16,-9-13-562-16</inkml:trace>
  <inkml:trace contextRef="#ctx0" brushRef="#br0" timeOffset="708298.4458">10082 9210 476 0,'0'0'18'15,"0"0"-14"-15,0 0 38 16,0 0 18-16,106 39 62 16,-67-39-75-16,8 0-16 15,5 0-12-15,2-9-10 0,1-3-1 16,-4 2-8-16,-2-1 0 15,-5 0 0-15,-6 0 0 16,-2 0-18-16,-7-1-45 16,-9 2-113-16,-10 1-118 15</inkml:trace>
  <inkml:trace contextRef="#ctx0" brushRef="#br0" timeOffset="709805.091">21153 9072 846 0,'0'0'83'0,"0"0"-69"16,0 0 7-16,0 0 68 15,0 0-48-15,0 0 26 16,-5 0-51-16,5-3-16 16,9-1 0-16,13-1 0 0,8 1 23 15,6-3-8-15,7 0-4 16,4-1-6-16,2-1-1 16,0 1 2-16,-6 2 3 15,-9 1-4-15,-7-1-4 16,-9 1-1-16,-9 3-2 15,-6 1 2-15,-3-1 4 16,0 2-4-16,-8-1-1 16,-15 1 1-16,-10 0-5 15,-6 0-4-15,-1 4 9 16,7 1-1-16,9 1 2 16,11-2-1-16,5-2 1 15,6-1-2-15,2 0 0 16,0 1-19-16,4 1 5 15,15-1 15-15,17 0 2 0,9-2-2 16,10 0-11-16,6 0-29 16,6 0-104-16,5-9-86 15,1-1-315-15</inkml:trace>
  <inkml:trace contextRef="#ctx0" brushRef="#br0" timeOffset="716935.0467">7181 12326 39 0,'0'0'99'0,"0"0"23"15,0 0-33-15,0 0 55 16,0 0-37-16,0 0-6 15,0 0-25-15,0 0-32 16,0 0 12-16,0 0 7 16,0 0-14-16,0 0-5 15,0 0-12-15,0 0 0 16,0 0-20-16,0 0-4 16,0 0-6-16,3 0 1 0,6 0 1 15,4 0 3 1,5 0 2-16,3 0 1 0,1 0 3 15,0 0-10-15,0 0 6 16,1 0-8-16,2 0 6 16,-2 0-7-16,0 0-1 15,-1-1 1-15,0-2 2 16,-1 3-1-16,0-2 0 16,-2 1 6-16,-5-1-5 15,2 2 1-15,-6 0-1 16,2 0-2-16,-4 0 0 15,-2-1 0-15,0 0 0 16,-3-2 3-16,6 1-2 0,-3-3-1 16,1 3-49-1,1-4-100-15,-5-3-95 0</inkml:trace>
  <inkml:trace contextRef="#ctx0" brushRef="#br0" timeOffset="726615.3555">8498 17819 741 0,'0'0'78'16,"0"0"-78"-16,0 0-3 15,0 0 3-15,0 0 24 16,0 0 26-16,0 0-11 16,91-45-15-16,-60 23 20 15,2 0 2-15,-1-2-3 16,3-1-25-16,-1 2 14 16,-3-1-21-16,-1 5-2 15,-3 2 4-15,-10 4 4 0,-2 6-3 16,-9 2 3-16,-5 5-2 15,-1 0-14-15,0 0 8 16,0 0 16-16,0 0-8 16,0 0-13-16,0 0 6 15,0 0-1-15,0 0-7 16,-4 0 4-16,-9 0 0 16,9 0-6-16,-3 0-30 15,2 0-29-15,4 0-132 16,1 0-125-16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22:10.923"/>
    </inkml:context>
    <inkml:brush xml:id="br0">
      <inkml:brushProperty name="width" value="0.05292" units="cm"/>
      <inkml:brushProperty name="height" value="0.05292" units="cm"/>
      <inkml:brushProperty name="color" value="#FF0000"/>
    </inkml:brush>
  </inkml:definitions>
  <inkml:trace contextRef="#ctx0" brushRef="#br0">12913 4813 588 0,'0'0'61'15,"0"0"37"-15,0 0-53 16,0 0 36-16,0 0 12 16,0 0-5-16,0 0-12 15,0-74-34-15,0 69 21 16,0 1-10-16,0 3-28 16,0-1 3-16,0 2-4 15,0 0-11-15,0 0-9 16,0 0-4-16,0 2-2 15,1 11 2-15,2 8 0 0,1-1-2 16,0 4 5-16,-1 0 3 16,-1 0-6-16,5-2 7 15,-3-4 7-15,1-2-12 16,-1-5 0-16,1-3-1 16,-1-5 2-16,2-3-1 15,3 0 4-15,6-8 8 16,9-11 8-16,9-10-6 15,1-5-12-15,5-2-2 16,-6 3-2-16,1 1 0 16,-3 8 0-16,-1 6-41 15,-3 9-87-15,-9 6-253 16</inkml:trace>
  <inkml:trace contextRef="#ctx0" brushRef="#br0" timeOffset="2765.662">12549 6041 340 0,'0'0'278'0,"0"0"-217"16,0 0 7-16,0 0-13 15,0 0 18-15,0 0-15 16,0-8-18-16,0 8-17 16,0 0-5-16,0 0 7 0,0 0-2 15,0 0-14-15,0 6 3 16,0 10 9-16,0 6 36 16,0 5-9-16,0-2-1 15,0 0-21-15,3-5 5 16,4-3-12-16,4-4-7 15,1-5 1-15,1-4 0 16,8-4-6-16,7-4 6 16,11-17-1-16,8-11-12 15,9-2 0-15,2-9-99 16,-10-3-450-16</inkml:trace>
  <inkml:trace contextRef="#ctx0" brushRef="#br0" timeOffset="7362.3116">10009 8124 635 0,'0'0'58'0,"0"0"-14"16,0 0 19-16,0 0-8 15,0 0 0-15,0 0 9 16,0 0 3-16,-19-20-20 15,19 18-7-15,0 2-1 16,0 0-1-16,0 0-18 16,0 0-9-16,0 0-3 0,0 0-6 15,4 0-1 1,15 0 10-16,14 0 18 0,7 0 3 16,7 0-5-16,2 0 3 15,-4 0-19-15,-1-2-1 16,-3-3-6-16,-4 3-4 15,1-3 1-15,-5 1-3 16,-3 1 4-16,-5 0-4 16,-5 0-25-16,-5 2-95 15,-8 0-111-15,-5-1-29 16,-2 2-346-16</inkml:trace>
  <inkml:trace contextRef="#ctx0" brushRef="#br0" timeOffset="7526.8742">10304 8182 437 0,'0'0'225'15,"0"0"-205"-15,0 0-5 16,0 0 52-16,0 0-2 16,0 0-42-16,93 0-20 15,-55 0-3-15,4-4-91 16</inkml:trace>
  <inkml:trace contextRef="#ctx0" brushRef="#br0" timeOffset="103164.4476">12679 5243 732 0,'0'0'145'0,"0"0"-76"0,0 0-31 16,0 0 33-16,0 0 51 15,0 0-36-15,0 0-44 16,-12 0-34-16,12 0-8 15,3 0-8-15,16 0 8 16,10 0 8-16,11 0-1 16,6 0 10-16,9 0-6 15,3-5 15-15,4-5-19 16,-4-2-4-16,-3-3 5 16,-6-1-7-16,-8 1-1 15,-7-2 1-15,-12 2-1 0,-9 2-12 16,-5 0-71-16,-8 0-6 15,0 2-70-15,-3 1-19 16,-15 2 27-16,-3 1-26 16,-4 2 119-16,6 0 58 15,0 1 38-15,3 1 24 16,6 0 83-16,4 0-43 16,1 2-3-16,5-1 33 15,0 1-48-15,0 1-69 16,3 0-15-16,14 0 0 15,6 0 0-15,6 0 7 16,-1 4-6-16,-1 10-1 16,-6 5 2-16,-4 3-2 0,-4 4 4 15,-9 7-1-15,-4 4-3 16,-3 1 2-16,-15 2 8 16,-6-2-9-16,1-4-1 15,4-7-43-15,5-12-159 16,8-12-344-16</inkml:trace>
  <inkml:trace contextRef="#ctx0" brushRef="#br0" timeOffset="104532.7776">14464 4993 595 0,'0'0'123'0,"0"0"-57"16,0 0-14-16,0 0 102 15,0 0 8-15,0 0-27 16,3-36-66-16,-17 36-58 16,-8 4 5-16,-5 18 2 0,-2 7-10 15,0 5-3-15,7 2 1 16,7-2 3-16,9-2-8 16,6-6-2-16,0-4 1 15,12-7 0-15,10-5 0 16,5-8 0-16,4-2 3 15,1-12 3-15,1-11-6 16,-6-5-6-16,-9 2-37 16,-7 1-18-16,-11 1-3 15,0 7 22-15,-7 7 8 16,-10 3 11-16,0 7 23 16,5 0-4-16,1 0-2 0,2 9 4 15,9 4 0 1,0 2-3-16,0 1 5 0,9 4 0 15,11-3 3-15,5-6-1 16,9-6 2-16,2-5 5 16,4 0-8-16,-1-16 5 15,-3-10-2-15,-3-5-3 16,-5-4 3-16,-6-5 0 16,-6 1-3-16,-6-1 1 15,-7-1 2-15,-3 2-2 16,0 6 8-16,0 8 40 15,-6 8-25-15,3 8 3 16,0 6 17-16,3 3-30 0,-4 0-15 16,3 25-19-1,-2 8 11-15,2 9 8 0,1-2 0 16,0-4 0-16,13-6-1 16,4-7 1-16,3-6 2 15,4-6-1-15,-1-11 0 16,4 0-1-16,1-14 7 15,0-13-7-15,2-7-1 16,-4-8-6-16,-1 0 6 16,-7 0-2-16,-6 3-3 15,-5 5 4-15,-5 8 2 16,-2 9 2-16,0 7-2 0,0 8 9 16,0 2 8-16,0 0-12 15,0 0-5-15,0 9-14 16,-6 15 6-16,0 9 7 15,0 5 1-15,6-3 1 16,0-1 0-16,6-3-2 16,9-9 2-16,5-3-1 15,6-5 0-15,0-7-2 16,3-5 2-16,4-2-2 16,0-3 2-16,1-16-75 15,-6-4-191-15,-10-5-571 16</inkml:trace>
  <inkml:trace contextRef="#ctx0" brushRef="#br0" timeOffset="105114.0079">15529 4659 909 0,'0'0'197'16,"0"0"-197"-16,0 0-28 0,0 0 28 15,0 0 13-15,9 90 43 16,1-47-25-16,-2 3 18 16,-3 0-11-16,-1-2-8 15,-2-10-5-15,-2-7-16 16,0-10-6-16,0-8 6 16,0-7-9-16,0-2 9 15,0-9 13-15,-7-20 47 16,-5-13-69-16,1-11 0 15,5-10-1-15,3-1-23 16,3 2-23-16,0 9-20 16,6 11 18-16,8 12 26 15,-1 13 13-15,1 7 2 0,-3 9 5 16,-1 1-4-16,5 8-1 16,-3 14 3-16,3 6 0 15,-6 3 4-15,-6 4 2 16,-3 4 11-16,0 2 34 15,-14-4-14-15,-2-4-6 16,1-8-13-16,5-8-10 16,5-10-3-16,5-7-50 15,0 0-211-15,23-15-183 16</inkml:trace>
  <inkml:trace contextRef="#ctx0" brushRef="#br0" timeOffset="105997.8557">15822 4848 802 0,'0'0'86'0,"0"0"-73"0,0 0 99 15,0 0 35-15,-83 92-60 16,79-70-56-16,4 0-25 16,0-3-4-16,4-7 0 15,16-4 1-15,2-6-3 16,5-2 1-16,1-8 12 15,-2-11-12-15,-7-6-1 16,-8-3-26-16,-7 0-16 16,-4 2-4-16,0 0 17 0,-15 8-12 15,-1 9 16-15,-1 5 18 16,4 4 6-16,5 2-2 16,2 10-13-16,5 3 13 15,1-1 3-15,0-2 0 16,1-1 13-16,14-3 1 15,8-5 4-15,3-3-5 16,7 0 6-16,2-15-5 16,4-6-8-16,-3-4 0 15,-4-4-3-15,-9 0 0 16,-4 3 1-16,-10 3-4 16,-5 9 1-16,-4 3 3 0,0 6 3 15,0 4 48 1,0 1-37-16,0 0-18 0,-4 5-5 15,-5 15-1-15,1 4 5 16,0 3-5-16,5-2 6 16,3 0 5-16,0-5-1 15,6-3-2-15,8-5 5 16,4-4-7-16,2-8 2 16,4 0 0-16,2-4-1 15,1-15 16-15,-1-3-15 16,-1 0-2-16,-4 3 8 15,-5 3-8-15,-8 6-2 16,-2 5 2-16,-5 2 0 0,-1 3-7 16,0 0 5-1,0 0-4-15,0 2-2 16,0 13 2-16,0 3 6 0,0 0 0 16,0 1 0-16,0-5 0 15,8-3 0-15,7-2-1 16,5-4 2-16,0-4-2 15,4-1-2-15,-1 0 3 16,1-3 5-16,-3-9-4 16,3-5 3-16,-2-4-4 15,0-2-1-15,-1 4-4 16,-2 7 0-16,-6 3 4 0,-1 4-4 16,-3 5 3-1,-2 0 0-15,3 9-14 0,1 9 15 16,1 5 1-16,3-1 11 15,2-5 3-15,5-2 1 16,2-7-7-16,2-5-6 16,1-3 3-16,-2-4-5 15,-6-18-43-15,-10-9-233 16,-9-6-638-16</inkml:trace>
  <inkml:trace contextRef="#ctx0" brushRef="#br0" timeOffset="106158.4312">16214 4486 1050 0,'0'0'139'0,"0"0"-104"16,0 0-25-16,0 0-10 16,0 0 0-16,0 0-19 15,52 25-136-15,-21-12-364 16</inkml:trace>
  <inkml:trace contextRef="#ctx0" brushRef="#br0" timeOffset="108298.0872">17496 4449 886 0,'0'0'154'16,"0"0"-76"-16,0 0-40 16,0 0-1-16,0 0 26 0,0 0-62 15,-89 47 22-15,65-20 6 16,11-2 0-16,4 0-14 16,9-2-15-16,0-1-5 15,12 0 5-15,13-2 4 16,6 2-4-16,2-1 5 15,-2 1-1-15,-7-1-3 16,-9 2-1-16,-10 0 2 16,-5 1-1-16,-6-2 2 15,-18-2 0-15,-1-6-3 16,4-4-12-16,1-8-28 16,8-2 18-16,7 0-1 15,5-17-66-15,4-9 20 0,21-1-8 16,14 0 34-16,4 1 19 15,6 3 21-15,-2 2 2 16,0 0-1-16,-6 0 2 16,-4 0 28-16,-7-3 2 15,-6 1 5-15,-4-2-14 16,-7-2-7-16,-9 0-5 16,-4-1-1-16,0 1 1 15,-1 3-8-15,-11 2 18 16,1 6-6-16,2 5 28 15,5 5-27-15,4 6 44 0,0 0-58 16,0 0-9 0,0 3-12-16,0 17 12 0,3 5 9 15,3 8 1 1,5 4 2-16,-1 6 1 0,-4 1 6 16,2 0 12-16,-3 1-10 15,-1-1 14-15,-2-8-9 16,-2-7-5-16,0-9-3 15,0-12-2-15,0-6-6 16,0-2 6-16,1-14 10 16,6-14-1-16,3-11-16 15,5-2-10-15,7 4-18 16,3 9-25-16,0 9 17 16,1 9 6-16,-3 8 23 15,-3 2 1-15,-1 0-1 0,0 0 5 16,0 1 2-16,-1 6-2 15,1-3 2-15,-1-2-1 16,5-2 1-16,1 0 3 16,-2-2-2-16,-4-9 1 15,-6 1-2-15,-6 2-1 16,-6 2-3-16,0 4-4 16,-12 2-25-16,-10 0 26 15,-1 16 3-15,1 4 4 16,5 2 23-16,6-1 0 0,6 1-8 15,5-4 1 1,0-4-6-16,9-4 0 16,13-5-5-16,7-5 1 0,0 0 5 15,3-14-9 1,-5-6 0-16,-8-3-2 0,-9 2-34 16,-9 4 3-16,-1 1 3 15,-7 5 15-15,-13 4 3 16,-4 4 6-16,4 3 4 15,1 0 0-15,1 0 3 16,8 7-1-16,2 2 5 16,7 0-5-16,1 1-1 15,0 1 5-15,4-2-5 16,11-1 6-16,3-3-4 16,2-2-3-16,-1-3 3 0,2 0 6 15,1-5-7-15,-6-10-2 16,-1-3 0-16,-3-2-13 15,1 0 3-15,-2 1 1 16,0 0 7-16,0 0 2 16,0 4 1-16,4 5-1 15,1 5-4-15,2 2 3 16,-1 3-2-16,2 0-1 16,-4 3 0-16,0 11 1 15,-6 2 1-15,-3 3 1 16,-3 2 1-16,-3-1 0 15,0 1 3-15,2-3 8 16,2-2-6-16,4-4-2 0,3-4 4 16,7-4-5-1,4-4 0-15,4 0 3 16,4-13 7-16,1-4-10 0,-1-4-2 16,-2-2 1-16,-2 1 1 15,-5-2 4-15,-5 0-5 16,-3 0 4-16,-7 0 4 15,-3 0 24-15,-1-1-13 16,-2-2-4-16,0-1-4 16,0 2-1-16,0 1 1 15,0 0-4-15,0 6-6 16,0 3-1-16,0 6 4 0,0 5-5 16,0 2 6-16,0 3 13 15,0 0-14-15,0 0-5 16,0 14-15-16,-2 11 13 15,-1 8 2-15,1 4 0 16,2 1 1-16,0-1 0 16,0 0 1-16,5-5-2 15,7-7 5-15,3-7-1 16,2-5-4-16,1-9 6 16,2-4-5-16,-2 0 1 15,1-10 10-15,1-14-12 16,-8-5-132-16,-6-4-297 0</inkml:trace>
  <inkml:trace contextRef="#ctx0" brushRef="#br0" timeOffset="108440.7056">18769 4400 921 0,'0'0'116'0,"0"0"-116"16,0 0 1-16,0 0-2 15,0 0 1-15,103-50-127 16,-76 41-357-16</inkml:trace>
  <inkml:trace contextRef="#ctx0" brushRef="#br0" timeOffset="109319.0519">19094 4584 791 0,'0'0'129'0,"0"0"-79"16,0 0-50-16,0 0 13 16,58-98 11-16,-37 66-2 15,-2 5-17-15,-6 0-5 16,-3 4 0-16,-6 6 1 16,-4 6 3-16,0 7 5 15,0 4 26-15,-4 0-31 16,-6 10-4-16,0 8-4 15,0 3 4-15,4 2 5 16,6-3 9-16,0-3 6 0,0-1-12 16,13-8 4-16,6-3-5 15,5-5 5-15,6 0-9 16,3-8 4-16,-1-11 2 16,-4-3-5-16,-6 0-3 15,-6 2 2-15,-2 5-2 16,-5 5 0-16,-4 7 1 15,-4 3-2-15,-1 0-7 16,0 10 6-16,0 14 1 16,0 7 25-16,0 3-9 15,-1-1-12-15,-7-3 2 16,2-3-4-16,0-8 0 16,-2-7 5-16,8-7-6 0,-2-5-1 15,2 0-34 1,0-2-17-16,0-18-128 0,6-8 5 15,9-8 55-15,4-6-88 16,2-5-46-16</inkml:trace>
  <inkml:trace contextRef="#ctx0" brushRef="#br0" timeOffset="109514.5255">19539 4249 201 0,'0'0'214'16,"0"0"-100"-16,35-86 21 16,-30 63-2-16,-1 7-44 15,-2 4 7-15,-2 6 37 16,0 5-62-16,0 1 17 15,0 0-52-15,0 12-36 16,0 14 0-16,-2 11 41 0,-2 4 0 16,4 1-8-1,0-4-14-15,0-3-14 0,10-5-2 16,5-4-3-16,6-6-11 16,1-10-165-16,-4-10-273 15</inkml:trace>
  <inkml:trace contextRef="#ctx0" brushRef="#br0" timeOffset="110549.756">20357 4227 1013 0,'0'0'144'0,"0"0"-110"15,0 0 13-15,0 0-28 16,0 0-2-16,-101 55 24 15,86-32 6-15,8 2-36 16,7-9-11-16,0-3 0 16,9-5 0-16,11-8 4 15,6 0-3-15,0-7-1 16,3-15 0-16,-6-3-31 16,-6 4-28-16,-11 1 36 15,-6 8-6-15,0 5 27 16,-12 6-11-16,-6 1 1 15,2 0 3-15,0 11 9 16,3 5-7-16,6-3 3 0,7 3 4 16,0-3 0-1,0-2-5-15,18-4 5 0,4-5 7 16,5-2-3-16,4-2-2 16,1-15 7-16,-1-6-5 15,-4-1-4-15,-4-1 9 16,-6-1-2-16,-3 1 14 15,-1 0 2-15,-7 2-2 16,-3 6-5-16,-3 0 18 16,0 6-2-16,0 4-4 15,0 3-20-15,0 4 5 16,0 0-13-16,0 0 0 0,0 4-6 16,0 17-10-1,0 10 16-15,0 6 1 0,-1 4-1 16,-5 0 3-16,1-2-3 15,1-1 0-15,2-1 3 16,1-4-3-16,1-4 0 16,0-5 0-16,0-5 0 15,0-2 0-15,0-8 1 16,0-3-1-16,0-4 0 16,0-2 1-16,0 0 1 15,4 0-2-15,8-12 0 16,9-7-92-16,-1-6-108 15,-1-1-211-15</inkml:trace>
  <inkml:trace contextRef="#ctx0" brushRef="#br0" timeOffset="111631.2486">20301 4360 847 0,'0'0'135'0,"0"0"-66"16,0 0-26-16,0 0 13 16,30-90 18-16,-11 58-32 0,6-7-19 15,-2-3 5 1,1-3-16-16,-6 1-8 0,-2 1 10 15,-6 14-10-15,-2 9 15 16,-5 11 2-16,-3 9 7 16,0 0-24-16,0 0-4 15,0 25-6-15,-12 11 3 16,-6 14 3-16,-1 4 1 16,4 2-1-16,5 0 3 15,5-1-2-15,5-2 2 16,0-7-3-16,4-5 0 15,14-5-1-15,7-10 1 16,7-9 0-16,5-10 0 0,5-7 3 16,-4-4-2-1,-3-19 3-15,-8-7-4 16,-12-2 0-16,-7 1-22 0,-8-1-27 16,-11 1-9-16,-18 10 13 15,-5 5-19-15,-3 7 44 16,2 5 12-16,6 4 5 15,5 0 3-15,13 0 0 16,5 1-6-16,6 2-1 16,0 0 3-16,8-3-5 15,15 0 6-15,12 0 3 16,8-8 2-16,5-4-1 0,3-4 4 16,-2-1-4-16,-3-2-1 15,-6 1 4-15,-5-3 2 16,-9 3-1-16,-6 1 13 15,-10 1 11-15,-7 6 5 16,-3 3 19-16,0 4-1 16,-3 3-7-16,-11 0-37 15,-2 0-7-15,-3 12-1 16,3 9 0-16,1 2 0 16,4 1-2-16,5 0 2 15,5-1 0-15,1-4 0 16,0-5-1-16,9-3-1 15,6-6 2-15,4-5 0 16,1 0 4-16,5-2 2 16,-4-14-1-16,-2-1-5 0,-7 0-3 15,-7 0-28-15,-5 3 3 16,0 4-10-16,0 2 11 16,-12 3 8-16,0 1-15 15,-3 3 30-15,6-1-3 16,3 2 4-16,4 0-1 15,2 0 2-15,0 0-8 16,0 0-3-16,0 0-11 16,14 0 19-16,8-5 4 15,5-4 1-15,0-3 0 16,-3 1 0-16,4 2 2 16,-4-1-3-16,-3 6 1 0,-5 4-2 15,-1 0 2 1,-4 0-5-16,-2 12 4 0,1 5 1 15,0 0 2-15,4-1 14 16,1-1-4-16,4 0-1 16,2-3-4-16,4-4-4 15,5-6 4-15,3-2-7 16,2 0-81-16,-4 0-454 16</inkml:trace>
  <inkml:trace contextRef="#ctx0" brushRef="#br0" timeOffset="112200.1881">21676 3931 925 0,'0'0'165'0,"0"0"-74"16,0 0-31-16,0 0 24 15,0 0-20-15,0 0-55 16,-7-15-9-16,15 42 0 16,7 14 40-16,3 3-25 15,-1 3 8-15,0-5 3 16,2-8-12-16,-2-8-12 16,1-10-2-16,-1-7 3 15,-3-9 2-15,5 0-1 16,-1-20 2-16,1-9-6 0,2-7-10 15,-12 3-24 1,-4 6 7-16,-3 9 26 16,-2 11 1-16,0 7 0 0,0 0-8 15,0 2-1-15,0 14 0 16,0 2 9-16,4 2 2 16,4-6 6-16,4-3-4 15,3-6 1-15,0-5-2 16,5 0 4-16,4-11 0 15,2-15-4-15,-1-7-3 16,-5-3-107-16,-4 5-363 16</inkml:trace>
  <inkml:trace contextRef="#ctx0" brushRef="#br0" timeOffset="113299.8862">22128 4103 843 0,'0'0'76'0,"0"0"-22"0,0 0 61 15,0 0-21-15,0 0 18 16,0 0-15-16,107-32-63 16,-71-4-25-16,-1 0-9 15,-7-2 2-15,-6 1 3 16,-7 2-5-16,-6 5 0 16,-8 2-2-16,-1 2 2 15,0 2-4-15,-3 6 8 16,-4 5-8-16,1 8 1 15,3 5 1-15,2 0 1 0,-4 19-12 16,2 13 13-16,2 7 2 16,1 6 0-1,0-2-1-15,0 1-1 16,0-2 4-16,-4-4-3 0,3-9 7 16,1-6-5-16,0-12-3 15,0-4-2-15,0-7 2 16,1 0 4-16,18-14-1 15,7-11-3-15,3-5-21 16,-3 2-51-16,-2 7-27 16,-5 10 36-16,-3 7 46 15,-6 4 12-15,0 0 1 16,-4 0-6-16,4 4 10 16,-3 1 0-16,5 0-5 15,1-4 4-15,5-1 1 0,2 0 1 16,-1-4 0-16,-2-7-1 15,-4 5-1-15,-9 1-36 16,-4 5 0-16,0 0 6 16,-18 11 15-16,-7 14 16 15,1 8 23-15,3 3 55 16,9-2-32-16,9-6-10 16,3-5-14-16,0-8-14 15,15-8 0-15,11-7-3 16,7 0 4-16,3-18-1 15,0-9-8-15,-7-3 0 16,-8-1-56-16,-8 0-24 0,-11 3 0 16,-2 3 0-16,-7 5 46 15,-13 7 16-15,-4 7 17 16,-4 6 1-16,4 0 14 16,4 14-5-16,3 3 15 15,9 0 13-15,5 0-7 16,3-3-13-16,3-1 18 15,19-4-15-15,6-7-2 16,8-2-5-16,0 0-4 16,-1-17-2-16,-2-5-7 15,-4-2 4-15,0-5 0 16,-6 1-1-16,-1 1-2 16,-2-3 0-16,-3 0-1 0,-7 0 1 15,-6 1 7 1,-2 3 31-16,-2 8 5 0,0 8-11 15,0 6 11-15,0 4-6 16,0 14-38-16,0 17-8 16,-3 11 8-16,3 2 2 15,0-4 5-15,6-7-5 16,13-5 3-16,4-8-3 16,4-8 0-16,-2-12 3 15,5 0 0-15,1-15 2 16,-1-10-3-16,-3-6-4 15,-6 2-4-15,-8 0-18 0,-3 5 15 16,-8 9 4 0,-2 5 3-16,0 6-2 0,0 4-3 15,0 3 4-15,-3 14 1 16,0 5 13-16,3 4-2 16,0-2-5-16,9 0-4 15,16-4-1-15,8-1-2 16,6-4-83-16,4-7-285 15</inkml:trace>
  <inkml:trace contextRef="#ctx0" brushRef="#br0" timeOffset="115268.0052">23981 3676 772 0,'0'0'135'0,"0"0"-37"16,0 0 15-1,0 0-70-15,-100 0-9 0,53 20 11 16,4 5 12-16,9 3 4 16,10 6-48-16,13-3-9 15,8-2-4-15,3-6-2 16,9-7 2-16,20-9 0 16,7-7 0-16,8 0 10 15,0-7 0-15,-5-12-6 16,-10-2-4-16,-9 0-11 15,-11 5 8-15,-8 4 3 16,-1 4 1-16,0 6 7 16,0 2-6-16,0 0-2 15,-1 1-4-15,-8 22-4 16,-6 7 8-16,3 5 0 16,3 2 3-16,3-5-8 15,1 0 10-15,-2-5 0 0,1-6-5 16,0-7 1-16,1-7 0 15,4-4-1-15,1-3-10 16,0 0-8-16,0-14 4 16,0-9-72-16,16-4 52 15,10 2 26-15,5 6 3 16,2 2-1-16,-3 3 2 16,0 5 4-16,-2-1 1 15,0 1 4-15,-3-2 9 16,-2 0-6-16,-5-2 9 15,-2-2-8-15,-2-2 0 16,-5-3-2-16,1-8-3 0,-6 0 2 16,-4 0-5-16,0 0-1 15,0 4-2-15,-7 7 1 16,-9 5-9-16,2 7 2 16,-4 5 0-16,5 0 0 15,3 0 7-15,4 0-10 16,3 4-4-16,3 6 6 15,0 4 9-15,0-1 0 16,9-3-7-16,8 3 7 16,7-2 0-16,7-5 0 15,7-4 2-15,5-2 2 16,5 0-3-16,1-5 3 16,-4-6 1-16,-5 3-5 0,-7-1 0 15,-9 5 0 1,-11 1-7-16,-8 3 7 0,-5 0 0 15,0 0 3-15,-5 0-3 16,-14 6-4-16,-2 6 4 16,0 2 1-16,5 0 13 15,7 0 1-15,6-3-11 16,3 1-4-16,0-2 1 16,3-1-1-16,15-1 0 15,7-5 2-15,5 0 4 16,1-3 4-16,-4 0-8 15,-6 0-2-15,-9 0 0 0,-6 0-6 16,-6 8-13-16,0 6-11 16,-14 6 23-16,-3 4 7 15,0-4 0-15,4 0 0 16,5-3 5-16,7-4 6 16,1-4-9-16,0-4-2 15,13-5 1-15,10 0 5 16,5-7 5-16,3-10-8 15,-1-3-3-15,-8 0-34 16,-8 0-34-16,-9 4-40 16,-5 3 24-16,0 7 46 15,-18 6-12-15,1 0 39 16,0 5 9-16,3 7-4 0,5 2 6 16,4-1 0-1,5-2 6-15,0-2-3 0,5-4 5 16,12-5 3-16,3 0-7 15,4-2 9-15,1-13-4 16,-4-2-8-16,-1-8 6 16,-1-2-7-16,-9-1 3 15,-1-1-2-15,-6 2 14 16,-3 2 44-16,0 8 25 16,0 6 8-16,0 6-44 15,0 5 13-15,0 0-54 16,0 15-7-16,0 14-16 15,0 10 16-15,0-3 10 16,0 0-10-16,0-5 18 0,0-6-14 16,0-6 2-16,0-9 3 15,0-3-9-15,0-7-7 16,0 0 7-16,12-17-4 16,6-12-43-16,1-7-22 15,-1-1-73-15,-3-2 53 16,-3 3 47-16,-4 12 40 15,-4 11 2-15,-2 12 43 16,1 1-23-16,0 10-4 16,2 17 114-16,-2 7-53 15,-1 7-19-15,-2 1-27 16,0 0-11-16,-4 1-10 16,-14 4-10-16,-11-4-47 0,-14-7-386 15</inkml:trace>
  <inkml:trace contextRef="#ctx0" brushRef="#br0" timeOffset="179468.9891">5576 8025 91 0,'0'0'558'15,"0"0"-498"-15,0 0-51 16,0 0 23-16,0 0 49 16,0 0 13-16,0 0-3 15,0 0-18-15,0 0-27 16,0 0-15-16,0 0-21 16,0 0-1-16,1 0-9 15,4 0-2-15,2 0-6 16,6 4 8-16,4 4 0 15,3-2 1-15,2 1 0 0,3 0 4 16,2-1-4 0,1 2-1-16,-2-5-197 0,-1-3-166 15</inkml:trace>
  <inkml:trace contextRef="#ctx0" brushRef="#br0" timeOffset="182582.2921">9796 10311 752 0,'0'0'73'15,"0"0"-36"-15,0 0 3 16,0 0 14-16,0 0 16 15,0 0-24-15,0 0-22 16,-2 0-14-16,32-3-2 16,12-6 13-16,14 0 0 15,14-3-11-15,5 2 0 16,-3-1-5-16,1 2-3 16,-9 0-2-16,0 1 0 0,-1-2-9 15,-1-1 8 1,-2 0-28-16,-11 0-107 0,-11 2-30 15,-12 3-25-15,-17 1-273 16</inkml:trace>
  <inkml:trace contextRef="#ctx0" brushRef="#br0" timeOffset="182787.7423">10043 10325 1106 0,'0'0'114'16,"0"0"-114"-16,0 0-14 16,0 0 14-16,94 3 2 15,-33-3 0-15,8-12 4 0,8-3-3 16,10-1-3-16,5-4 0 16,2 4 0-16,-3 2-2 15,-1 1-61-15,-7 1-139 16,-9 1-63-16</inkml:trace>
  <inkml:trace contextRef="#ctx0" brushRef="#br0" timeOffset="210616.7522">11479 7989 434 0,'0'0'90'0,"0"0"-27"16,0 0 34-16,0 0 52 15,0 0-71-15,0 0-19 16,0 0 41-16,0 0-40 0,-8-8-25 15,6 8 4-15,2 0-12 16,0 0-14-16,0 0-11 16,0 0-2-16,0 0-1 15,13 0-5-15,7 0 6 16,7 0-2-16,3-2 2 16,-2 0 0-16,0-3 0 15,-2 0 6-15,-3-1-5 16,-1 1-1-16,-6 1 0 15,-4 2 1-15,-4 1-1 16,-5 1-1-16,-3 0 1 16,0-2 7-16,0 2-7 15,0 0-6-15,0 0-36 0,0 0-181 16,0 0-184 0</inkml:trace>
  <inkml:trace contextRef="#ctx0" brushRef="#br0" timeOffset="212164.2525">5421 8015 646 0,'0'0'81'16,"0"0"-68"-16,0 0-12 0,0 0 19 16,0 0 41-16,0 0-8 15,19 0-8-15,2 0-9 16,6 0-5-16,3 0 7 15,3 0-24-15,1 0 2 16,7 5-3-16,1-2 5 16,0 0-8-16,-6-1 15 15,-2-2-18-15,-6 0-5 16,-4 0-2-16,-7 0 8 16,-4 0-7-16,-5-3 0 15,-5 1 2-15,-3 1 1 16,0 1 1-16,0-2 5 0,0-3-7 15,-15 1-3-15,-5 2 0 16,-8 2 2-16,-9 0-7 16,0 0 5-16,-7 3-5 15,-2 5 5-15,2 1 0 16,3-1 0-16,1 1 0 16,7-4 0-16,6 0-1 15,7 0 2-15,6-5 0 16,3 2 4-16,4-1-5 15,1-1 0-15,3 0 8 16,3 0-8-16,0 0 3 16,0 0-4-16,0 0 2 15,0 0-2-15,10 0-6 0,17 0 7 16,16-1 2-16,17-13-1 16,15-4 4-16,10-5-5 15,4 1-6-15,-5 6-42 16,-11-2-281-16</inkml:trace>
  <inkml:trace contextRef="#ctx0" brushRef="#br0" timeOffset="220820.5549">1114 5070 436 0,'0'0'116'15,"0"0"-57"-15,0 0-1 16,0 0-8-16,0 0 9 16,0 0-16-16,0 0-22 15,-4 0 5-15,4 0-1 16,0 0 27-16,0 0 8 16,-3 0-12-16,3 0 22 0,0 0-29 15,-3 0-8 1,3 0-5-16,-3 0-25 0,0 0 3 15,0 0 0-15,-1 0-12 16,-1 0 7-16,1 0-1 16,-4 0 0-16,-1 3 4 15,-2 2-9-15,0-2 5 16,-4 4 0-16,-3 0 0 16,2 2 0-16,-4 1-1 15,-1 1 2-15,2 0-2 16,-1 1 0-16,0 0 1 15,5-1 0-15,0 2-1 16,3-1 1-16,-1-3-5 16,-2 2 5-16,7-3 0 15,2-2 6-15,2-1-6 0,-1 0-7 16,1-2 7 0,-1 1 0-16,-2 1 0 0,4 0 0 15,-3-3 4-15,3 3 2 16,-3 2-6-16,-3 1 2 15,0 1-2-15,0 2 0 16,0 1-5-16,-1-1 5 16,1 2 5-16,0 1-4 15,-3 0-1-15,1-2-1 16,2 3 0-16,-2-1 1 16,-3 2 6-16,2 0-5 15,-1 3 0-15,-2 4 2 0,0 0-2 16,4 4-1-16,-2-1 4 15,1 1-3-15,2-1-2 16,4 1 1-16,-2-1-2 16,2-3 2-16,-1 1 0 15,-2-1 4-15,2-1-4 16,0-2 2-16,0-1-2 16,-3-1 2-16,2 1 4 15,2-2-6-15,3 2 3 16,0 1-3-16,-1-1 1 15,4 2-1-15,0 0 4 16,0 2-4-16,0 1-4 16,0 1 4-16,0 0 0 0,0 0 0 15,0 1 0 1,0-3 1-16,0 1-1 0,0-3 0 16,0-3 0-16,0-1 0 15,0 0 3-15,0-1-3 16,4 1 1-16,-4 0-2 15,3 2-2-15,0 3 3 16,0 0 0-16,2 5 0 16,1 2 3-16,0 2-2 15,2 1-1-15,-2 1 2 16,2-3-2-16,1-1-2 16,-1-3-1-16,-1-4 3 0,-1 0 4 15,0-3-4 1,1 1 0-16,2-1 4 0,-1 4-3 15,2 4 1-15,2 0 2 16,0 1-1-16,1 2-1 16,-1-1-2-16,-1 1 5 15,2-3-6-15,-2-4 2 16,-1-4 5-16,-4-5-6 16,-3-7 0-16,0 0 3 15,0-5 0-15,-3-1-3 16,3-1-1-16,0 3 1 15,-1-1 0-15,8 4 0 16,-1-4-93-16,-6 1-240 16</inkml:trace>
  <inkml:trace contextRef="#ctx0" brushRef="#br0" timeOffset="224851.5151">8783 10299 780 0,'0'0'92'0,"0"0"-81"15,0 0-11-15,0 0 0 16,0 0 28-16,0 0 9 15,0 0 6-15,97-29 4 16,-60 22 4-16,1 1-19 16,6 5-20-16,-2 1-9 15,1 0 12-15,2 0-2 16,2 0-3-16,-2 0-1 16,-3-3-2-16,-6 1-4 15,-8-1-2-15,-7-1 2 16,-6 1 0-16,-6 2-3 15,-3 0-2-15,-4-1 2 16,0 2 1-16,0-1 2 0,-1 1-3 16,-1-3-13-16,0-1-95 15,-10-3-257-15</inkml:trace>
  <inkml:trace contextRef="#ctx0" brushRef="#br0" timeOffset="226852.4613">7369 10182 162 0,'0'0'246'0,"0"0"-234"16,0 0-24-16,0 0 24 0,0 0 9 16,0 0 104-16,0 0 10 15,-14 11-78-15,-5-3-4 16,-8 1 26-16,-9 2-17 16,-6 0-32-16,-11 3 16 15,-13 1-30-15,-8 2 12 16,-14 2-18-16,-15 0-10 15,-11 5 14-15,-14 2-14 16,-8 2 0-16,-10 0 3 16,-3 2-1-16,-5-1-4 15,-4-2 9-15,-4-3-2 16,-7-3 1-16,-7-1 0 0,-1-4-4 16,4-4-2-16,4-1 17 15,8-4-8-15,9 0 27 16,2-1-24-16,0 5 19 15,-11 1-31-15,-3 4-6 16,-6-1 3-16,-3 0 3 16,1-2 46-16,1 0-29 15,-5 1-17-15,-2 2 1 16,-1 3 5-16,6 2-6 16,9 4 3-16,8-4-5 15,15 0 2-15,7-3 0 16,9-3 9-16,7-2-4 15,9-3 12-15,6-2-7 0,6-6-8 16,8-2 0 0,11 0 11-16,11-8-9 0,17-8 4 15,10 1-7-15,9-4 18 16,1 2-1-16,9 1-16 16,-1 1 5-16,4 3-6 15,2 0 1-15,2 5-3 16,1-1 1-16,5 2-1 15,2 3 0-15,3 2 1 16,2 1-4-16,-2 0-34 16,3 0-66-16,0 0-81 15,0 0-102-15,-3 0-64 0</inkml:trace>
  <inkml:trace contextRef="#ctx0" brushRef="#br0" timeOffset="227325.4738">448 10265 462 0,'0'0'431'0,"0"0"-360"15,0 0-71-15,0 0-1 16,0 0 1-16,0 0 122 0,67 102-35 16,-40-49-54-16,-2 5 1 15,-1-2-16-15,0-10-9 16,-9-9-9-16,-2-11-1 15,-1-7 0-15,-3-10-60 16,0-9-188-16,-5-7-233 16</inkml:trace>
  <inkml:trace contextRef="#ctx0" brushRef="#br0" timeOffset="227683.5191">810 10270 933 0,'0'0'107'0,"0"0"-58"16,0 0-23 0,0 0 27-16,0 0 1 0,-48 76-16 15,48-58-11-15,0-2-27 16,5-3 5-16,7-6-2 16,3-7 6-16,4 0-4 15,-1-9 0-15,3-13 1 16,-6-5 0-16,-6-1-5 15,-1-1 3-15,-6 4-3 16,-2 2 4-16,-2 5-2 16,-15 4-3-16,-7 5 7 15,-3 6 4-15,-4 3 14 0,3 0-9 16,5 14-8 0,7 6-6-16,10 1-2 0,4-4-10 15,2 0 10-15,6-2-4 16,18-10-93-16,9-5-182 15,9-11-259-15</inkml:trace>
  <inkml:trace contextRef="#ctx0" brushRef="#br0" timeOffset="228015.6329">1070 10101 1044 0,'0'0'124'0,"0"0"-100"15,0 0 12 1,-40 89 16-16,40-72-33 0,4 0-14 16,16-4-3-16,8-7 4 15,3-6-5-15,5 0 1 16,-2-19-2-16,2-6 5 16,-15-3-10-16,-3 0-21 15,-15 3 6-15,-3 2 7 16,-16 3 11-16,-10 5 4 15,-14 3 5-15,-5 9 1 16,-3 3 26-16,5 8-10 16,5 14 3-16,7 2-27 15,15-3 13-15,8-1-13 16,8-4 0-16,0-6-21 0,20-3-60 16,15-7-174-1,4-11-226-15</inkml:trace>
  <inkml:trace contextRef="#ctx0" brushRef="#br0" timeOffset="228279.935">1720 9680 945 0,'0'0'237'16,"0"0"-195"-16,0 0-39 15,0 0 47-15,-36 106 0 0,36-57-18 16,0 5 28-16,0 5-31 16,9 2-2-16,0-3 10 15,0-7-31-15,-1-8 6 16,-4-9-12-16,-1-8 0 16,-2-11-1-16,-1-8 1 15,0-7-104-15,-8-2-210 16</inkml:trace>
  <inkml:trace contextRef="#ctx0" brushRef="#br0" timeOffset="228438.5098">1361 9922 1142 0,'0'0'99'0,"0"0"-30"16,0 0 0-16,0 0 1 0,0 0-49 15,0 0-21-15,-17 9-3 16,48 8-3-16,16-1-4 15,11-5-241-15,12-4-420 16</inkml:trace>
  <inkml:trace contextRef="#ctx0" brushRef="#br0" timeOffset="228589.1557">2099 10132 1116 0,'0'0'221'16,"0"0"-135"-16,0 0-19 0,0 0-8 15,0 0-49 1,0 0-10-16,-76-31-2 0,70 16-83 16,-5-6-454-16</inkml:trace>
  <inkml:trace contextRef="#ctx0" brushRef="#br0" timeOffset="230719.5576">610 6788 476 0,'0'0'201'0,"0"0"-149"16,0 0 48-16,0 0-3 16,0 0 7-16,0 0-25 15,0 0-44-15,-10-11-25 16,10 11-10-16,0 0-12 15,16 16 10-15,8 8 1 0,6 8 2 16,3 5 3-16,1 6-4 16,2 7 8-16,3 5-2 15,-2 3 0-15,2-1-2 16,-3-6 8-16,1-8-7 16,-7-11 0-16,-5-8-5 15,-6-7 0-15,-5-8 0 16,-9-1 2-16,2-3 0 15,-7-5-2-15,0 0 1 16,0 0 2-16,0 0-3 0,0-10-69 16,0-7-222-1,0-3-466-15</inkml:trace>
  <inkml:trace contextRef="#ctx0" brushRef="#br0" timeOffset="231081.1448">970 7023 926 0,'0'0'134'16,"0"0"-76"-16,0 0-36 16,0 0-22-16,0 0 0 15,0 0-10-15,37 22 10 16,0 7 20-16,1 3 12 0,1 2-24 15,-5 3-8-15,0-2 8 16,-7-1-6-16,-11-5 5 16,-8 0-3-16,-8-5-4 15,-3 4 40-15,-27-3 34 16,-9 2-32-16,-7-3-10 16,-5-4-16-16,-1-6 1 15,-3-6-9-15,4-4 7 16,2-4-15-16,4 0 0 15,11 0-6-15,16-3-75 16,6-3-40-16,9-5-213 16</inkml:trace>
  <inkml:trace contextRef="#ctx0" brushRef="#br0" timeOffset="232002.8722">856 4902 909 0,'0'0'143'16,"0"0"-143"-16,0 0 0 16,0 0 4-16,0 0 9 0,0 0 69 15,108-18-41-15,-62 12-14 16,2 2-18-16,1 4 8 16,-1 0-14-16,-2 0-3 15,-7 8-3-15,-9 9 2 16,-8 6 1-16,-10 6 0 15,-11 6 8-15,-1 8 32 16,-10 7-16-16,-18 5 17 16,-8-2-15-16,0 1-8 15,5-7-18-15,4-4-8 16,8-5 4-16,5-12-122 16,8-10-335-16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38:32.809"/>
    </inkml:context>
    <inkml:brush xml:id="br0">
      <inkml:brushProperty name="width" value="0.05292" units="cm"/>
      <inkml:brushProperty name="height" value="0.05292" units="cm"/>
      <inkml:brushProperty name="color" value="#FF0000"/>
    </inkml:brush>
  </inkml:definitions>
  <inkml:trace contextRef="#ctx0" brushRef="#br0">1783 12651 613 0,'0'0'147'16,"0"0"-80"-16,0 0-3 16,0 0-44-16,0 0 25 15,0 0 15-15,0 0-34 16,0 0-3-16,73-61-22 16,-39 50 1-16,-1 2 4 15,-2 3-4-15,-4 4-2 0,-6 2-2 16,-3 0-6-16,-10 0-60 15,0 9-40-15,-8 11-11 16,-4 7-90-16,-19 9 99 16,-5 6-5-16,-5 5 84 15,-4 1 31-15,-2 0 31 16,3-3 51-16,7-7-16 16,12-10 46-16,11-9-14 15,6-8-68-15,5-4 5 16,17-5 10-16,11-2 43 15,13-2 0-15,5-14-10 16,6-7-47-16,-1 2-23 16,-7-3-5-16,-7 0-2 15,-7-1-1-15,-10-7-55 16,-12-4-83-16,-13-7-74 16,0-2-235-16</inkml:trace>
  <inkml:trace contextRef="#ctx0" brushRef="#br0" timeOffset="237.3654">1850 12441 623 0,'0'0'69'0,"0"0"-36"15,0 0-8-15,0 0-14 16,0 0-3-16,107-50 18 16,-47 50 8-16,1 4-21 15,0 23-11-15,-7 6 2 0,-9 9 7 16,-12 8-11-1,-13 4 1-15,-12 8 8 0,-8 1 0 16,-3 0-5-16,-24-7-3 16,-9-5 13-16,-6-8-9 15,-5-7-4-15,-4-4-1 16,3-10-84-16,1-14-248 16</inkml:trace>
  <inkml:trace contextRef="#ctx0" brushRef="#br0" timeOffset="923.214">1890 8253 526 0,'0'0'405'0,"0"0"-405"16,0 0 6-16,108-24-6 16,-49 3 0-16,-1-1 0 15,-4-3 2-15,-2 2-2 0,-14 3-2 16,-1 0-54-16,-16-3-84 15,-12 1-303-15</inkml:trace>
  <inkml:trace contextRef="#ctx0" brushRef="#br0" timeOffset="1072.8094">1958 7887 664 0,'0'0'1'16,"0"0"-2"-16,0 0-13 15,0 0-8-15,100-80 12 16,-56 76 10-16,-2 4-5 16,-9 0-120-16</inkml:trace>
  <inkml:trace contextRef="#ctx0" brushRef="#br0" timeOffset="1414.892">2036 8508 764 0,'0'0'119'0,"0"0"-114"16,0 0-4-16,0 0 4 15,103-22 47-15,-58 4 16 16,0-2-36-16,-3 2-21 16,-4-1-9-16,-5 1 0 15,-5 0-2-15,-9-5-26 16,-5-6-73-16,-8-4-45 15,-6-5-203-15</inkml:trace>
  <inkml:trace contextRef="#ctx0" brushRef="#br0" timeOffset="1716.1037">1941 7804 544 0,'0'0'62'0,"0"0"-62"16,0 0 2-16,112 6 46 16,-60 8 15-16,6 5-9 15,8-1-2-15,-1 4-6 16,0 6-35-16,-4-2-1 16,-9 9 14-16,-15 2-12 15,-13 8-3-15,-18 13 15 0,-6 7 2 16,-24 4 14-16,-16 0 1 15,-9-3-18-15,-2-2-7 16,-1-1-4-16,3-1-12 16,8-6-14-16,11-13-200 15,10-14-402-15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18:28.587"/>
    </inkml:context>
    <inkml:brush xml:id="br0">
      <inkml:brushProperty name="width" value="0.05292" units="cm"/>
      <inkml:brushProperty name="height" value="0.05292" units="cm"/>
      <inkml:brushProperty name="color" value="#FF0000"/>
    </inkml:brush>
  </inkml:definitions>
  <inkml:trace contextRef="#ctx0" brushRef="#br0">20477 6900 600 0,'0'0'146'0,"0"0"-88"16,0 0 28-16,0 0-20 0,0 0 28 16,0 0-35-16,0 0-16 15,0-5-27-15,0 5-9 16,0 0 4-16,0 0 2 16,0 0-13-16,0 9 5 15,1 7 6-15,4 5 13 16,-2 3-8-16,0 6 3 15,1 0 3-15,0 4-2 16,1-1 1-16,0-3-9 16,-2-3 7-16,3-6-15 15,1-4-2-15,-3-8 2 0,0-5-4 16,0-4-1-16,-1 0-13 16,3 0-53-16,0-13-40 15,3-11-243-15</inkml:trace>
  <inkml:trace contextRef="#ctx0" brushRef="#br0" timeOffset="308.1805">20711 6868 672 0,'0'0'72'0,"0"0"-52"16,0 0-3-16,0 0 58 15,0 0 14-15,0 0-40 16,18 90 11-16,-11-54-11 16,1 1 6-16,-2-1-13 15,0 0-14-15,-2-3-10 16,-1-6-17-16,0-2 0 15,-2-6 4-15,-1-7-5 16,0-3 0-16,0-7-16 16,0-2-116-16,0 0-53 15,-14-1-150-15</inkml:trace>
  <inkml:trace contextRef="#ctx0" brushRef="#br0" timeOffset="699.2552">20389 7011 693 0,'0'0'65'16,"0"0"2"-16,0 0-11 0,0 0-27 15,0 0-22-15,0 0 32 16,4 43 69-16,11-8-45 16,2 3-2-16,2 0-10 15,0 1-12-15,1-3-14 16,2-2-11-16,2-4 0 16,1-3-3-16,-2-6-3 15,1-4-3-15,2-8 0 16,1-6 3-16,0-3-1 15,3-4 1-15,0-15-2 16,-4-3-6-16,3-3 0 16,-5 0-29-16,1 1-56 15,2 0-76-15,-5-2-185 0</inkml:trace>
  <inkml:trace contextRef="#ctx0" brushRef="#br0" timeOffset="4799.349">848 9238 352 0,'0'0'222'16,"0"0"-164"-16,0 0 14 15,0 0-21-15,0 0 39 16,0 0-27-16,0 0-24 16,-11 0-9-16,11 0-2 15,0 0-1-15,0 0-9 16,0 0-2-16,0 0-12 15,0 6-3-15,0 2 11 16,8 1 9-16,6-1 1 16,0-1 6-16,10 0-5 15,-2 0-10-15,6-1 12 0,-5-2-14 16,4-1-8-16,-5-3 8 16,-1 0-10-16,-3 0 3 15,-1 0-2-15,-3 0 1 16,-2 0-2-16,-3-4-1 15,-5-2-43-15,-2 3-18 16,-2-5-52-16,0-3-35 16,0 1-141-16</inkml:trace>
  <inkml:trace contextRef="#ctx0" brushRef="#br0" timeOffset="5206.8424">961 9099 693 0,'0'0'116'0,"0"0"-54"16,0 0-23-16,0 0 24 16,0 0 21-16,0 0-57 15,-3 0-27-15,9 0 1 16,13 0 1-16,-1 7-2 15,3 1 6-15,0 2 4 16,-3 1-6-16,4 2 7 16,-4 1-6-16,2 0-5 15,-6 1 4-15,-3 2 8 16,-2 0-3-16,1 2-7 0,-7 1 4 16,-3 2 8-1,0 2 23-15,0 2 2 0,-9-1-21 16,-6-3 4-16,0-2-5 15,-1-4 3-15,2-4-6 16,-2 0-7-16,3-5-5 16,1-1 3-16,3-4-5 15,4 1-10-15,2 0-89 16,2-2-164-16,-1-1-237 16</inkml:trace>
  <inkml:trace contextRef="#ctx0" brushRef="#br0" timeOffset="10200.4751">21357 9085 562 0,'0'0'88'16,"0"0"-22"-16,0 0 4 16,0 0 24-16,0 0-34 15,0 0-8-15,0 0-20 16,0-13-23-16,0 13-2 15,0 0-7-15,0 0-5 16,0 0-2-16,0 7 7 16,4 6 10-16,1-1 11 15,-1 3 19-15,5 0-24 16,-1-4 1-16,1-1 8 0,1-3 5 16,2-4-9-16,6-3-3 15,4 0 8-15,11-1 2 16,3-14-19-16,-2 0-6 15,-1-1-3-15,-5 2-19 16,-6 3-60-16,-1 3-93 16,-3 2-79-16,-7 5-472 15</inkml:trace>
  <inkml:trace contextRef="#ctx0" brushRef="#br0" timeOffset="12187.3772">834 10178 443 0,'0'0'208'0,"0"0"-117"0,0 0 51 15,0 0-44-15,0 0 19 16,0 0-48-16,-21-13 13 15,18 10-28-15,0 3 2 16,3-1-25-16,-1 1 5 16,1 0-22-16,0 0-4 15,0 0-10-15,0 0-1 16,9 0-10-16,10 4 6 16,11 5 5-16,3-2 1 15,0-2-1-15,-2-1 0 16,-3-1 1-16,-4-3-1 15,0 0 0-15,-7 0-2 16,-1-5-24-16,-6-7-41 0,-4 0-33 16,-3-5-63-16,-3 0-101 15,0-1-107-15</inkml:trace>
  <inkml:trace contextRef="#ctx0" brushRef="#br0" timeOffset="12465.7184">940 10068 570 0,'0'0'145'0,"0"0"-67"16,0 0 17-16,0 0-42 15,0 0-43-15,0 0-10 16,24 0 0-16,3 0-5 0,1 0 10 16,2 4 0-1,1 8-5-15,-4 0 6 0,-2 4-5 16,-8 2 2-16,-1 3-3 15,-10 4 13-15,-6 2 5 16,0 2 27-16,-9 0-5 16,-10 0-18-16,-5 0-10 15,0-1-11-15,2 1-1 16,-2-5-166-16,2-7-434 16</inkml:trace>
  <inkml:trace contextRef="#ctx0" brushRef="#br0" timeOffset="15099.2915">21339 10037 407 0,'0'0'35'0,"0"0"-17"16,0 0 24-16,0 0 15 16,0 0 0-16,0 0 11 15,0 0-11-15,27-23-6 16,-27 23 34-16,0 0-27 15,0 0 19-15,0 0 4 16,0 0-20-16,0 0-5 16,0 0-18-16,0 0-1 15,0 0-16-15,0 0-7 16,0 0-14-16,0 0 0 16,0 0 0-16,0 0-3 0,0 2 1 15,0 8-4-15,0 4 0 16,1 0 12-16,2 1-12 15,4 2 7-15,0-4-1 16,2 1 1-16,1-1-1 16,-6-2 8-16,2-5-8 15,-3-3 0-15,-1-2-3 16,-1-1 3-16,1 0 3 16,4 0 6-16,6 0 20 15,3-12-20-15,7-8 4 16,0 1-8-16,1-1-2 15,0 0 2-15,2 1-5 0,-2 1 6 16,0 2-11 0,-5 3 5-16,-2 4-4 0,-2 3 2 15,0 0-39-15,1 5-38 16,2 0-56-16,-4-1-132 16,-5 1-283-16</inkml:trace>
  <inkml:trace contextRef="#ctx0" brushRef="#br0" timeOffset="22834.5785">2229 11517 432 0,'0'0'17'0,"0"0"-3"16,0 0-12-16,0 0 5 16,0 0 7-16,0 0 14 15,0 0-13-15,0 0 26 0,-33-28 17 16,31 28 9-16,1 0-23 16,1 0-6-16,0 0-17 15,0 0 25-15,0 0-30 16,0 0-1-16,0 0-9 15,0 0-1-15,0 0-3 16,0 0 0-16,0 0 6 16,0 0 12-16,0 0-14 15,0 0 17-15,0 0 10 16,1 0-11-16,10 0 0 16,-2 0 22-16,4 0 3 15,-2 0-34-15,2 0 4 16,-1 0-13-16,4 0 2 0,1 0 4 15,-1 0 3-15,1 0-8 16,2 0 8-16,-1 0-13 16,1 0 7-16,2 0-3 15,0 0 10-15,2 0-4 16,5 0-10-16,-1 0 3 16,-2 0-2-16,2 0-1 15,-6 0-1-15,0 0 1 16,-2 0 0-16,-4 0-2 15,3 0 0-15,1 4 2 16,2 0 0-16,1 2 1 16,2-2 4-16,0 3-5 15,3-2 0-15,0-3 0 16,1 3-5-16,0-1 5 0,2-3 5 16,1-1-3-1,3 0-1-15,-3 0 0 0,-1 0 0 16,-2 0 1-16,-1 0 0 15,0 0-2-15,-3 0 0 16,2 0 0-16,-3 0 1 16,5 0 0-16,-5 0-1 15,3 2 3-15,-2-1-3 16,-4-1 0-16,5 0-2 16,-1 2 4-16,-2-1-1 15,6 1 6-15,-2-1-12 16,2 2 8-16,-1 2-3 15,-3-2 1-15,3 1 3 0,-2-1-4 16,3-1 1-16,4 0 0 16,-1-2 3-16,4 0-2 15,3 0-2-15,-2 0-1 16,3-4 0-16,-5-1 2 16,5 0 0-16,-2 0-1 15,3-1 2-15,1 3-4 16,1-1 3-16,1 3-1 15,-1-2 0-15,1 3 0 16,0 0-2-16,2 0 4 16,-2 0-3-16,2 0 1 15,-2 0 0-15,-1 0-3 0,-3 0 6 16,2 0-3 0,0 0 4-16,-1 0-3 0,0 0 0 15,-1 0 2-15,-1 0-3 16,1 0 0-16,-4 0-3 15,-1 0 3-15,-1 0 2 16,0 0 3-16,-2 4-5 16,2-1 0-16,-2-2 0 15,1 1 0-15,-1 1 0 16,-1-2 0-16,4 2 1 16,-1 0-1-16,0-3 0 15,2 1 2-15,0-1 0 16,-1 1-3-16,0 1 2 15,2-1 3-15,1-1-1 16,4 0-3-16,-1 0-1 0,-1 0 0 16,1 0 1-16,-3 0 4 15,-1 0-2-15,2 0-1 16,0-1 2-16,-1-2 6 16,-1-1-5-16,-1 4 4 15,-1-3-5-15,0 2 0 16,3-1 1-16,-2 2-4 15,-4 0 0-15,3 0 3 16,-3 0-3-16,-1 0 1 16,0 0-1-16,-1 0 0 15,-1 0 3-15,0 0 1 16,1 0-6-16,0 0 4 0,-1 0 5 16,1 0-6-1,-2 0 2-15,-1 0 2 0,-3 0-1 16,-2 0 3-16,-4 0-4 15,-1 0-2-15,-5 0 6 16,-1 0 11-16,-1-3-9 16,-3 2-6-16,1-1 12 15,-2 0-15-15,2-1 7 16,-2 3 1-16,-3 0-1 16,0 0 2-16,-2 0-9 15,0 0 5-15,0 0-5 16,0 0 3-16,0 0-2 15,0 0 3-15,0 0-3 0,0 0-1 16,0 0 0 0,0 0 0-16,0 0 0 0,0 0-22 15,0 0-52-15,0-7-168 16,-28-11-667-16</inkml:trace>
  <inkml:trace contextRef="#ctx0" brushRef="#br0" timeOffset="28238.5127">7776 10776 568 0,'0'0'114'15,"0"0"-72"-15,0 0-3 16,0 0 16-16,0 0 24 15,0 0-41-15,0 0-28 16,0 0-9-16,0 0 4 0,0 0-4 16,0 0-1-16,4 0 31 15,5 3 21-15,2 3-32 16,-1 2-19-16,1 1 18 16,3 1-12-16,-2 0-6 15,2 4 1-15,1 0 6 16,-3 1-5-16,1 2-2 15,1 2-1-15,-1-1 7 16,-1-2-5-16,-1 1-2 16,-1-2 6-16,-3 0-2 15,1 1-4-15,-3 0 1 16,3-2 5-16,-3 1 6 16,-2-1-11-16,1-1 2 0,-1 0 1 15,0 0-3-15,0-2-1 16,0 0 9-16,0 0-9 15,-3-1 0-15,0 2-4 16,0-1 5-16,0 0-1 16,0 3 16-16,0-1-9 15,-3-1-6-15,0 2 1 16,-1-4-2-16,1 3 1 16,0-2-1-16,0 1 3 15,0-1-3-15,1 0 0 16,-1 0 1-16,0 2 1 15,-2-3-2-15,3 0-2 16,-3-1 2-16,2-2 0 16,-1 0 1-16,-1 1 2 0,1-1-3 15,-3 2 1-15,2-2-1 16,-1 1 0-16,0-1 0 16,0 0 0-16,-1 1 1 15,1-2 0-15,0 2-1 16,0 0 1-16,1-1-1 15,-5 2 0-15,3-1 0 16,2-1 0-16,-4 1 0 16,2-1 0-16,-2 0-1 15,1 0 1-15,0-1 0 16,-2-2-1-16,1 2 1 0,0-3 0 16,-3 3 0-1,0-4-2-15,-2 3 1 0,-2-1 1 16,-1 3 0-16,0-1 0 15,-2-1 0-15,2 1 0 16,-2-1-4-16,0 2 4 16,-1-1 3-16,-1 1-2 15,-1 0-2-15,2-2-2 16,1 0-3-16,3-1 6 16,2 1 2-16,1-2-2 15,2 1 0-15,1-1 0 16,-2-2 0-16,3 1 0 15,-1-2 2-15,2 1 0 16,-3-1 1-16,3 0-1 0,-4 0 0 16,-1 0-1-16,0 0 6 15,-3 0-5-15,3 1 1 16,-4 1 5-16,2-2 3 16,1 0-8-16,0 0 2 15,1 0-2-15,1 0 4 16,1 0-4-16,-1 0 2 15,0 0 0-15,-1 0 1 16,1 0-5-16,0 0 4 16,-3 0 0-16,2 0 9 15,-2 0-7-15,0 0-7 16,-3 0 1-16,0 0-1 16,3 3 8-16,2-1-3 0,1 0-5 15,4-1 0 1,-1-1 3-16,1 2 1 0,0-1-4 15,2 0 1-15,0 1-1 16,-1-1 0-16,-1 2 0 16,2-2 0-16,-1 2-4 15,1 0 3-15,-1-1-8 16,2-1 4-16,-3-1-20 16,2 2-35-16,-2 0-65 15,-3 1-129-15,-4-3-233 16</inkml:trace>
  <inkml:trace contextRef="#ctx0" brushRef="#br0" timeOffset="29438.5151">1328 11201 753 0,'0'0'113'0,"0"0"-36"15,0 0 18-15,0 0 7 16,0 0-38-16,0 0-17 16,0 0-17-16,3-14-14 15,12 9 3-15,0 0-4 16,7-1-14-16,0-2-1 0,-2-1 9 15,4 1-9-15,-5 1 0 16,-4 2-1-16,0 2-47 16,-5 3-122-16,-4 0-138 15,-4 1-257-15</inkml:trace>
  <inkml:trace contextRef="#ctx0" brushRef="#br0" timeOffset="29685.0262">1394 11398 761 0,'0'0'61'0,"0"0"-52"16,0 0 75-16,0 0-3 15,86-17-25-15,-56 11-22 0,0-1-23 16,-2 3-5-16,-1-2-6 15,-8 0-21-15,-1-2-108 16,-5-1-59-16,-8-7-269 16</inkml:trace>
  <inkml:trace contextRef="#ctx0" brushRef="#br0" timeOffset="30099.9233">1395 11047 675 0,'0'0'116'0,"0"0"-69"15,0 0 48-15,0 0 10 16,0 0-14-16,0 0-60 15,-12 4-22-15,15-2-1 16,13 2 19-16,4 3 13 16,4-3 2-16,1 4-19 15,3-1-6-15,2 3-9 16,3 2-5-16,3 2-3 0,-3 6 5 16,-2 1-4-1,-7 6-1-15,-5 3-1 0,-8 2 1 16,-8 4-3-16,-3 0 3 15,-2 2 7-15,-13-1 9 16,-6-3-4-16,-1-1-8 16,-1-4-1-16,1-4 3 15,3-3-6-15,0-7 0 16,5-5-8-16,2-5-71 16,0-5-101-16,5 0-338 15</inkml:trace>
  <inkml:trace contextRef="#ctx0" brushRef="#br0" timeOffset="41599.2099">13210 12068 91 0,'0'0'649'0,"0"0"-592"0,0 0 3 16,0 0-27-16,0 0 58 16,0 0 22-16,0 0-54 15,0 0-22-15,16-37-3 16,-14 37-11-16,-2 0 4 16,0 0 5-16,0 0-27 15,0 0-4-15,3 0-2 16,1 4 1-16,3 9 0 15,-1 3 30-15,0 0-10 16,-1 2-5-16,1 2 5 16,3 2-11-16,-5-2 6 15,2-1-3-15,-1-2-4 0,-2-4-4 16,4-1-2 0,-4-7-1-16,-1-1 5 0,-1-4-5 15,1 0 3-15,2 0 6 16,4-2 19-16,6-12-10 15,2-6-8-15,3-2-4 16,-3 1-4-16,2 0-3 16,-3 1 0-16,4 4-6 15,1 5-32-15,-1 4-42 16,2 2-127-16,-3 0-245 16</inkml:trace>
  <inkml:trace contextRef="#ctx0" brushRef="#br0" timeOffset="44670.0601">21770 12112 520 0,'0'0'70'15,"0"0"-10"-15,0 0 5 16,0 0 9-16,0 0-30 0,0 0-8 16,0 0-4-1,0 0-31-15,-2-16 28 0,2 13 2 16,0 3-30-16,0-1 21 15,0 1 23-15,0 0-31 16,0 0-2-16,0 0-1 16,0 0-6-16,0 0-4 15,0 0 22-15,0 0-5 16,0 0-13-16,0 0 8 16,0 0 4-16,0 0-9 15,0 0 2-15,0 0-8 16,0 0-2-16,0 0-1 0,0 0-11 15,0 1 12-15,2 7 0 16,5 3-8-16,1 3 8 16,-2 0 4-16,1 0-2 15,1 0 1-15,-1 0-4 16,1-2 2-16,0-2 9 16,-3-1-9-16,-3-4 4 15,2 0-2-15,-2-4 5 16,-1-1 8-16,1 0 1 15,-1 0 16-15,5 0 4 16,7-3-2-16,5-7-30 16,5-4-3-16,2 1 5 15,2-1-6-15,3 1-1 16,1-1-4-16,2 2 4 16,-2 2 1-16,0 1-1 15,-1-1-1-15,-4 6 1 16,-4 2 0-16,-4 0 7 0,1 2-10 15,-2 0 3-15,-1 0-11 16,-1 0-83-16,0 0-54 16,-6 0-158-16</inkml:trace>
  <inkml:trace contextRef="#ctx0" brushRef="#br0" timeOffset="49534.1674">14009 13300 359 0,'0'0'101'16,"0"0"-54"-16,0 0-19 15,0 0 27-15,0 0 26 16,0 0-30-16,0 0-13 0,0-17-7 16,0 17 16-16,0-3-23 15,0 3 40-15,-1 0-15 16,1 0 9-16,0 0-23 15,0 0-9-15,0 0-18 16,0 0-8-16,0 0-5 16,0 0 1-16,0 0-4 15,0 8 7-15,0 1 2 16,0 2 8-16,0-2-9 16,0 2 0-16,3-1-6 15,1-2 6-15,1-1 0 16,2 0 6-16,-3-3-5 0,0-1 6 15,2-1-7-15,0-2 0 16,0 0 3-16,1 0 11 16,0 0-11-16,1-2 1 15,1-7 1-15,3 0 1 16,-3-2 0-16,1 1-6 16,0 1 0-16,-4 2 0 15,4 0 0-15,-2 2 0 16,1-1-1-16,3 2-45 15,2-1-82-15,-2 3-51 16,2-3-171-16</inkml:trace>
  <inkml:trace contextRef="#ctx0" brushRef="#br0" timeOffset="51749.0664">21734 13143 470 0,'0'0'69'16,"0"0"-38"-16,0 0 49 16,0 0-14-16,0 0-2 15,0 0 13-15,0 0-18 16,4-47-14-16,-2 41 8 0,-1 0 7 16,1 4 0-1,-2-1-40-15,0 3-1 0,1 0-8 16,-1 0-11-16,1 0-10 15,1 5 3-15,-2 12 2 16,2 0 5-16,0 5 0 16,1-3 0-16,0 1 6 15,1-3-6-15,3-1 0 16,2-5-4-16,-1-2 4 16,-1-2 4-16,2-5 0 15,-4-2-2-15,4 0-2 16,0 0 1-16,7 0 18 15,5-12-5-15,9-7 12 16,4-2-17-16,5-3 8 16,3 1-16-16,-1-1 3 0,-3 1-2 15,-2 3-2-15,-4 4 0 16,-2 3-1-16,-1 3-1 16,-4 3-30-16,2 4-46 15,-4 3-120-15,-1-2-50 16</inkml:trace>
  <inkml:trace contextRef="#ctx0" brushRef="#br0" timeOffset="57638.9294">9145 14263 725 0,'0'0'48'15,"0"0"-42"-15,0 0 12 16,0 0 91-16,0 0 3 16,0 0-66-16,0 0-36 15,0 2 3-15,0-1-13 16,0 5 1-16,0 1 14 16,0 4 9-16,0 3 29 15,0 2-12-15,0-3-12 16,0 4-7-16,0-5-4 15,0 1 1-15,5-4-3 0,1 0-12 16,-2-2 0-16,-1-4 4 16,-1-2-3-16,-1 0-3 15,5-1 2-15,3 0 2 16,5 0 4-16,6-11 3 16,7-6-10-16,0-2 4 15,3-2-7-15,-2 0-4 16,2 1-12-16,-2 1-110 15,-7 0-194-15</inkml:trace>
  <inkml:trace contextRef="#ctx0" brushRef="#br0" timeOffset="62151.1585">21552 14262 384 0,'0'0'92'0,"0"0"-42"15,0 0-16-15,0 0 51 16,0 0 18-16,0 0-49 15,0 0-30-15,0 0 39 16,0-21-25-16,0 19 1 16,0 2-3-16,0 0 10 15,0 0-25-15,0 0-1 16,0 0-2-16,0 0-2 16,0 0-3-16,0 0-12 15,0 0 9-15,0 0-9 16,0 0 7-16,0 2-15 0,3 8 14 15,0 1 5-15,0 2 18 16,0-4-9-16,3 3-15 16,0-4 19-16,-1-1-22 15,-1-2 5-15,2 1 0 16,-3-3 3-16,1 2-4 16,2-5 3-16,2 3 2 15,5-3-11-15,5 0 12 16,8-3 12-16,8-11-10 15,8-5 0-15,7-3-10 16,2-2-4-16,-1-1 1 16,-9 1 2-16,-3 4-3 15,-8 3-1-15,-4 2 1 16,-6 4-1-16,-2 2 0 0,-1 2 0 16,-4 1-2-1,0 1-26-15,0 3-89 0,0 1-73 16,-4 0-117-16</inkml:trace>
  <inkml:trace contextRef="#ctx0" brushRef="#br0" timeOffset="63951.0611">5379 15318 703 0,'0'0'106'0,"0"0"-49"16,0 0 1-16,0 0 63 15,0 0-11-15,0 0-45 16,-10-39-18-16,8 35-1 16,1 3-5-16,-1-1-13 0,2 2-9 15,0 0-6 1,0 0-11-16,0 0-3 0,0 7 1 15,0 12-3-15,2 3 3 16,8 5 2-16,-1-3 7 16,1-3-3-16,2-4-2 15,0-4-3-15,-1-3 6 16,0-5-7-16,0-1 3 16,-2-4-2-16,2 0 3 15,-1 0-3-15,-1 0 0 16,1-3 4-16,-1-8-4 15,2-3 1-15,2-1-1 16,-1-5 0-16,4 1-1 16,-1 2-7-16,6 0-55 15,1 0-133-15,0 0-207 0</inkml:trace>
  <inkml:trace contextRef="#ctx0" brushRef="#br0" timeOffset="65399.7507">21630 15265 554 0,'0'0'47'16,"0"0"-20"-16,0 0 24 16,0 0 15-16,0 0 0 15,0 0-31-15,-3-28 25 16,3 27-19-16,0-2 8 0,0 3-11 16,0-1-14-16,1-1-8 15,1 2 1-15,-2-1-2 16,1 1-2-16,-1 0-4 15,0 0-7-15,2 0 2 16,-1 0-4-16,0 9 2 16,1 7 10-16,0 0-3 15,-2 2 2-15,1 2 20 16,2-3-10-16,3 0-9 16,-3-1-6-16,3-2 8 15,-1 0-6-15,1-3-4 16,2-3-2-16,0-2 3 0,-2-1-2 15,1-2 0 1,1 0 0-16,1-3 2 0,0 0-2 16,5 0-2-16,3-3 13 15,4-9-14-15,3-3 6 16,1-2-5-16,4 1-1 16,-1-1 3-16,5 0-3 15,1 4-3-15,0 0-13 16,-1 2-78-16,-2 2-54 15,-4 2-101-15,-6 0-204 16</inkml:trace>
  <inkml:trace contextRef="#ctx0" brushRef="#br0" timeOffset="68439.0979">14128 16283 524 0,'0'0'82'0,"0"0"-39"0,0 0 18 16,0 0 26-16,0 0-2 15,0 0-20-15,0-20-4 16,0 20-3-16,0 0 4 16,0-2-23-16,0 2-7 15,0 0-2-15,0 0-8 16,0 0-9-16,0 0-2 16,0 0-9-16,0 0-2 15,0 0-4-15,0 0-5 16,0 10 1-16,0 2 8 0,0 3 1 15,0-3 2-15,2 0-3 16,1-2 1-16,-1-3 0 16,2 0 1-16,-1-3-1 15,0 1-1-15,1-4 2 16,-1 1-2-16,1-2 1 16,3 0 3-16,0 0 7 15,5-3-8-15,-1-7-3 16,-1-3-1-16,2 0 1 15,-1-1-1-15,2 2 2 16,-3-1-3-16,-1 4-41 16,-1 1-28-16,2 2-81 15,-4-1-74-15,-4 1-284 0</inkml:trace>
  <inkml:trace contextRef="#ctx0" brushRef="#br0" timeOffset="70100.2194">22102 16330 635 0,'0'0'54'0,"0"0"-32"16,0 0 59-16,0 0 18 15,0 0-26-15,0 0 19 16,-7 0-44-16,6 0-34 16,1 0-9-16,0 0 0 0,0 0 5 15,2 0 7 1,15 0 15-16,2 0 0 0,2 0-19 15,3 0 6-15,3 0-5 16,-2-1-2-16,2-1-6 16,0 2-3-16,-1-2-2 15,-3 1 7-15,0-1-6 16,-7 2-2-16,-1 0-4 16,-8 0 4-16,-2 0 0 15,-3-2 1-15,-2 1-1 16,0-3 4-16,0-1-4 15,-13-5 5-15,-9 4-10 16,-3-2 1-16,-3 3-9 16,-1 0-13-16,4-1 4 15,1 2 13-15,6 4 2 0,7 0-2 16,5 0 3 0,4 0 1-16,2 0 5 0,0 0-2 15,0 0-3-15,4 0 5 16,12 0 0-16,4 0 0 15,2 5-1-15,-1 5 1 16,-2 2 0-16,-1 0 5 16,-1 2-13-16,-4 2 12 15,-4 1-4-15,-7 3 0 16,-2 0-63-16,0 4-145 16,-18-4-167-16</inkml:trace>
  <inkml:trace contextRef="#ctx0" brushRef="#br0" timeOffset="71566.5457">7800 17452 509 0,'0'0'47'0,"0"0"0"15,0 0 43-15,0 0-2 16,0 0-38-16,0 0 0 15,-5 0-42-15,5 0-1 16,0 0 0-16,0 0 5 16,5 0 36-16,11 0 9 15,3 0-1-15,3 0 2 0,0 0-44 16,2 0-4-16,1 0 1 16,3 0-11-16,2-5 2 15,1-2 4-15,-2 0-6 16,-5 1-9-16,-2-1 8 15,-6 0-67-15,-4-2-35 16,-7 1-22-16,-5-2-7 16,0 1-80-16,-3 2-101 15</inkml:trace>
  <inkml:trace contextRef="#ctx0" brushRef="#br0" timeOffset="71832.8331">7979 17348 326 0,'0'0'65'0,"0"0"19"15,0 0-11-15,0 0-8 0,0 0 45 16,0 0-42-16,-24-18-49 16,37 15-15-16,6 0 8 15,3 3 7-15,-2 0 6 16,1 0-11-16,-3 3 3 16,0 6 10-16,-1 4-18 15,-4 1 0-15,-4 3 1 16,-2 0 9-16,-5 2-7 15,-2-2 4-15,0-1-4 16,0 1 10-16,-14-2-6 16,-2 2-5-16,0-3-11 15,-2-2 0-15,4 3-4 16,7-6-117-16,1-6-124 16</inkml:trace>
  <inkml:trace contextRef="#ctx0" brushRef="#br0" timeOffset="85765.1962">16078 1235 667 0,'0'0'109'15,"0"0"-35"-15,0 0-2 16,0 0 7-16,0 0 38 15,0 0-48-15,0 0-22 16,0 0-4-16,-52-17-30 0,44 18-2 16,2 11-11-16,3 6 2 15,3 2-4-15,0 0 5 16,2 1-3-16,13-4 12 16,2-5-10-16,3-7-1 15,-3-5 3-15,-1 0-1 16,-4-5 0-16,-3-11-2 15,-2-4 3-15,-7-2 8 16,0 0-12-16,0 3 1 16,-13 2-2-16,-5 5-1 15,-3 6-3-15,-1 3 10 16,0 3-10-16,5 0 1 16,4 2 1-16,8 7-4 0,5 2-4 15,0 4 9 1,15 1-18-16,13 1-84 0,11-6-94 15,5-8-66-15</inkml:trace>
  <inkml:trace contextRef="#ctx0" brushRef="#br0" timeOffset="86616.9425">16073 1272 685 0,'0'0'57'16,"0"0"-28"-16,0 0 14 16,0 0 31-16,0 0-24 15,0 0-32-15,53-12-4 16,-2 1 14-16,14-3-11 16,11 2-2-16,8-2-14 15,-4 1-1-15,2-1-1 0,0 0-2 16,3-6-2-16,8-2 5 15,4-6 10-15,6-5 17 16,-2-1-14-16,-4 1 3 16,-8 4-8-16,-12 2 1 15,-4 6-8-15,-15 3 0 16,-9 7-1-16,-11 3-6 16,-12 4 5-16,-9 4 1 15,-8-3 1-15,-3 3 3 16,-5 0-4-16,3 0 2 15,-3-2 0-15,-1 2 6 16,2 0 6-16,-2 0 3 0,0 0-3 16,0 0-7-1,0-2-6-15,0 2-1 0,0 0 1 16,0 0 3-16,0 0-4 16,-3 0 12-16,-11 0-6 15,-7 0-6-15,0 0-2 16,-3 8 2-16,3 0 7 15,6 0 16-15,5 1-1 16,4 2-19-16,4-2 5 16,2 5-8-16,0-3 1 15,20 0 1-15,8-3 0 16,8-3 1-16,4-5-2 16,3 0 5-16,-7-6-6 15,-8-5-27-15,-11-4 4 16,-8 3 10-16,-9 0 2 0,0-4 11 15,-18 5 0-15,-12 0-1 16,-7 5 1-16,-5 3 18 16,2 3 1-16,7 0-7 15,9 0 2-15,11 0-10 16,4 3-4-16,9 5 0 16,0 3-18-16,10 1-29 15,20 3-116-15,6-6-123 16</inkml:trace>
  <inkml:trace contextRef="#ctx0" brushRef="#br0" timeOffset="88683.075">15429 1023 722 0,'0'0'169'0,"0"0"-83"15,0 0 2-15,0 0-15 16,0 0-40-16,0 0-26 16,-6 5-4-16,17 16 6 15,4 9 34-15,2 3-5 0,-3 3-16 16,-1-2 3-16,-5 0-3 15,2-4 3-15,0-2-11 16,-2-6 1-16,-2-5-7 16,-3-10-3-16,-1-2-1 15,-1-5 0-15,-1 0 17 16,0-10 29-16,0-16-5 16,-4-8-42-16,-8-7-3 15,1-5 2-15,-2-3-2 16,2-1 0-16,0 1-1 15,3 7-3-15,5 6 2 16,3 10 2-16,0 9 0 16,0 8-1-16,0 5-2 15,3 2-2-15,9 2-2 0,3 0 0 16,6 3 3-16,4 13 4 16,2 4 0-16,1 7-9 15,-1 2 8-15,-3 1 1 16,-2 0-1-16,-7-3 2 15,-3-3 0-15,-4-4-1 16,-5-3-36-16,-3-4-74 16,0-5-120-16,-19-3-153 15</inkml:trace>
  <inkml:trace contextRef="#ctx0" brushRef="#br0" timeOffset="88824.6989">15508 1141 821 0,'0'0'135'0,"0"0"-134"16,0 0-1-16,108-7 1 16,-52-7 0-16,14-3-1 15,9-5-104-15,2-7-533 16</inkml:trace>
  <inkml:trace contextRef="#ctx0" brushRef="#br0" timeOffset="89899.8215">17649 384 0 0,'0'0'906'16,"0"0"-877"-16,0 0-25 16,0 0-4-16,0 0 21 15,0 0 33-15,37 53 11 16,-23-25-7-16,0 4-29 15,0-1 4-15,-2 3-3 16,-2-2-15-16,2-5 4 16,-6-3-3-16,1-9-1 15,-4-6-10-15,1-6 2 16,-4-1 0-16,0-2 3 16,0-2 49-16,0-14-11 0,-7-11-47 15,-5-4 2 1,-4 0 0-16,-1-2 0 0,-3 0-3 15,2-1 0-15,0 0-2 16,-1-1 6-16,4 6-8 16,3-2 1-16,6 4 3 15,6 4-1-15,0 0 1 16,0 7-1-16,4 1 1 16,7 3-1-16,4 2 0 15,3 3 1-15,0 4 0 16,1 3-14-16,0 0 14 15,-2 8-1-15,-4 9-4 16,-4 4 5-16,-6 5-4 16,-3 0-1-16,0 2 4 0,-2-4 1 15,-6-4-5-15,5-8 5 16,3-5 3-16,0-4-3 16,0-2-1-16,8-1 1 15,11 0 3-15,6 0 0 16,0 0-2-16,2 0 0 15,-6 0-1-15,-2 1-1 16,-3 11 0-16,-6 3 1 16,-6 6-6-16,-4-1 6 15,0 4-2-15,-10 2 2 16,-9-4 5-16,2-1-5 16,-1-2 0-16,0-4 3 15,3-3-3-15,2 0 0 16,1-6-1-16,0-4-63 15,0-2-199-15,1 0-468 0</inkml:trace>
  <inkml:trace contextRef="#ctx0" brushRef="#br0" timeOffset="103564.0915">18150 2222 551 0,'0'0'320'0,"0"0"-279"16,0 0-33 0,0 0 63-16,0 0 59 15,0 0-48-15,-17 80-42 0,17-66 1 16,0-3-19-16,11-4-13 15,2-3-5-15,-2-3-3 16,1-1 5-16,-2 0-6 16,-1-7 18-16,-1-8-4 15,-5-4-7-15,-3 2-3 16,0 0 2-16,-2 4 0 16,-11 3-2-16,-5 4-4 15,0 5 14-15,0 1-8 16,1 0-4-16,3 3-2 15,4 4 1-15,6 1-2 16,4 0 0-16,0 3-3 0,0-4-22 16,12 0-97-1,4-7-111-15,-4 0-233 0</inkml:trace>
  <inkml:trace contextRef="#ctx0" brushRef="#br0" timeOffset="104600.1912">17710 1131 25 0,'0'0'300'0,"0"0"-212"16,0 0-27-16,0 0 4 15,0 0 55-15,0 0-40 16,-29-53-28-16,28 43-7 16,1 1-7-16,0 2 25 15,0-1-32-15,0 3 13 16,0-2 9-16,0 5-12 16,0-1-1-16,0 3-5 15,0 0-1-15,0 0-2 16,0 0 1-16,0 0-4 15,0-1-11-15,0 1-7 16,0 0-2-16,0 0-7 0,0 0-4 16,0 0 2-16,0 5-18 15,4 13 3-15,9 12 15 16,6 6 4 0,2 3-4-16,4 6 12 0,1 6-9 15,3 4 3-15,3 7-2 16,2 5 1-16,2-1-5 15,1-2 0-15,-1-2 0 16,-2-3 1-16,-1-1 0 16,-2-2-2-16,-4-3 7 15,-3-4-6-15,0-8 0 16,-4-3 0-16,-1-8 0 0,-3-3 0 16,-4-4 3-1,0-6-2-15,-2-2-1 16,-2-6 0-16,-2-1 0 0,-3-4 4 15,0-2-3-15,-1-2 8 16,-2 0-5-16,0 0 6 16,0 0 1-16,0 0-6 15,0-14 5-15,0-7-10 16,-8-8-84-16,-16-3-231 16,-10-6-548-16</inkml:trace>
  <inkml:trace contextRef="#ctx0" brushRef="#br0" timeOffset="106122.8961">18751 2428 880 0,'0'0'107'0,"0"0"13"16,0 0-14-16,0 0 7 15,0 0-35-15,0 0-58 16,-14-14-20-16,14 23 1 16,0 15-1-16,9 10 5 15,2 10 0-15,1-1 4 16,-2 1 0-16,1-5-7 16,-2-6 5-16,-4-7-5 15,0-4-1-15,-2-10 0 16,-1-6-1-16,-1-4 2 15,-1-2 1-15,0 0 9 16,-3-20 6-16,-13-10-14 0,-4-12-4 16,-3-1 0-16,6-9 3 15,1 2-3-15,5 8-1 16,6 6 1-16,5 5 0 16,0 11 0-16,0 4-3 15,5 6 3-15,4 3-2 16,6 3-4-16,-2 4 4 15,1 0-1-15,2 0-1 16,-4 9 2-16,0 9-2 16,-4 3 0-16,-5 5 3 15,-2-2 1-15,2-4-1 16,0 1 2-16,6-8-2 0,1-2 1 16,4-5-1-1,5-2 1-15,2-1 0 0,-1-1-1 16,-3 1 5-16,-4 4-9 15,-3 3 4-15,-7 5-3 16,-3 7 4-16,0 4 0 16,-18 5 9-16,-6 2-2 15,2-1 1-15,-4-3-2 16,4-1-1-16,4-7-3 16,2-3-4-16,4-7 2 15,-1-6-30-15,3-5-104 16,-7 0-245-16</inkml:trace>
  <inkml:trace contextRef="#ctx0" brushRef="#br0" timeOffset="107052.5892">18924 2328 164 0,'0'0'391'0,"0"0"-288"0,0 0 7 16,0 0 40-16,0 0 19 16,0 0-49-16,14-79-12 15,-14 72-38-15,0 3-24 16,-4 1 2-16,-2 3-2 16,-3 0-5-16,-7 0-27 15,-6 17 0-15,-5 11-13 16,-6 9 1-16,4 6 14 15,6 3-7-15,4 7 11 16,8 2-6-16,6-1-8 16,5-2 1-16,0-5 0 0,11-8-4 15,11-7 0-15,8-4-3 16,6-9 3-16,7-8-3 16,5-8 3-16,5-3 4 15,2-11-7-15,1-18-1 16,1-9-1-16,-4-3-16 15,-6 1-13-15,-10 6-42 16,-14 7-15-16,-15 7-57 16,-8 3-179-16,-18 3-416 15</inkml:trace>
  <inkml:trace contextRef="#ctx0" brushRef="#br0" timeOffset="120967.4396">1113 17391 269 0,'0'0'236'0,"0"0"-200"16,0 0 60-16,0 0 11 15,0 0-12-15,0 0-28 16,0 0-12-16,-52-12 31 16,49 10-14-16,-1-1-28 0,2 3 6 15,2 0-16 1,0 0-12-16,0 0-14 0,0 0-8 16,0 0 0-16,13 0-3 15,11 0 2-15,6 0-3 16,6 0 2-16,1 0 2 15,-4 0 2-15,1 0-2 16,-7 0-1-16,-3 0 0 16,-9 0-19-16,-2-5-39 15,-5-1-38-15,-5-4-45 16,-3 1-47-16,0-5-289 16</inkml:trace>
  <inkml:trace contextRef="#ctx0" brushRef="#br0" timeOffset="121236.7287">1179 17232 489 0,'0'0'162'0,"0"0"-91"16,0 0-12-16,0 0-26 16,0 0 3-16,0 0-27 15,22-20-9-15,2 20 0 16,4 0 2-16,-3 0-1 15,0 12-1-15,0 3 8 16,-4 1 5-16,-2-1 2 16,-4 3 6-16,-9 1-4 15,-1 1 3-15,-5 1 16 0,0-2 0 16,-14 0-22-16,2 1-9 16,-1-3-5-16,2-2-134 15,-2-4-245-15</inkml:trace>
  <inkml:trace contextRef="#ctx0" brushRef="#br0" timeOffset="127992.8386">21594 17564 164 0,'0'0'480'0,"0"0"-461"16,0 0-10-16,0 0 44 15,0 0 25-15,0 0-26 16,0 0-44-16,-12 4 8 16,12 1-13-16,3 0 33 15,4-2 3-15,2 0-29 0,1-2 24 16,4-1-7-16,0 0-9 16,5 0-18-16,5 0-7 15,3-1-66-15,-1-5-131 16</inkml:trace>
  <inkml:trace contextRef="#ctx0" brushRef="#br0" timeOffset="674720.4164">16715 14391 267 0,'0'0'107'0,"0"0"-11"15,0 0-15-15,0 0 61 16,0 0-57-16,0 0-7 16,0 0-42-16,-34-25 30 15,34 23 22-15,-2 2-41 16,1 0-25-16,1 0-11 15,0 0-11-15,0 0 1 16,0 0-2-16,3 0-2 16,16 3 0-16,5 4 3 15,13-4 11-15,5 2 14 16,7-5 14-16,4 0-22 16,2 0-4-16,-2 0 3 0,-2 0-12 15,-8-6 1 1,-7 1-2-16,-9 1-2 0,-9 1-1 15,-11 3 0-15,-5 0-3 16,-2 0 3-16,0 0 0 16,0 0 2-16,0 0-2 15,0-2-8-15,0-3-49 16,3-5-144-16,0-4-21 16,0-3-126-16</inkml:trace>
  <inkml:trace contextRef="#ctx0" brushRef="#br0" timeOffset="675051.5776">17107 14192 166 0,'0'0'496'0,"0"0"-417"16,0 0-27-16,0 0 70 16,0 0 35-16,0 0-68 15,-34-9-50-15,34 9-25 16,0 0-14-16,12 0 5 15,12 0-2-15,4 10-3 16,2 4 8-16,1 3 4 16,-4 4-4-16,-5 4-3 15,-4 2 2-15,-6 4-4 16,-7 0 9-16,-5 3-9 0,0 1 21 16,-21 0-14-1,-4-3 19-15,-7-2-16 0,-1-5-11 16,1-5 6-16,0-1-4 15,7-7-4-15,7-2 2 16,5-5-4-16,5-5-17 16,2 0-166-16,3-1-306 15</inkml:trace>
  <inkml:trace contextRef="#ctx0" brushRef="#br0" timeOffset="710349.3717">22847 14358 695 0,'0'0'32'0,"0"0"-29"16,0 0-4-16,0 0 3 0,0 0-2 15,0 0 36-15,0 0 18 16,0 0-16-16,95 4-23 16,-72-4 2-16,-1 0-16 15,-4 0 0-15,0 0-2 16,-5-5-7-16,-2-5-3 16,-8-4-84-16,-3-3-185 15</inkml:trace>
  <inkml:trace contextRef="#ctx0" brushRef="#br0" timeOffset="710522.9027">22916 14280 701 0,'0'0'54'0,"0"0"-53"16,0 0 46-16,91 36 27 16,-48-28-49-16,-6-2 12 15,0 5-27-15,-7 2-10 16,-8 4 0-16,-11 5 0 15,-11 2-118-15,-20 1-426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38:53.527"/>
    </inkml:context>
    <inkml:brush xml:id="br0">
      <inkml:brushProperty name="width" value="0.05292" units="cm"/>
      <inkml:brushProperty name="height" value="0.05292" units="cm"/>
      <inkml:brushProperty name="color" value="#FF0000"/>
    </inkml:brush>
  </inkml:definitions>
  <inkml:trace contextRef="#ctx0" brushRef="#br0">10728 3866 824 0,'0'0'33'16,"0"0"30"-16,0 0-27 16,0 0 11-16,0 0 14 15,0 0 1-15,0 0 2 16,0 0-35-16,0-7-21 15,0 14-8-15,0 7 0 16,0 8 0-16,0 9 23 16,4 3 1-16,1 3 2 0,0-4-7 15,3-5-15-15,-2-8 5 16,3-7 5-16,-2-8-7 16,4-5-2-16,4 0 5 15,6-21 39-15,7-14-19 16,5-8-25-16,0-2-5 15,3 2-5-15,-5 7-46 16,-1 9-53-16,-4 6-154 16,-5 6-236-16</inkml:trace>
  <inkml:trace contextRef="#ctx0" brushRef="#br0" timeOffset="6121.5686">6826 16941 429 0,'0'0'63'0,"0"0"21"0,0 0-43 15,0 0 24 1,0 0 16-16,0 0-47 0,0 0 12 16,-9-25-35-16,9 22 37 15,0 2-17-15,0 1 6 16,0 0 24-16,0 0-21 15,0 0-14-15,0 0-26 16,0 0-22-16,0 10 22 16,0 5 1-16,0 6-1 15,0-1 21-15,3 0-9 16,3-2 1-16,1 0-6 16,-1-2-3-16,0-1 1 0,0-4-4 15,0-5 3-15,0-1 1 16,-2-5-2-16,4 0 2 15,1 0 30-15,4-11 8 16,4-9-13-16,2-3-28 16,2-1-1-16,2 2-1 15,2 3 0-15,3-1-117 16,-4-1-177-16</inkml:trace>
  <inkml:trace contextRef="#ctx0" brushRef="#br0" timeOffset="18662.2138">376 10860 194 0,'0'0'166'0,"0"0"-107"0,0 0-25 16,0 0 12-16,0 0-30 16,0 0-9-16,0 0 68 15,0 0-63-15,-21-30-11 16,20 27 7-16,1 2 8 16,-2-1 29-16,1 0-10 15,-1-1 8-15,1 3-22 16,-1-2 20-16,1-1-5 15,-2 1-20-15,3 0 37 16,-2-1-26-16,1 3-5 16,1 0 12-16,-2 0-14 15,2 0 1-15,0 0-17 0,-1 0-4 16,1 0-5-16,0 0 4 16,0 3-11-16,0 6 12 15,0 6-2-15,0 2 5 16,0-1-1-16,4-1-1 15,2 0 1-15,0-1 3 16,0 1-4-16,3-2-1 16,-4 0 0-16,2-3 2 15,-1 3 0-15,0-4 3 16,0-1-4-16,-1-3 0 16,-1-3 2-16,2 0-3 15,-3 0 7-15,5-2 1 0,0 0 5 16,1 0 18-1,2 0 1-15,-1-5 2 0,4-7-9 16,0-2-2-16,-1-3-3 16,3-2-2-16,-2 0-9 15,3-5-4-15,-2 2-1 16,1 1-3-16,-3 3 2 16,0 2-3-16,0 3-4 15,-4 3 4-15,-1 0-4 16,2 3-36-16,-1 2-33 15,0 1-105-15,0 1-23 16,-3-1-387-16</inkml:trace>
  <inkml:trace contextRef="#ctx0" brushRef="#br0" timeOffset="20981.404">7800 16452 524 0,'0'0'68'0,"0"0"-53"16,0 0 43-16,0 0 35 15,0 0-11-15,0 0-33 16,0 0-19-16,9-23-2 16,-9 23 21-16,0 0-17 15,0 0-31-15,0 0-1 16,0 7 0-16,6 12 1 0,0 5 39 15,3-2-7-15,1 0-10 16,-3-5-14-16,1-3 8 16,1-6 1-16,-2-2-3 15,2-4 14-15,0-2-4 16,6 0 0-16,2-4-10 16,8-10 1-16,5-4-14 15,4-1-2-15,8 2-42 16,-2 0-194-16,2 1-193 15</inkml:trace>
  <inkml:trace contextRef="#ctx0" brushRef="#br0" timeOffset="22291.0264">19717 16179 573 0,'0'0'35'0,"0"0"64"0,0 0-33 16,0 0-6-16,0 0 25 16,0 0-40-16,-4-34 32 15,4 29-41-15,0 1 11 16,0 2-34-16,0 2 21 16,0 0-34-16,0 0-6 15,3 17-3-15,0 4 9 16,2 8 9-16,-2-1 3 15,0-3-4-15,2 1 8 16,0-8-9-16,2-1 19 16,2-3-11-16,2-6 2 15,5-4-5-15,8-4 16 0,9 0 4 16,7-11-2-16,5-6-21 16,-3-1-6-16,-2 2-3 15,-6-2-4-15,-1 3-20 16,1 4-50-16,1 1-99 15,0 0-110-15,0-1-537 16</inkml:trace>
  <inkml:trace contextRef="#ctx0" brushRef="#br0" timeOffset="31898.4518">16158 3026 414 0,'0'0'20'0,"0"0"-20"16,0 0 36-16,0 0 16 16,0 0 36-16,0 0 9 15,99 12-51-15,-68-12-11 16,2-4-4-16,2-2 2 15,-1 1-22-15,0 0-4 16,-3 1-7-16,-1 3-7 0,-6 0 7 16,2 1 7-1,-3 0-7-15,1 0-5 0,-3 0-32 16,-3 0-97-16,-4 0-324 16</inkml:trace>
  <inkml:trace contextRef="#ctx0" brushRef="#br0" timeOffset="33995.3782">5358 2934 715 0,'0'0'1'16,"0"0"-1"-16,0 0 0 0,0 0 0 15,0 0 0-15,0 0 1 16,0 0 22-16,102 0 13 15,-52-3-4-15,7 1-30 16,4-1-2-16,2 3-4 16,2 0-6-16,1 0-48 15,-3 0-194-15</inkml:trace>
  <inkml:trace contextRef="#ctx0" brushRef="#br0" timeOffset="38831.0975">7455 12025 785 0,'0'0'9'0,"0"0"-12"16,-80 4 6-16,53 4-3 16,-7 1 16-16,-4 4-12 15,-1 1 32-15,-1 5-27 16,0 1 37-16,4 2-21 15,-3 4-18-15,2 7-3 16,-3 2-3-16,2 4-1 16,1 6 5-16,1 4-4 15,-1 6 3-15,3 4 12 16,4 9-13-16,2 9 10 0,5 4-12 16,7 4-1-16,2 0 0 15,6-2 2-15,0 3-2 16,8 2-1-1,0 1 0-15,0 1 1 0,8 0 1 16,8 3-1-16,-3 7 1 16,1 14-1-16,-7 7 0 15,2 7 3-15,3 0 13 16,6-9-2-16,10-5 4 16,8-1 5-16,9-3 5 15,4-2-12-15,11 5-5 16,7 1-4-16,3 1-4 0,13-4-2 15,7-2-1 1,10-11 5-16,15-6-4 0,9-8 3 16,16-6 2-16,11-9-6 15,9-4 2-15,9-6-2 16,4-7 0-16,8-3 5 16,10-5-3-16,8-5 10 15,10-5-1-15,4-4 0 16,2-5 6-16,6-7-9 15,0-7-5-15,7-11 2 16,5 0-5-16,-2-23-2 16,-3-8 2-16,-3-7 12 15,-8-5-12-15,-3-9 0 16,-8-7-1-16,-16-8 4 16,-14-5-5-16,-23-9 10 0,-14-5-8 15,-22-7 0-15,-19-8 13 16,-24-10-2-16,-18-13-7 15,-24-6 6-15,-14-5-5 16,-15-1 2-16,-3 4-6 16,-22 2 0-16,-22-3-1 15,-21 2 0-15,-16-3 0 16,-14-6 8-16,-14 6-8 16,-13 1-9-16,-13 5 3 15,-17 6-10-15,-17 1-9 16,-8-3-6-16,-12 4 24 15,-7 1 7-15,-5-1 3 0,-11 6-3 16,-3 6-4-16,-7 9 2 16,-4 8 0-16,3 10 2 15,5 2 0-15,-2 0-3 16,7 1 3-16,-4-8-1 16,1-1 5-16,6 3-7 15,5 7 3-15,13 11-2 16,5 11 1-16,13 11 1 15,8 14-5-15,14 15 5 16,14 13 5-16,9 2-5 16,14 18-1-16,12 14-2 15,8 11-3-15,7 6-3 16,9 6-19-16,13 11-77 16,13 6 34-16,15 6-44 15,16 2-28-15,16-5-103 0</inkml:trace>
  <inkml:trace contextRef="#ctx0" brushRef="#br0" timeOffset="40670.2987">22055 11468 562 0,'0'0'23'0,"0"0"9"16,-90-65 32-16,54 48-18 15,-8 4-37-15,1 4 7 16,-7 3 3-16,-2 6-9 16,-8 0 19-16,-9 17-21 15,-11 13-6-15,-8 9-1 16,-1 6 0-16,8 9 6 15,10 12-2-15,6 11 15 16,10 12-3-16,5 11-13 16,10 4 2-16,9 7-1 0,11 3 6 15,9 8-10-15,11 5-1 16,0-1 0-16,21 0 0 16,12-6 2-16,7-6-2 15,8 0 0-15,1-8 6 16,6 3-5-16,2-5 0 15,4 12-1-15,-1 1 2 16,-1 4-4-16,-4 4 4 16,-3-1-4-16,-5-3-6 15,-3 2 8-15,-2-4 5 16,2-2-5-16,2-5 0 16,3 0 0-16,10-5-7 15,5-6 7-15,6-4 7 0,3-11 14 16,6-3-8-1,0-9 0-15,4-7 17 0,4-7-16 16,1-9 10-16,4-9-22 16,4-9 5-16,9-9-7 15,8-15 1-15,9-9-1 16,9-2 0-16,3-26-11 16,0-10-21-16,-2-7 30 15,-14-6-1-15,-18-7 0 16,-17 0 3-16,-20-5 7 15,-12-6-3-15,-13-1 3 16,-9-8 1-16,-11-9 7 0,-7-6-15 16,-6-4 0-16,-4 0 0 15,-1 1 0-15,0-4 6 16,4-6-6-16,2-5 0 16,0-1-7-16,-3-6 7 15,-2-8 1-15,-1 0 9 16,0 1-12-16,0 2 6 15,-9 9-2-15,-2 2 7 16,-5 3-12-16,-2-3 6 16,-4 2-3-16,-3 0 0 15,-2-3 0-15,-2 2 5 16,-2 2-5-16,-2 6-7 16,-3 7 6-16,0 6 2 15,-5 4 4-15,1 4-5 16,-3 6 4-16,1 3-3 0,0 4 35 15,1 6-21-15,0 2-12 16,-4 4 6-16,2 3-7 16,-4 1-2-16,-4 2 0 15,-2 0-3-15,-3 5 1 16,0 3 2-16,-1 7 0 16,4 2 4-16,1 4-4 15,-3 4 1-15,6 2-1 16,-5 2-3-16,-3 5 3 15,2 0-2-15,-5 5 5 16,3 2-11-16,-7 4 15 16,-1 5-8-16,-7 1 1 0,-4 0 0 15,-2 0-1-15,2 0-5 16,5 0 5-16,5 0 2 16,9 0-3-16,5 0 1 15,7 1 0-15,2 2 1 16,3 5 0-16,-1 0 6 15,0 3 0-15,2 4-12 16,-1-1 3-16,-2 2 3 16,6 1 0-16,5-1-6 15,3 1-11-15,11 0 0 16,1 2-7-16,7 1-24 16,4 4-46-16,5 2-12 15,0-4-180-15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39:54.059"/>
    </inkml:context>
    <inkml:brush xml:id="br0">
      <inkml:brushProperty name="width" value="0.05292" units="cm"/>
      <inkml:brushProperty name="height" value="0.05292" units="cm"/>
      <inkml:brushProperty name="color" value="#FF0000"/>
    </inkml:brush>
  </inkml:definitions>
  <inkml:trace contextRef="#ctx0" brushRef="#br0">13926 6764 482 0,'0'0'93'15,"0"0"-5"-15,0 0-28 16,0 0-11-16,0 0 21 15,0 0 7-15,0 0-54 16,0 0-3-16,-8 0 9 16,8 0-24-16,0 0 0 15,0 0 0-15,0 0-5 16,14 0 6-16,13 0 10 0,7 0-4 16,7 0 7-16,0 0-5 15,5-7-8-15,-1-1 4 16,-1-1-10-16,-2 2 0 15,-4 2 0-15,-5 0 2 16,-8 0-4-16,-3 2-6 16,-6 1-15-16,1 2-44 15,-5 0-35-15,0 0-91 16,-6-3-405-16</inkml:trace>
  <inkml:trace contextRef="#ctx0" brushRef="#br0" timeOffset="12733.6343">15250 8799 199 0,'0'0'9'0,"0"0"-4"15,0 0 30-15,0 0-10 16,0 0 73-16,0 0-39 16,0 0 19-16,-83-59-40 15,69 57 40-15,-1-1-9 16,3 1-28-16,2 2-3 0,3 0-5 15,4 0 15-15,1 0-4 16,2 0-14-16,0 0 68 16,0 0-42-16,0 0-56 15,0 0-9-15,2 0 9 16,20 0 6-16,14 2-5 16,7 3 23-16,8-1-23 15,4 1 7-15,0-1-3 16,3-3-5-16,2-1 0 15,-2 0 1-15,-3 2 2 16,-3 0-3-16,-7 3 0 16,-5 0-33-16,-4 2-83 0,-3-5-39 15,-6-2-180-15</inkml:trace>
  <inkml:trace contextRef="#ctx0" brushRef="#br0" timeOffset="23101.9252">19600 9631 519 0,'0'0'60'15,"0"0"-3"-15,0 0-8 16,0 0 18-16,0 0-13 15,0 0-10-15,0 0 8 0,0 0-16 16,0 0-7-16,1 0-1 16,-1 0 30-16,0 0-12 15,0 0-14-15,0 0-12 16,0 0-13-16,0 0 5 16,0 0-10-16,0 0-2 15,0 1 0-15,0 8 2 16,3 7 4-16,-1 3 5 15,1-1 3-15,-2 0-4 16,2 1 8-16,0-3-7 16,1 0 3-16,1-2-5 15,1-2 7-15,0-2-9 16,4-3 0-16,-1-3 9 16,5-3-3-16,3-1 10 15,7 0-8-15,5-17-5 0,5-5-5 16,4-3-5-16,0-3 2 15,-1 0-6-15,-2 2-21 16,-8 4-85-16,-3 3-113 16,-4 2-118-16</inkml:trace>
  <inkml:trace contextRef="#ctx0" brushRef="#br0" timeOffset="47644.5182">1389 12393 486 0,'0'0'9'0,"0"0"28"0,0 0-29 15,0 0 97-15,0 0-6 16,0 0-41-16,0 0 4 16,-25-54-37-16,25 54 18 15,0 0 4-15,0 0-19 16,0 0-16-16,0 0-7 16,0 7 0-16,0 8-4 15,0 4 44-15,1 1-9 16,8-3-18-16,0-3-7 15,2-2-5-15,3-7 3 16,3-2 1-16,4-3 12 16,7-1 20-16,0-18-23 15,6-4-4-15,4-5-15 0,2-2 3 16,-1 2-1-16,-6 6-2 16,-5 7-8-16,-3 6-84 15,-5 2-104-15,-2 5-57 16</inkml:trace>
  <inkml:trace contextRef="#ctx0" brushRef="#br0" timeOffset="48366.3396">1331 14047 734 0,'0'0'93'0,"0"0"-52"16,0 0-41-16,0 0 0 15,0 0 6-15,0 0 78 16,44 104 14-16,-25-57-43 16,-3-7-27-16,-1-3-11 15,1-10 2-15,-2-5 0 16,-1-6-9-16,4-9 6 15,0-4-8-15,4-3-7 16,6-6 21-16,6-20-19 16,4-5 6-16,13-7-8 15,3 1-1-15,5 7-32 16,2 4-140-16,0 7-96 0,-10 5-399 16</inkml:trace>
  <inkml:trace contextRef="#ctx0" brushRef="#br0" timeOffset="55317.2276">16066 12218 554 0,'0'0'203'16,"0"0"-200"-16,0 0 5 15,0 0 80-15,0 0 14 16,0 0 19-16,0 0-63 16,0 0-27-16,-3 0-1 0,3 0-4 15,0 3-17-15,0-3-9 16,0 3 9-16,18 1-9 16,4 3 4-16,5-4 5 15,1 2-5-15,4-1-3 16,1 3 2-16,4 0 1 15,2-4-5-15,4-1 1 16,-1-1 0-16,-1-1 2 16,-2 0 0-16,-6 0 3 15,-3 0-5-15,-5 0-2 16,-5-2 2-16,1-1 2 16,-4 1-2-16,0-1 0 15,2 0-1-15,-1 0 0 16,-1 2-7-16,-3 1-4 0,1 0-59 15,-2 0-52-15,0 0-44 16,2 0-24-16</inkml:trace>
  <inkml:trace contextRef="#ctx0" brushRef="#br0" timeOffset="66150.0539">22068 9243 920 0,'0'0'62'0,"0"0"-20"0,0 0-41 15,0 0-1-15,0 0 36 16,0 0 22-16,0 0-27 15,-55 73-18-15,55-53-13 16,0-3 0-16,13-2 0 16,7-5 15-16,2-5-11 15,2-3 6-15,-2-2-3 16,-2 0-6-16,-8-10 3 0,-8-7 2 16,-4-2 15-16,0-1-5 15,-4 1-13-15,-16 5 3 16,1 3-2-16,0 5 10 15,-3 6-11-15,3 0-3 16,2 4 18-16,3 9-18 16,4 3-1-16,10-1-3 15,0 2 1-15,8 0 2 16,14-3 1-16,4-2 1 16,3-7-1-16,1-5-9 15,-5 0-3-15,-4 0-51 16,-8-10-19-16,-8-6-14 15,-5-1 37-15,0 0 40 16,-18 2 8-16,-6 1 11 16,-2 4 6-16,4 6 13 15,6 3 16-15,1 1-4 0,9 0-17 16,3 0-7-16,3 0-7 16,0 0-9-1,0 0 2-15,0 4 7 0,11-1 7 16,5-2-6-16,3-1-1 15,5 0 11-15,6-11 0 16,2-12-1-16,10-6-8 16,0-6 0-16,7-8 7 15,-2-3-8-15,6 0 8 16,-1-7 1-16,-2-3 2 16,3 2 24-16,1 0-29 0,0 3 15 15,-2 5 10-15,2 3-6 16,-3 4-8-16,-4 5-9 15,-5 5-9-15,-6 6 0 16,-7 3 3-16,-5 6-3 16,-6 5 0-16,-6 4-1 15,-6 2 1-15,-1 1-1 16,-5 1 1-16,0 1-1 16,0-1-1-16,0 1 2 15,0 0 0-15,0 0 1 16,0 0 1-16,-2 0 0 15,-7 0-1-15,-4 0-1 16,1 0 0-16,-1 0-1 16,-1 1 1-16,2 8 0 15,-3 1-3-15,0 2 3 0,-3 2-1 16,1 3-7-16,5 2 7 16,1-2 0-16,8-2-1 15,3-3 1-15,0-3-4 16,12-3-8-16,13-6 6 15,8 0 8-15,3-1-5 16,0-15-25-16,-6-2-27 16,-10-1 7-16,-10 0-9 15,-10 2 40-15,0 3-1 16,-11 1 5-16,-13 7 12 0,-1 5 1 16,-3 1 0-1,3 0 1-15,5 7 2 0,5 6 2 16,8 1-2-16,7-2-3 15,0 2 1-15,11-1-6 16,7-4 5-16,6-2 0 16,3-7-7-16,0 0 5 15,-4 0-4-15,-3-7-39 16,-7-5 7-16,-10-1 18 16,-3-1 6-16,0 0 5 15,-16 2 8-15,-6 2-3 16,-1 4 5-16,-2 5 6 15,7 1 0-15,6 0 11 16,7 0-17-16,4 0-5 16,1 0 3-16,0 0 1 0,0 1-3 15,3 1-1-15,6-2 5 16,2 0-2-16,2 0-9 16,-6-2 10-16,-1-4 2 15,-1-1 6-15,-4 2-6 16,0 0 24-16,-1 5-1 15,0 0 28-15,0 0-18 16,0 0-34-16,8 3-13 16,1 14 8-16,7 12 3 15,4 7 2-15,5 7-2 16,7 4 7-16,-1 5-1 16,3 2 0-16,-2 7 5 0,1 3-8 15,-2 5-1-15,2 3 0 16,-3 4 3-16,-3 1-3 15,5 0 0-15,2-7 4 16,0-8-4-16,2-6-4 16,-1-4 4-16,-5-6 3 15,-4-8-3-15,-2-6 0 16,-9-8-1-16,-4-12 1 16,-4-5 0-16,-7-4 8 15,0-3 13-15,0 0 146 16,0 0-57-16,0-3-75 15,-9-10-31-15,0 2-1 16,0-1-6-16,0 0 6 0,0 2-2 16,-1 2-1-1,-3-1 0-15,-1 1-3 0,-1 1 3 16,-4 0 0-16,-2 4-8 16,3 1 7-16,2 2 1 15,4 0 0-15,7 0-2 16,-1 2-2-16,6 12 0 15,0 4 4-15,1 3-1 16,21-1-3-16,6-3 4 16,2-1 3-16,4-7-3 15,-3-2 0-15,-5-6-4 16,-7-1-1-16,-8 0-32 16,-5-6-26-16,-6-9 32 0,0-1 0 15,-19 0 30-15,-6 7-6 16,-5 1 7-1,2 4 6-15,3 4 18 0,9 0 4 16,6 0-26-16,6 4-2 16,4 7-1-16,0 3-7 15,16 0 8-15,8-2 0 16,6-4 1-16,2 0-6 16,-3-6-15-16,-2-2-63 15,-6 0-37-15,-9 0 44 16,-9-2 43-16,-3-8 22 15,0-2-3-15,-8 1 14 16,-2 0 4-16,-2 2 17 16,3 3-7-16,5 1 8 15,2 2-6-15,2 2-14 0,0-1-2 16,8 2 0-16,9 0-23 16,0 0 2-16,2 0 12 15,-5 0-3-15,-6 0-11 16,-3 0 12-16,-5 0 9 15,0 0 2-15,-13 0 11 16,-8 0 1-16,-9-6 15 16,-12-6 28-16,-6-2-2 15,-14-3 19-15,-10-3 35 16,-12-1-82-16,-14 2-1 16,-6 0-6-16,-2 2-8 0,6 4 17 15,6 3 30 1,11-2-28-16,8 0-21 0,-7 3 2 15,-6 1-8-15,-5 0 2 16,-5 2-8-16,4-2 8 16,4-6-4-16,4-3 3 15,3-2 1-15,2 2-3 16,5-3 8-16,19 4-5 16,15 6 9-16,16 0 9 15,10 6-22-15,9 1 5 16,6 2-5-16,1 0 0 15,0 1 0-15,0 0 0 16,0-1-8-16,0 1 8 0,0 0 0 16,0 0-5-1,3 0 4-15,5 0 1 0,3 0 0 16,3 0 0-16,5 3-2 16,5 3-60-16,4 2-63 15,0-2-105-15,-5-3-58 16</inkml:trace>
  <inkml:trace contextRef="#ctx0" brushRef="#br0" timeOffset="84116.8627">21060 10505 872 0,'0'0'98'0,"0"0"-61"16,0 0-35-16,0 0 33 16,0 0 53-16,0 0-57 15,0 0-8-15,0 0-10 16,-43 74-3-16,43-54-8 0,0-5 7 15,7-3-1-15,9-6-4 16,-1-3-1-16,3-3 7 16,-3 0 2-16,0-9 10 15,-7-7-22-15,-6-2 7 16,-2-1-5-16,0 2-2 16,-19 3 1-16,-2 3-1 15,-6 5-1-15,1 6 1 16,2 0 0-16,6 0 0 15,5 3-1-15,5 5 1 16,6 4 0-16,2-2-6 16,0 0 0-16,11 1 6 15,13-5 0-15,7 1-6 16,-1-7-60-16,-2 0-71 16,-4 0-39-16,-10-5 36 0,-7-4-51 15,-7-1 65-15,0 0 125 16,-4 1 1-16,-11 2 63 15,-3-1 78-15,0 2-41 16,3 0-38-16,6 3 39 16,3 1-34-16,6 0 19 15,0 2-7-15,0 0-66 16,0 0-10-16,15 0 2 16,19 0-10-16,18 0 12 15,11 0-6-15,12 0 0 16,10 4 7-16,6 3-7 15,6 2 2-15,1-2 1 0,-4-3-2 16,3-1-4-16,5-1 2 16,5 0 0-16,3 0 0 15,2-1-9-15,-5 2 9 16,-10 0 2-16,-6 0 5 16,-13 0-7-16,-13-3 2 15,-18 2-2-15,-20-2 1 16,-15 0-1-16,-11 0-3 15,-1 0 3-15,0 0 32 16,-7 0 31-16,-13-2-55 16,-10-3-6-16,0-2-2 15,0 2 2-15,2 3 3 16,3 1-5-16,-2 1-6 16,2 0 6-16,-1 0-5 15,1 3 5-15,4 5-3 0,2 1 3 16,5 2 3-16,7 0-3 15,6 0-1-15,1 0-7 16,0 0 8-16,19-3 2 16,9-2 2-16,5-6 6 15,4 0-8-15,-2 0 4 16,-4-11-6-16,-9 0-43 16,-9-2-6-16,-13 1 23 15,0 0 0-15,-11-1-12 16,-14 7 34-16,-4 0-3 0,0 6 2 15,3 0 5-15,5 0 15 16,10 0 7-16,4 0-17 16,7 5-5-16,0 2-5 15,0 1 5-15,18 1-2 16,6-2 0-16,3-3-3 16,2-3-31-16,0-1-110 15,-10 0 15-15,-6 0 44 16,-8 0 7-16,-5-7 50 15,-3-1-3-15,-13-1 33 16,-5 2 14-16,3 0 90 16,-1 2-82-16,7 0 48 15,4 2-55-15,3 3 4 16,5 0 16-16,0 0-35 16,0 0-2-16,13 2 2 0,13 8 16 15,15-2-9-15,16 1-7 16,10-5 6-16,9-1 3 15,4-3-9-15,8 0 6 16,5 0-5-16,11 0-1 16,4 0 0-16,2 0-1 15,-5 0 1-15,-10 0 2 16,-10 3 2-16,-5 4 3 16,-5-2 5-16,-1 0-11 15,-6-2 4-15,-10 1-5 16,-13-1 8-16,-14-2-11 15,-9 0 3-15,-8 0-1 0,-10-1-9 16,-2 0 10-16,-2 0 22 16,0 0 151-16,0 0-94 15,-5 0-28-15,-8-6-46 16,-4 0 10-16,-2-1-13 16,0 1-2-16,1 1 2 15,-2 5 6-15,7-2-5 16,3 2 1-16,2 0-8 15,3 0 3-15,2 2 0 16,0 12-1-16,3 0-3 16,0 2 1-16,11 1 8 15,11 0-3-15,5-6-1 16,1-6 0-16,-3-5-6 0,-5 0-8 16,-3 0-11-1,-8-7-18-15,-5-7 25 0,-4-2-20 16,0 3 14-16,-8-2 20 15,-12 6 4-15,-2 4 12 16,-3 4 20-16,2 1-12 16,0 0-9-16,5 0-10 15,2 11-1-15,8 5 0 16,7 0-51-16,1-6-258 16</inkml:trace>
  <inkml:trace contextRef="#ctx0" brushRef="#br0" timeOffset="88634.3711">23757 8322 339 0,'0'0'340'15,"0"0"-298"-15,0 0-41 0,0 0 10 16,0 0 45-16,0 0 18 15,0 0-35-15,0 0-35 16,0 0 2-16,0 6 11 16,0 2-5-16,0 5 73 15,1-1-4-15,-1-1-50 16,2-2-20-16,1-2-3 16,0-3-1-16,0-3-5 15,-1 1 7-15,4-2 1 16,4 0 4-16,7-6 16 15,6-10 10-15,2-2-25 16,2-2-15-16,-6 3-1 0,-3 2 0 16,0 2 1-1,-5 3-1-15,4 4-8 0,0 2-144 16,-2 1-120-16,2 1-311 16</inkml:trace>
  <inkml:trace contextRef="#ctx0" brushRef="#br0" timeOffset="94651.8816">21983 9174 697 0,'0'0'15'0,"0"0"-11"0,0 0 26 16,0 0 3-1,-103-39 26-15,81 32 19 0,-1-2-13 16,3 4-15-16,-4 1-8 16,3 0-15-16,-2 0 9 15,1 1-29-15,-2 3 6 16,-4 0-13-16,-10 0 9 16,-6 0-13-16,-7 2 8 15,-5 6-1-15,5 0-2 16,0 1 3-16,2 2-4 15,4 3 2-15,2 1-2 16,1 4 0-16,0-3 0 0,1 4 0 16,3 0 0-1,5 2 1-15,5-4-1 0,3-2-2 16,4 0 1-16,3 1 0 16,3 0 1-16,2 0 0 15,-2-1 0-15,1 1-1 16,2-3 1-16,-1 3 0 15,-1-1-3-15,-3 2 3 16,-6 4 0-16,-2 0 0 16,-4 0 3-16,3 0 6 15,0-2-7-15,6-2-1 16,3 1-1-16,2-2-6 16,2-1 5-16,1 1 0 15,0 2 1-15,1-1-3 16,0 2-1-16,-3-1 3 15,-4 5 1-15,-4-1 5 0,-1 3-1 16,0-2-6-16,2 0 2 16,3 0-2-16,0 1 2 15,0 0 1-15,2-2-1 16,-1 3-1-16,1-2 1 16,1 3 0-16,-3 2 0 15,2-2 6-15,2-2-6 16,1 1-4-16,2 0 0 15,2 3 3-15,-1-1 1 16,1 0 3-16,0 3-3 16,-1 2 0-16,-1-1 0 0,-1-2 2 15,0-2-2-15,2-1 0 16,-1-1 0-16,3 1-4 16,-2 1 4-16,1-2-3 15,2 1 3-15,-3 2 0 16,-1 0 2-16,1 1 0 15,-2 2-2-15,3-5 0 16,-1 2 0-16,-1-2 2 16,0 2 2-16,0 0 0 15,-1-1 0-15,4-3-3 16,-1-1 4-16,2 0-5 16,-2 1 2-16,-3 2 0 15,1-1 0-15,-1-2 5 0,2-2 4 16,3-2-9-1,1 0 5-15,0-2-5 0,1-1-3 16,-1 1 3-16,3-1-1 16,0 0 0-16,0 2-1 15,-1-2 0-15,2-1 1 16,1 1 2-16,-1 0 0 16,1-2-2-16,-1-1-1 15,1 0 0-15,-1-2 0 16,2 0 1-16,0-1 0 15,0-2 0-15,0 0-2 16,0-1 2-16,0 1-1 0,0-1 4 16,0 1-4-1,0-2 4-15,0 1 4 0,0-3-14 16,0-1 6-16,0 0 0 16,0-3 0-16,0-1-73 15,0 0-29 1,-10-2-54-16,-5-15-353 0</inkml:trace>
  <inkml:trace contextRef="#ctx0" brushRef="#br0" timeOffset="94983.9913">19731 11189 649 0,'0'0'99'16,"0"0"-11"-16,0 0-17 15,0 0 17-15,0 0-33 0,0 0-55 16,-9 23 2-16,8 8 0 16,1 5 17-16,0 3 14 15,0 1 5-15,0 0-14 16,0 1-9-16,0 0 14 16,4-7-22-16,6-5 0 15,-1-5-7-15,3-7 0 16,0-6 5-16,0-2-3 15,3-7 7-15,5-2-8 16,8 0 15-16,5-8 11 16,7-12-23-16,2-3-2 0,4-3-4 15,5 0-6 1,3 1-205-16,2 2-332 0</inkml:trace>
  <inkml:trace contextRef="#ctx0" brushRef="#br0" timeOffset="96670.5444">23731 9559 442 0,'0'0'45'0,"0"0"0"15,0 0 98-15,0 0-89 16,0 0 2-16,0 0-15 0,0 0-41 16,-3-5-5-1,21 12 5-15,10 2 6 0,10 4-4 16,3 2 9-16,13 4 3 16,6 0-4-16,4 6 23 15,-1 3-18-15,-2 2-8 16,-7 4-6-16,-7 2-1 15,-2 2 5-15,-4 4 0 16,0 3 5-16,-5 3-3 16,-3 4 4-16,-2 8-5 0,-3 6-4 15,-3 9 3 1,-1 4 6-16,-5-1 3 0,-3-6-1 16,-3-1-5-16,-2 1 2 15,1 1-7-15,-5 2 40 16,-2-3-1-16,-2-2-20 15,-3-4-7-15,0-1-10 16,0 0 3-16,-2-1 1 16,-8 1 0-16,-5 2-7 15,2 2 0-15,-1-4 7 16,-2-1-3-16,-2-5 3 16,-2-3-9-16,-2-1 0 15,-2 1 15-15,3-5-14 16,-1-1 0-16,1-1 0 0,3-3-1 15,2-5 0-15,-3 1 0 16,5-2 5-16,-5-1-5 16,2 2 0-16,-4-2 2 15,2 0-2-15,1 0 0 16,-1-2 0-16,0-3 0 16,2 1 0-16,2-6 4 15,-5 0-2-15,3 0 3 16,-2-2 3-16,0-1-4 15,1-1-4-15,-3 0 0 16,1 0 8-16,-6-2-8 16,4 0 8-16,-5-3-3 15,0 1 0-15,2-4-4 16,-1 0 3-16,3 0-4 16,0-2 3-16,2 0-3 0,-1 1 6 15,-2-1 1 1,3-1-1-16,-2-2 0 0,1 2 7 15,-3-3-9-15,4-2 0 16,-1-1 5-16,3-2-3 16,3-1 5-16,2 1-4 15,2-2 0-15,2-1 6 16,3 0-9-16,4-2 4 16,0 1-4-16,2-2-2 15,-1 0-2-15,-2 0 0 16,2 0-17-16,1 0-142 15,-1-8-128-15,2-3-178 0</inkml:trace>
  <inkml:trace contextRef="#ctx0" brushRef="#br0" timeOffset="97083.4632">23670 12551 731 0,'0'0'30'0,"0"0"7"15,0 0 15 1,0 0 100-16,0 0-12 0,0 0-109 16,0 0-31-16,-55-6 0 15,16 25 0-15,-3 4 10 16,-1 2 22-16,4 0 0 15,4 1-2-15,2 1-9 16,4-1-1-16,3 4-6 16,3-1-12-16,8 0 13 15,5 1-14-15,9 0-1 16,1-1 1-16,7-2 0 16,15-6 0-16,10-6-1 15,12-6 0-15,6-6 1 16,5-3 6-16,0-3-5 0,-4-12-2 15,-14-4 0-15,-7-1-19 16,-8 0-160-16,-14-4-152 16,-8-1-468-16</inkml:trace>
  <inkml:trace contextRef="#ctx0" brushRef="#br0" timeOffset="98200.2281">23855 10776 573 0,'0'0'56'0,"0"0"0"16,0 0-54-16,0 0 17 15,0 0 38-15,0 0-36 16,0-7-19-16,0 7-2 15,0 0-3-15,0 6-3 16,0 12 5-16,0 8 1 16,0 8 33-16,5 5 6 15,-1 5 20-15,-1 5-17 16,1 3-4-16,-1 4 9 16,2-1-6-16,-3 3-9 15,-2 1-3-15,0-2-14 16,0 7-1-16,0-3-8 15,-8-5 3-15,-1-4 1 0,-3-6-3 16,2-3 1-16,1-2 2 16,-2-3-1-16,4-3-6 15,-1-2 2-15,-2-3 2 16,3-4 2-16,-1-1-4 16,0-4-1-16,0-1 1 15,2-3 4-15,-2-4 3 16,-1 0-3-16,1-2-1 15,0-2 5-15,-1 2-9 16,1 0-1-16,-5 2-1 16,2 1 4-16,-2 0-5 15,1-2-1-15,0 3 0 0,0-2 0 16,2 1 0-16,-2-2 1 16,2 0-2-16,-2 0 5 15,0-1-5-15,1 0 1 16,-1-2 0-16,0 3 0 15,-1-2 1-15,0 1 1 16,1 0-2-16,1-4 4 16,1 0-4-16,1-1 2 15,1 0-1-15,3-1 3 16,-1 0 6-16,2-2-10 16,3-2-4-16,-2 1 3 15,1-2 2-15,2 0-1 0,0 0 1 16,0 0 0-16,0 0-1 15,0 0-44 1,0-3-34-16,0-12-236 0,0-3-96 16</inkml:trace>
  <inkml:trace contextRef="#ctx0" brushRef="#br0" timeOffset="98535.955">23415 11997 736 0,'0'0'61'0,"0"0"44"16,0 0-18-16,0 0 18 0,0 0-65 15,0 0-39 1,-24-4 6-16,15 23-10 0,-2 6 11 16,0 3 3-16,2 1 4 15,-1 3 7-15,2 4-9 16,2-2 25-16,0-2-14 15,1-2-19-15,5-3 20 16,0-2-14-16,0-6-10 16,4-2 15-16,11-7-9 15,8 0 6-15,11-7-13 16,16-3 19-16,13 0-14 16,7 0-1-16,2-10-4 15,-7 5 0-15,-11 2-65 16,-13 3-274-16,-12 0-371 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2-04T12:42:52.510"/>
    </inkml:context>
    <inkml:brush xml:id="br0">
      <inkml:brushProperty name="width" value="0.05292" units="cm"/>
      <inkml:brushProperty name="height" value="0.05292" units="cm"/>
      <inkml:brushProperty name="color" value="#FF0000"/>
    </inkml:brush>
  </inkml:definitions>
  <inkml:trace contextRef="#ctx0" brushRef="#br0">1414 7345 831 0,'0'0'76'0,"0"0"-52"15,0 0-24-15,0 0-11 16,0 0 11-16,0 0 5 0,0 0 15 15,57 18 24 1,-26-18-21-16,1-6 0 0,-4-9-18 16,-1-6 10-16,-5-6 6 15,-5-5-19-15,-9-3 3 16,-8-4-3-16,0 0 6 16,-8 7-8-16,-15 5 2 15,-1 8-1-15,2 9-1 16,6 6 0-16,5 4 0 15,5 0 0-15,6 0 0 16,0 0-2-16,0 0-8 16,12 5-5-16,15 11 13 15,10 1 1-15,6 3 1 16,1 4-2-16,-6 0 2 0,-4 5 3 16,-11 0-3-16,-9 4-1 15,-7-1 1-15,-7 4 1 16,0 0 5-16,-7 0-3 15,-7-3-3-15,2-4 0 16,3-7-35-16,2-10-197 16,1-12-476-16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C4B1A4-6412-4BCE-9D46-4C4F45D10730}" type="datetime1">
              <a:rPr lang="en-IN" smtClean="0"/>
              <a:t>04-12-2021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525816-F6EC-475B-A61D-CE75656011F2}" type="slidenum">
              <a:rPr lang="en-IN" smtClean="0"/>
              <a:pPr/>
              <a:t>‹#›</a:t>
            </a:fld>
            <a:endParaRPr lang="en-IN"/>
          </a:p>
        </p:txBody>
      </p:sp>
    </p:spTree>
    <p:extLst>
      <p:ext uri="{BB962C8B-B14F-4D97-AF65-F5344CB8AC3E}">
        <p14:creationId xmlns:p14="http://schemas.microsoft.com/office/powerpoint/2010/main" val="1414775448"/>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1</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74E4A797-ED5B-4267-9B6F-0498D7026212}" type="datetime1">
              <a:rPr lang="en-IN" smtClean="0"/>
              <a:t>04-12-2021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72257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2</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AD284392-47C4-4658-87E2-31960EB868E9}" type="datetime1">
              <a:rPr lang="en-IN" smtClean="0"/>
              <a:t>04-12-2021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44915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3</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231F3278-6D7D-493C-A5B6-51D5847E4370}" type="datetime1">
              <a:rPr lang="en-IN" smtClean="0"/>
              <a:t>04-12-2021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639270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
        <p:nvSpPr>
          <p:cNvPr id="12" name="Rectangle 11"/>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13" name="Rectangle 12"/>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6" name="Picture 10" descr="BITS_university_logo_whitevert.png"/>
          <p:cNvPicPr>
            <a:picLocks noChangeAspect="1"/>
          </p:cNvPicPr>
          <p:nvPr userDrawn="1"/>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8" name="TextBox 17"/>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p:cNvSpPr txBox="1"/>
          <p:nvPr/>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a:spLocks noChangeArrowheads="1"/>
          </p:cNvSpPr>
          <p:nvPr/>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smtClean="0"/>
              <a:t>Click to edit Master text styles</a:t>
            </a:r>
          </a:p>
          <a:p>
            <a:pPr lvl="1"/>
            <a:r>
              <a:rPr lang="en-US" smtClean="0"/>
              <a:t>Second level</a:t>
            </a:r>
          </a:p>
        </p:txBody>
      </p:sp>
      <p:pic>
        <p:nvPicPr>
          <p:cNvPr id="11" name="Picture 6"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2" name="Rectangle 11"/>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8" descr="Picture 7.png"/>
          <p:cNvPicPr>
            <a:picLocks noChangeAspect="1"/>
          </p:cNvPicPr>
          <p:nvPr userDrawn="1"/>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14" name="Rectangle 13"/>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TextBox 17"/>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9" name="TextBox 18"/>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7" r:id="rId15"/>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hyperlink" Target="eccentricity,%20Diameter%20&amp;%20Radius%20Solution.xlsx" TargetMode="Externa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ustomXml" Target="../ink/ink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60.png"/><Relationship Id="rId1" Type="http://schemas.openxmlformats.org/officeDocument/2006/relationships/slideLayout" Target="../slideLayouts/slideLayout15.xml"/><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60.png"/><Relationship Id="rId1" Type="http://schemas.openxmlformats.org/officeDocument/2006/relationships/slideLayout" Target="../slideLayouts/slideLayout15.xml"/><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0.png"/><Relationship Id="rId1" Type="http://schemas.openxmlformats.org/officeDocument/2006/relationships/slideLayout" Target="../slideLayouts/slideLayout15.xml"/><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 Id="rId5" Type="http://schemas.openxmlformats.org/officeDocument/2006/relationships/image" Target="../media/image13.emf"/><Relationship Id="rId4" Type="http://schemas.openxmlformats.org/officeDocument/2006/relationships/customXml" Target="../ink/ink7.xml"/></Relationships>
</file>

<file path=ppt/slides/_rels/slide2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9.png"/><Relationship Id="rId1" Type="http://schemas.openxmlformats.org/officeDocument/2006/relationships/slideLayout" Target="../slideLayouts/slideLayout15.xml"/><Relationship Id="rId4" Type="http://schemas.openxmlformats.org/officeDocument/2006/relationships/image" Target="../media/image14.emf"/></Relationships>
</file>

<file path=ppt/slides/_rels/slide2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00.png"/><Relationship Id="rId1" Type="http://schemas.openxmlformats.org/officeDocument/2006/relationships/slideLayout" Target="../slideLayouts/slideLayout15.xml"/><Relationship Id="rId4" Type="http://schemas.openxmlformats.org/officeDocument/2006/relationships/image" Target="../media/image15.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1.png"/><Relationship Id="rId1" Type="http://schemas.openxmlformats.org/officeDocument/2006/relationships/slideLayout" Target="../slideLayouts/slideLayout15.xml"/><Relationship Id="rId4" Type="http://schemas.openxmlformats.org/officeDocument/2006/relationships/image" Target="../media/image16.emf"/></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11.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2.png"/><Relationship Id="rId1" Type="http://schemas.openxmlformats.org/officeDocument/2006/relationships/slideLayout" Target="../slideLayouts/slideLayout15.xml"/><Relationship Id="rId5" Type="http://schemas.openxmlformats.org/officeDocument/2006/relationships/image" Target="../media/image19.emf"/><Relationship Id="rId4" Type="http://schemas.openxmlformats.org/officeDocument/2006/relationships/customXml" Target="../ink/ink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customXml" Target="../ink/ink13.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customXml" Target="../ink/ink14.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customXml" Target="../ink/ink15.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23.emf"/><Relationship Id="rId1" Type="http://schemas.openxmlformats.org/officeDocument/2006/relationships/slideLayout" Target="../slideLayouts/slideLayout15.xml"/><Relationship Id="rId4" Type="http://schemas.openxmlformats.org/officeDocument/2006/relationships/image" Target="../media/image24.emf"/></Relationships>
</file>

<file path=ppt/slides/_rels/slide32.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14.png"/><Relationship Id="rId1" Type="http://schemas.openxmlformats.org/officeDocument/2006/relationships/slideLayout" Target="../slideLayouts/slideLayout15.xml"/><Relationship Id="rId4" Type="http://schemas.openxmlformats.org/officeDocument/2006/relationships/image" Target="../media/image25.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6.png"/><Relationship Id="rId1" Type="http://schemas.openxmlformats.org/officeDocument/2006/relationships/slideLayout" Target="../slideLayouts/slideLayout15.xml"/><Relationship Id="rId5" Type="http://schemas.openxmlformats.org/officeDocument/2006/relationships/image" Target="../media/image27.emf"/><Relationship Id="rId4" Type="http://schemas.openxmlformats.org/officeDocument/2006/relationships/customXml" Target="../ink/ink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362200" y="3810000"/>
            <a:ext cx="6172200" cy="1524000"/>
          </a:xfrm>
        </p:spPr>
        <p:txBody>
          <a:bodyPr/>
          <a:lstStyle/>
          <a:p>
            <a:pPr>
              <a:defRPr/>
            </a:pPr>
            <a:r>
              <a:rPr lang="en-US" sz="4000" dirty="0"/>
              <a:t>Graphs - Algorithms and </a:t>
            </a:r>
            <a:r>
              <a:rPr lang="en-US" sz="4000" dirty="0" smtClean="0"/>
              <a:t>Mining </a:t>
            </a:r>
            <a:r>
              <a:rPr lang="en-US" sz="4000" smtClean="0"/>
              <a:t>(DSE**  </a:t>
            </a:r>
            <a:r>
              <a:rPr lang="en-US" sz="4000" dirty="0" smtClean="0"/>
              <a:t>ZG521)</a:t>
            </a:r>
            <a:endParaRPr lang="en-US"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28600" y="4648200"/>
            <a:ext cx="8763000" cy="1600200"/>
          </a:xfrm>
        </p:spPr>
        <p:txBody>
          <a:bodyPr rtlCol="0"/>
          <a:lstStyle/>
          <a:p>
            <a:pPr algn="ctr"/>
            <a:endParaRPr lang="en-US" sz="8000" dirty="0" smtClean="0"/>
          </a:p>
          <a:p>
            <a:pPr algn="ctr"/>
            <a:r>
              <a:rPr lang="en-US" sz="8000" dirty="0" smtClean="0"/>
              <a:t>Module II</a:t>
            </a:r>
            <a:endParaRPr lang="en-IN" sz="8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p:txBody>
          <a:bodyPr>
            <a:noAutofit/>
          </a:bodyPr>
          <a:lstStyle/>
          <a:p>
            <a:pPr marL="0" indent="0" fontAlgn="base">
              <a:spcAft>
                <a:spcPct val="0"/>
              </a:spcAft>
            </a:pPr>
            <a:r>
              <a:rPr lang="en-IN" sz="2800" b="1" dirty="0" smtClean="0"/>
              <a:t>2. Static </a:t>
            </a:r>
            <a:r>
              <a:rPr lang="en-IN" sz="2800" b="1" dirty="0"/>
              <a:t>Graphs</a:t>
            </a:r>
          </a:p>
          <a:p>
            <a:pPr marL="400050" lvl="1" indent="0" fontAlgn="base">
              <a:spcAft>
                <a:spcPct val="0"/>
              </a:spcAft>
              <a:buNone/>
            </a:pPr>
            <a:r>
              <a:rPr lang="en-IN" sz="2800" b="1" dirty="0" smtClean="0"/>
              <a:t>2.1. Degree </a:t>
            </a:r>
            <a:r>
              <a:rPr lang="en-IN" sz="2800" b="1" dirty="0"/>
              <a:t>distribution, Power Laws, </a:t>
            </a:r>
          </a:p>
          <a:p>
            <a:pPr marL="400050" lvl="1" indent="0" fontAlgn="base">
              <a:spcAft>
                <a:spcPct val="0"/>
              </a:spcAft>
              <a:buNone/>
            </a:pPr>
            <a:r>
              <a:rPr lang="en-IN" sz="2800" b="1" dirty="0" smtClean="0"/>
              <a:t>2.2. Diameter</a:t>
            </a:r>
            <a:endParaRPr lang="en-IN" sz="2800" b="1" dirty="0"/>
          </a:p>
          <a:p>
            <a:pPr marL="400050" lvl="1" indent="0" fontAlgn="base">
              <a:spcAft>
                <a:spcPct val="0"/>
              </a:spcAft>
              <a:buNone/>
            </a:pPr>
            <a:r>
              <a:rPr lang="en-IN" sz="2800" b="1" dirty="0" smtClean="0"/>
              <a:t>2.3. Connected </a:t>
            </a:r>
            <a:r>
              <a:rPr lang="en-IN" sz="2800" b="1" dirty="0"/>
              <a:t>components</a:t>
            </a:r>
          </a:p>
          <a:p>
            <a:pPr marL="400050" lvl="1" indent="0" fontAlgn="base">
              <a:spcAft>
                <a:spcPct val="0"/>
              </a:spcAft>
              <a:buNone/>
            </a:pPr>
            <a:r>
              <a:rPr lang="en-IN" sz="2800" b="1" dirty="0" smtClean="0"/>
              <a:t>2.4. Eigen-spokes</a:t>
            </a:r>
            <a:endParaRPr lang="en-IN" sz="2800" b="1" dirty="0"/>
          </a:p>
          <a:p>
            <a:pPr marL="400050" lvl="1" indent="0" fontAlgn="base">
              <a:spcAft>
                <a:spcPct val="0"/>
              </a:spcAft>
              <a:buNone/>
            </a:pPr>
            <a:r>
              <a:rPr lang="en-IN" sz="2800" b="1" dirty="0" smtClean="0"/>
              <a:t>2.5. Scalability</a:t>
            </a:r>
          </a:p>
          <a:p>
            <a:pPr marL="400050" lvl="1" indent="0" fontAlgn="base">
              <a:spcAft>
                <a:spcPct val="0"/>
              </a:spcAft>
              <a:buNone/>
            </a:pPr>
            <a:r>
              <a:rPr lang="en-US" sz="2800" b="1" dirty="0" smtClean="0"/>
              <a:t>2.6 Keyword Search</a:t>
            </a:r>
            <a:endParaRPr lang="en-IN" sz="2800" b="1" dirty="0"/>
          </a:p>
        </p:txBody>
      </p:sp>
      <p:sp>
        <p:nvSpPr>
          <p:cNvPr id="3" name="Content Placeholder 2"/>
          <p:cNvSpPr>
            <a:spLocks noGrp="1"/>
          </p:cNvSpPr>
          <p:nvPr>
            <p:ph sz="quarter" idx="10"/>
          </p:nvPr>
        </p:nvSpPr>
        <p:spPr/>
        <p:txBody>
          <a:bodyPr/>
          <a:lstStyle/>
          <a:p>
            <a:pPr>
              <a:buFont typeface="Arial" charset="0"/>
              <a:buNone/>
              <a:defRPr/>
            </a:pPr>
            <a:r>
              <a:rPr lang="en-US" dirty="0" smtClean="0"/>
              <a:t>Plan of Lecture</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Graphs which </a:t>
            </a:r>
            <a:r>
              <a:rPr lang="en-IN" dirty="0"/>
              <a:t>arise in many large scale applications such as the web and social </a:t>
            </a:r>
            <a:r>
              <a:rPr lang="en-IN" dirty="0" smtClean="0"/>
              <a:t>networks </a:t>
            </a:r>
            <a:r>
              <a:rPr lang="en-IN" dirty="0"/>
              <a:t>satisfy many properties such as </a:t>
            </a:r>
            <a:endParaRPr lang="en-IN" dirty="0" smtClean="0"/>
          </a:p>
          <a:p>
            <a:pPr lvl="1">
              <a:buFont typeface="Wingdings" panose="05000000000000000000" pitchFamily="2" charset="2"/>
              <a:buChar char="v"/>
            </a:pPr>
            <a:r>
              <a:rPr lang="en-IN" sz="2400" dirty="0" smtClean="0"/>
              <a:t>Degree Distribution</a:t>
            </a:r>
          </a:p>
          <a:p>
            <a:pPr lvl="1">
              <a:buFont typeface="Wingdings" panose="05000000000000000000" pitchFamily="2" charset="2"/>
              <a:buChar char="v"/>
            </a:pPr>
            <a:r>
              <a:rPr lang="en-IN" sz="2400" dirty="0" smtClean="0"/>
              <a:t>The </a:t>
            </a:r>
            <a:r>
              <a:rPr lang="en-IN" sz="2400" dirty="0"/>
              <a:t>power law </a:t>
            </a:r>
            <a:r>
              <a:rPr lang="en-IN" sz="2400" dirty="0" smtClean="0"/>
              <a:t>distribution </a:t>
            </a:r>
          </a:p>
          <a:p>
            <a:pPr lvl="1">
              <a:buFont typeface="Wingdings" panose="05000000000000000000" pitchFamily="2" charset="2"/>
              <a:buChar char="v"/>
            </a:pPr>
            <a:r>
              <a:rPr lang="en-IN" sz="2400" dirty="0"/>
              <a:t>S</a:t>
            </a:r>
            <a:r>
              <a:rPr lang="en-IN" sz="2400" dirty="0" smtClean="0"/>
              <a:t>parsity, and </a:t>
            </a:r>
            <a:r>
              <a:rPr lang="en-IN" sz="2400" dirty="0"/>
              <a:t>S</a:t>
            </a:r>
            <a:r>
              <a:rPr lang="en-IN" sz="2400" dirty="0" smtClean="0"/>
              <a:t>mall Diameters</a:t>
            </a:r>
          </a:p>
          <a:p>
            <a:pPr lvl="1">
              <a:buFont typeface="Wingdings" panose="05000000000000000000" pitchFamily="2" charset="2"/>
              <a:buChar char="v"/>
            </a:pPr>
            <a:r>
              <a:rPr lang="en-IN" sz="2400" dirty="0"/>
              <a:t>D</a:t>
            </a:r>
            <a:r>
              <a:rPr lang="en-IN" sz="2400" dirty="0" smtClean="0"/>
              <a:t>ensification</a:t>
            </a:r>
            <a:r>
              <a:rPr lang="en-IN" sz="2400" dirty="0"/>
              <a:t>, and </a:t>
            </a:r>
            <a:r>
              <a:rPr lang="en-IN" sz="2400" dirty="0" smtClean="0"/>
              <a:t>Shrinking </a:t>
            </a:r>
            <a:r>
              <a:rPr lang="en-IN" sz="2400" dirty="0"/>
              <a:t>D</a:t>
            </a:r>
            <a:r>
              <a:rPr lang="en-IN" sz="2400" dirty="0" smtClean="0"/>
              <a:t>iameters</a:t>
            </a:r>
          </a:p>
          <a:p>
            <a:pPr>
              <a:buFont typeface="Wingdings" panose="05000000000000000000" pitchFamily="2" charset="2"/>
              <a:buChar char="v"/>
            </a:pPr>
            <a:endParaRPr lang="en-IN" dirty="0"/>
          </a:p>
          <a:p>
            <a:pPr>
              <a:buFont typeface="Wingdings" panose="05000000000000000000" pitchFamily="2" charset="2"/>
              <a:buChar char="v"/>
            </a:pPr>
            <a:endParaRPr lang="en-IN" dirty="0"/>
          </a:p>
        </p:txBody>
      </p:sp>
      <p:sp>
        <p:nvSpPr>
          <p:cNvPr id="3" name="Content Placeholder 2"/>
          <p:cNvSpPr>
            <a:spLocks noGrp="1"/>
          </p:cNvSpPr>
          <p:nvPr>
            <p:ph sz="quarter" idx="10"/>
          </p:nvPr>
        </p:nvSpPr>
        <p:spPr/>
        <p:txBody>
          <a:bodyPr/>
          <a:lstStyle/>
          <a:p>
            <a:r>
              <a:rPr lang="en-IN" dirty="0"/>
              <a:t>Dynamics of </a:t>
            </a:r>
            <a:r>
              <a:rPr lang="en-IN" dirty="0" smtClean="0"/>
              <a:t>Graphs</a:t>
            </a:r>
            <a:endParaRPr lang="en-IN" dirty="0"/>
          </a:p>
        </p:txBody>
      </p:sp>
    </p:spTree>
    <p:extLst>
      <p:ext uri="{BB962C8B-B14F-4D97-AF65-F5344CB8AC3E}">
        <p14:creationId xmlns:p14="http://schemas.microsoft.com/office/powerpoint/2010/main" val="22454892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0" y="1752600"/>
            <a:ext cx="2209800" cy="1862048"/>
          </a:xfrm>
          <a:prstGeom prst="rect">
            <a:avLst/>
          </a:prstGeom>
          <a:blipFill>
            <a:blip r:embed="rId2"/>
            <a:tile tx="0" ty="0" sx="100000" sy="100000" flip="none" algn="tl"/>
          </a:blipFill>
          <a:ln>
            <a:noFill/>
          </a:ln>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n-US" sz="11500" b="1"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blurRad="50800" dist="38100" dir="18900000" algn="bl" rotWithShape="0">
                    <a:prstClr val="black">
                      <a:alpha val="40000"/>
                    </a:prstClr>
                  </a:outerShdw>
                </a:effectLst>
              </a:rPr>
              <a:t>NO</a:t>
            </a:r>
            <a:endParaRPr lang="en-US" sz="11500" b="0" cap="none" spc="0" dirty="0">
              <a:ln w="0"/>
              <a:solidFill>
                <a:schemeClr val="tx1"/>
              </a:solidFill>
              <a:effectLst>
                <a:outerShdw blurRad="50800" dist="38100" dir="18900000" algn="bl" rotWithShape="0">
                  <a:prstClr val="black">
                    <a:alpha val="40000"/>
                  </a:prstClr>
                </a:outerShdw>
              </a:effectLst>
            </a:endParaRPr>
          </a:p>
        </p:txBody>
      </p:sp>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200" dirty="0">
                <a:latin typeface="+mn-lt"/>
              </a:rPr>
              <a:t>What does the web look like? </a:t>
            </a:r>
          </a:p>
          <a:p>
            <a:pPr>
              <a:buFont typeface="Wingdings" panose="05000000000000000000" pitchFamily="2" charset="2"/>
              <a:buChar char="v"/>
            </a:pPr>
            <a:r>
              <a:rPr lang="en-IN" sz="2200" dirty="0">
                <a:latin typeface="+mn-lt"/>
              </a:rPr>
              <a:t>How about a social network, like LinkedIn or Facebook? </a:t>
            </a:r>
          </a:p>
          <a:p>
            <a:pPr>
              <a:buFont typeface="Wingdings" panose="05000000000000000000" pitchFamily="2" charset="2"/>
              <a:buChar char="v"/>
            </a:pPr>
            <a:r>
              <a:rPr lang="en-IN" sz="2200" dirty="0">
                <a:latin typeface="+mn-lt"/>
              </a:rPr>
              <a:t>Is it </a:t>
            </a:r>
            <a:r>
              <a:rPr lang="en-IN" sz="2200" b="1" i="1" dirty="0">
                <a:latin typeface="+mn-lt"/>
              </a:rPr>
              <a:t>normal</a:t>
            </a:r>
            <a:r>
              <a:rPr lang="en-IN" sz="2200" dirty="0">
                <a:latin typeface="+mn-lt"/>
              </a:rPr>
              <a:t> for a person to have 500 “friends?”</a:t>
            </a:r>
          </a:p>
          <a:p>
            <a:pPr>
              <a:buFont typeface="Wingdings" panose="05000000000000000000" pitchFamily="2" charset="2"/>
              <a:buChar char="v"/>
            </a:pPr>
            <a:r>
              <a:rPr lang="en-IN" sz="2200" dirty="0" smtClean="0">
                <a:latin typeface="+mn-lt"/>
              </a:rPr>
              <a:t>Is </a:t>
            </a:r>
            <a:r>
              <a:rPr lang="en-IN" sz="2200" dirty="0">
                <a:latin typeface="+mn-lt"/>
              </a:rPr>
              <a:t>it </a:t>
            </a:r>
            <a:r>
              <a:rPr lang="en-IN" sz="2200" b="1" i="1" dirty="0">
                <a:latin typeface="+mn-lt"/>
              </a:rPr>
              <a:t>normal</a:t>
            </a:r>
            <a:r>
              <a:rPr lang="en-IN" sz="2200" i="1" dirty="0">
                <a:latin typeface="+mn-lt"/>
              </a:rPr>
              <a:t> </a:t>
            </a:r>
            <a:r>
              <a:rPr lang="en-IN" sz="2200" dirty="0">
                <a:latin typeface="+mn-lt"/>
              </a:rPr>
              <a:t>to contact all 500 with equal frequency?</a:t>
            </a:r>
          </a:p>
          <a:p>
            <a:pPr>
              <a:buFont typeface="Wingdings" panose="05000000000000000000" pitchFamily="2" charset="2"/>
              <a:buChar char="v"/>
            </a:pPr>
            <a:r>
              <a:rPr lang="en-IN" sz="2200" dirty="0">
                <a:latin typeface="+mn-lt"/>
              </a:rPr>
              <a:t>Which are the most </a:t>
            </a:r>
            <a:r>
              <a:rPr lang="en-IN" sz="2200" b="1" i="1" dirty="0">
                <a:latin typeface="+mn-lt"/>
              </a:rPr>
              <a:t>important</a:t>
            </a:r>
            <a:r>
              <a:rPr lang="en-IN" sz="2200" dirty="0">
                <a:latin typeface="+mn-lt"/>
              </a:rPr>
              <a:t> nodes in a graph</a:t>
            </a:r>
            <a:r>
              <a:rPr lang="en-IN" sz="2200" dirty="0" smtClean="0">
                <a:latin typeface="+mn-lt"/>
              </a:rPr>
              <a:t>?</a:t>
            </a:r>
            <a:endParaRPr lang="en-IN" sz="2200" dirty="0">
              <a:latin typeface="+mn-lt"/>
            </a:endParaRPr>
          </a:p>
          <a:p>
            <a:pPr>
              <a:buFont typeface="Wingdings" panose="05000000000000000000" pitchFamily="2" charset="2"/>
              <a:buChar char="v"/>
            </a:pPr>
            <a:r>
              <a:rPr lang="en-IN" sz="2200" dirty="0" smtClean="0">
                <a:latin typeface="+mn-lt"/>
              </a:rPr>
              <a:t>So the main task is to identify:</a:t>
            </a:r>
          </a:p>
          <a:p>
            <a:pPr lvl="1">
              <a:buFont typeface="Wingdings" panose="05000000000000000000" pitchFamily="2" charset="2"/>
              <a:buChar char="v"/>
            </a:pPr>
            <a:r>
              <a:rPr lang="en-IN" sz="2200" dirty="0" smtClean="0">
                <a:latin typeface="+mn-lt"/>
              </a:rPr>
              <a:t>What </a:t>
            </a:r>
            <a:r>
              <a:rPr lang="en-IN" sz="2200" b="1" i="1" dirty="0" smtClean="0">
                <a:latin typeface="+mn-lt"/>
              </a:rPr>
              <a:t>normal</a:t>
            </a:r>
            <a:r>
              <a:rPr lang="en-IN" sz="2200" dirty="0" smtClean="0">
                <a:latin typeface="+mn-lt"/>
              </a:rPr>
              <a:t> is (no proper definition)? </a:t>
            </a:r>
          </a:p>
          <a:p>
            <a:pPr lvl="2">
              <a:buFont typeface="Wingdings" panose="05000000000000000000" pitchFamily="2" charset="2"/>
              <a:buChar char="v"/>
            </a:pPr>
            <a:r>
              <a:rPr lang="en-IN" sz="2200" dirty="0" smtClean="0">
                <a:cs typeface="Arial" panose="020B0604020202020204" pitchFamily="34" charset="0"/>
              </a:rPr>
              <a:t>Based on that we can spot </a:t>
            </a:r>
            <a:r>
              <a:rPr lang="en-IN" sz="2200" b="1" i="1" dirty="0" smtClean="0">
                <a:cs typeface="Arial" panose="020B0604020202020204" pitchFamily="34" charset="0"/>
              </a:rPr>
              <a:t>anomalies</a:t>
            </a:r>
            <a:r>
              <a:rPr lang="en-IN" sz="2200" dirty="0" smtClean="0">
                <a:cs typeface="Arial" panose="020B0604020202020204" pitchFamily="34" charset="0"/>
              </a:rPr>
              <a:t> (</a:t>
            </a:r>
            <a:r>
              <a:rPr lang="en-IN" sz="2200" b="1" i="1" dirty="0" smtClean="0">
                <a:cs typeface="Arial" panose="020B0604020202020204" pitchFamily="34" charset="0"/>
              </a:rPr>
              <a:t>strange/abnormal</a:t>
            </a:r>
            <a:r>
              <a:rPr lang="en-IN" sz="2200" dirty="0" smtClean="0">
                <a:cs typeface="Arial" panose="020B0604020202020204" pitchFamily="34" charset="0"/>
              </a:rPr>
              <a:t> behaviour) !</a:t>
            </a:r>
          </a:p>
          <a:p>
            <a:pPr lvl="2">
              <a:buFont typeface="Wingdings" panose="05000000000000000000" pitchFamily="2" charset="2"/>
              <a:buChar char="v"/>
            </a:pPr>
            <a:r>
              <a:rPr lang="en-IN" sz="2200" dirty="0">
                <a:cs typeface="Arial" panose="020B0604020202020204" pitchFamily="34" charset="0"/>
              </a:rPr>
              <a:t>Informally, “normal” </a:t>
            </a:r>
            <a:r>
              <a:rPr lang="en-IN" sz="2200" dirty="0" smtClean="0">
                <a:cs typeface="Arial" panose="020B0604020202020204" pitchFamily="34" charset="0"/>
              </a:rPr>
              <a:t>behaviour </a:t>
            </a:r>
            <a:r>
              <a:rPr lang="en-IN" sz="2200" dirty="0">
                <a:cs typeface="Arial" panose="020B0604020202020204" pitchFamily="34" charset="0"/>
              </a:rPr>
              <a:t>is the pattern that the majority follows, and “abnormal” </a:t>
            </a:r>
            <a:r>
              <a:rPr lang="en-IN" sz="2200" dirty="0" smtClean="0">
                <a:cs typeface="Arial" panose="020B0604020202020204" pitchFamily="34" charset="0"/>
              </a:rPr>
              <a:t>behaviour </a:t>
            </a:r>
            <a:r>
              <a:rPr lang="en-IN" sz="2200" dirty="0">
                <a:cs typeface="Arial" panose="020B0604020202020204" pitchFamily="34" charset="0"/>
              </a:rPr>
              <a:t>is the </a:t>
            </a:r>
            <a:r>
              <a:rPr lang="en-IN" sz="2200" dirty="0" smtClean="0">
                <a:cs typeface="Arial" panose="020B0604020202020204" pitchFamily="34" charset="0"/>
              </a:rPr>
              <a:t>deviation.</a:t>
            </a:r>
          </a:p>
          <a:p>
            <a:pPr lvl="1">
              <a:buFont typeface="Wingdings" panose="05000000000000000000" pitchFamily="2" charset="2"/>
              <a:buChar char="v"/>
            </a:pPr>
            <a:r>
              <a:rPr lang="en-IN" sz="2200" dirty="0" smtClean="0">
                <a:latin typeface="+mn-lt"/>
              </a:rPr>
              <a:t>How to define </a:t>
            </a:r>
            <a:r>
              <a:rPr lang="en-IN" sz="2200" b="1" i="1" dirty="0" smtClean="0">
                <a:latin typeface="+mn-lt"/>
              </a:rPr>
              <a:t>importance</a:t>
            </a:r>
            <a:r>
              <a:rPr lang="en-IN" sz="2200" dirty="0" smtClean="0">
                <a:latin typeface="+mn-lt"/>
              </a:rPr>
              <a:t>? </a:t>
            </a:r>
          </a:p>
          <a:p>
            <a:pPr lvl="2">
              <a:buFont typeface="Wingdings" panose="05000000000000000000" pitchFamily="2" charset="2"/>
              <a:buChar char="v"/>
            </a:pPr>
            <a:r>
              <a:rPr lang="en-US" sz="2200" dirty="0" smtClean="0"/>
              <a:t>??</a:t>
            </a:r>
            <a:endParaRPr lang="en-IN" sz="2200" dirty="0" smtClean="0"/>
          </a:p>
        </p:txBody>
      </p:sp>
      <p:sp>
        <p:nvSpPr>
          <p:cNvPr id="3" name="Content Placeholder 2"/>
          <p:cNvSpPr>
            <a:spLocks noGrp="1"/>
          </p:cNvSpPr>
          <p:nvPr>
            <p:ph sz="quarter" idx="10"/>
          </p:nvPr>
        </p:nvSpPr>
        <p:spPr>
          <a:xfrm>
            <a:off x="304800" y="152400"/>
            <a:ext cx="7543800" cy="1143000"/>
          </a:xfrm>
        </p:spPr>
        <p:txBody>
          <a:bodyPr/>
          <a:lstStyle/>
          <a:p>
            <a:r>
              <a:rPr lang="en-IN" dirty="0" smtClean="0"/>
              <a:t>Why to study Structure of graphs</a:t>
            </a:r>
            <a:endParaRPr lang="en-IN" dirty="0"/>
          </a:p>
        </p:txBody>
      </p:sp>
    </p:spTree>
    <p:extLst>
      <p:ext uri="{BB962C8B-B14F-4D97-AF65-F5344CB8AC3E}">
        <p14:creationId xmlns:p14="http://schemas.microsoft.com/office/powerpoint/2010/main" val="1360977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4876800"/>
          </a:xfrm>
        </p:spPr>
        <p:txBody>
          <a:bodyPr>
            <a:noAutofit/>
          </a:bodyPr>
          <a:lstStyle/>
          <a:p>
            <a:r>
              <a:rPr lang="en-IN" sz="1800" i="1" dirty="0"/>
              <a:t>The graph encompasses a large number of applications:</a:t>
            </a:r>
          </a:p>
          <a:p>
            <a:pPr>
              <a:buFont typeface="Wingdings" panose="05000000000000000000" pitchFamily="2" charset="2"/>
              <a:buChar char="v"/>
            </a:pPr>
            <a:r>
              <a:rPr lang="en-IN" sz="1800" i="1" dirty="0" smtClean="0"/>
              <a:t>Social networks</a:t>
            </a:r>
            <a:endParaRPr lang="en-IN" sz="1800" dirty="0" smtClean="0"/>
          </a:p>
          <a:p>
            <a:pPr lvl="1">
              <a:buFont typeface="Wingdings" panose="05000000000000000000" pitchFamily="2" charset="2"/>
              <a:buChar char="v"/>
            </a:pPr>
            <a:r>
              <a:rPr lang="en-IN" sz="1800" dirty="0" smtClean="0"/>
              <a:t>Facebook </a:t>
            </a:r>
            <a:r>
              <a:rPr lang="en-IN" sz="1800" dirty="0"/>
              <a:t>and LinkedIn</a:t>
            </a:r>
          </a:p>
          <a:p>
            <a:pPr lvl="2">
              <a:buFont typeface="Wingdings" panose="05000000000000000000" pitchFamily="2" charset="2"/>
              <a:buChar char="v"/>
            </a:pPr>
            <a:r>
              <a:rPr lang="en-IN" sz="1800" dirty="0" smtClean="0">
                <a:latin typeface="Arial" panose="020B0604020202020204" pitchFamily="34" charset="0"/>
                <a:cs typeface="Arial" panose="020B0604020202020204" pitchFamily="34" charset="0"/>
              </a:rPr>
              <a:t>Who-Calls-Whom </a:t>
            </a:r>
            <a:r>
              <a:rPr lang="en-IN" sz="1800" dirty="0">
                <a:latin typeface="Arial" panose="020B0604020202020204" pitchFamily="34" charset="0"/>
                <a:cs typeface="Arial" panose="020B0604020202020204" pitchFamily="34" charset="0"/>
              </a:rPr>
              <a:t>in a phone network, </a:t>
            </a:r>
            <a:endParaRPr lang="en-IN" sz="18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1800" dirty="0" smtClean="0">
                <a:latin typeface="Arial" panose="020B0604020202020204" pitchFamily="34" charset="0"/>
                <a:cs typeface="Arial" panose="020B0604020202020204" pitchFamily="34" charset="0"/>
              </a:rPr>
              <a:t>Who-Texts-Whom</a:t>
            </a:r>
            <a:r>
              <a:rPr lang="en-IN" sz="1800" dirty="0">
                <a:latin typeface="Arial" panose="020B0604020202020204" pitchFamily="34" charset="0"/>
                <a:cs typeface="Arial" panose="020B0604020202020204" pitchFamily="34" charset="0"/>
              </a:rPr>
              <a:t>, or </a:t>
            </a:r>
            <a:endParaRPr lang="en-IN" sz="18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1800" dirty="0" smtClean="0">
                <a:latin typeface="Arial" panose="020B0604020202020204" pitchFamily="34" charset="0"/>
                <a:cs typeface="Arial" panose="020B0604020202020204" pitchFamily="34" charset="0"/>
              </a:rPr>
              <a:t>Who-Collaborates </a:t>
            </a:r>
            <a:r>
              <a:rPr lang="en-IN" sz="1800" dirty="0">
                <a:latin typeface="Arial" panose="020B0604020202020204" pitchFamily="34" charset="0"/>
                <a:cs typeface="Arial" panose="020B0604020202020204" pitchFamily="34" charset="0"/>
              </a:rPr>
              <a:t>with </a:t>
            </a:r>
            <a:r>
              <a:rPr lang="en-IN" sz="1800" dirty="0" smtClean="0">
                <a:latin typeface="Arial" panose="020B0604020202020204" pitchFamily="34" charset="0"/>
                <a:cs typeface="Arial" panose="020B0604020202020204" pitchFamily="34" charset="0"/>
              </a:rPr>
              <a:t>Whom</a:t>
            </a:r>
            <a:r>
              <a:rPr lang="en-IN" sz="1800" dirty="0">
                <a:latin typeface="Arial" panose="020B0604020202020204" pitchFamily="34" charset="0"/>
                <a:cs typeface="Arial" panose="020B0604020202020204" pitchFamily="34" charset="0"/>
              </a:rPr>
              <a:t>.</a:t>
            </a:r>
            <a:endParaRPr lang="en-IN" sz="1800"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en-IN" sz="1800" i="1" dirty="0" smtClean="0"/>
              <a:t>Cyber-security </a:t>
            </a:r>
            <a:r>
              <a:rPr lang="en-IN" sz="1800" i="1" dirty="0"/>
              <a:t>(for computer </a:t>
            </a:r>
            <a:r>
              <a:rPr lang="en-IN" sz="1800" i="1" dirty="0" smtClean="0"/>
              <a:t>networks)</a:t>
            </a:r>
          </a:p>
          <a:p>
            <a:pPr lvl="1">
              <a:buFont typeface="Wingdings" panose="05000000000000000000" pitchFamily="2" charset="2"/>
              <a:buChar char="v"/>
            </a:pPr>
            <a:r>
              <a:rPr lang="en-IN" sz="1800" i="1" dirty="0" smtClean="0"/>
              <a:t>The </a:t>
            </a:r>
            <a:r>
              <a:rPr lang="en-IN" sz="1800" i="1" dirty="0"/>
              <a:t>goals are to spot </a:t>
            </a:r>
            <a:r>
              <a:rPr lang="en-IN" sz="1800" b="1" i="1" dirty="0"/>
              <a:t>strange</a:t>
            </a:r>
            <a:r>
              <a:rPr lang="en-IN" sz="1800" i="1" dirty="0"/>
              <a:t> </a:t>
            </a:r>
            <a:r>
              <a:rPr lang="en-IN" sz="1800" i="1" dirty="0" smtClean="0"/>
              <a:t>behaviours, </a:t>
            </a:r>
            <a:r>
              <a:rPr lang="en-IN" sz="1800" i="1" dirty="0"/>
              <a:t>like botnets, port-scanners, </a:t>
            </a:r>
            <a:r>
              <a:rPr lang="en-IN" sz="1800" i="1" dirty="0" err="1"/>
              <a:t>exfiltrators</a:t>
            </a:r>
            <a:r>
              <a:rPr lang="en-IN" sz="1800" i="1" dirty="0"/>
              <a:t> </a:t>
            </a:r>
            <a:endParaRPr lang="en-IN" sz="1800" i="1" dirty="0" smtClean="0"/>
          </a:p>
          <a:p>
            <a:pPr>
              <a:buFont typeface="Wingdings" panose="05000000000000000000" pitchFamily="2" charset="2"/>
              <a:buChar char="v"/>
            </a:pPr>
            <a:r>
              <a:rPr lang="en-IN" sz="1800" i="1" dirty="0"/>
              <a:t>W</a:t>
            </a:r>
            <a:r>
              <a:rPr lang="en-IN" sz="1800" i="1" dirty="0" smtClean="0"/>
              <a:t>eb </a:t>
            </a:r>
            <a:r>
              <a:rPr lang="en-IN" sz="1800" i="1" dirty="0"/>
              <a:t>and R</a:t>
            </a:r>
            <a:r>
              <a:rPr lang="en-IN" sz="1800" i="1" dirty="0" smtClean="0"/>
              <a:t>anking</a:t>
            </a:r>
          </a:p>
          <a:p>
            <a:pPr lvl="1">
              <a:buFont typeface="Wingdings" panose="05000000000000000000" pitchFamily="2" charset="2"/>
              <a:buChar char="v"/>
            </a:pPr>
            <a:r>
              <a:rPr lang="en-IN" sz="1800" i="1" dirty="0" smtClean="0"/>
              <a:t>Accelerate or control  information/ rumours flow.</a:t>
            </a:r>
            <a:endParaRPr lang="en-IN" sz="1800" dirty="0" smtClean="0"/>
          </a:p>
          <a:p>
            <a:pPr>
              <a:buFont typeface="Wingdings" panose="05000000000000000000" pitchFamily="2" charset="2"/>
              <a:buChar char="v"/>
            </a:pPr>
            <a:r>
              <a:rPr lang="en-IN" sz="1800" dirty="0"/>
              <a:t>influence </a:t>
            </a:r>
            <a:r>
              <a:rPr lang="en-IN" sz="1800" dirty="0" smtClean="0"/>
              <a:t>propagation</a:t>
            </a:r>
          </a:p>
          <a:p>
            <a:pPr>
              <a:buFont typeface="Wingdings" panose="05000000000000000000" pitchFamily="2" charset="2"/>
              <a:buChar char="v"/>
            </a:pPr>
            <a:r>
              <a:rPr lang="en-IN" sz="1800" dirty="0" smtClean="0"/>
              <a:t>e-commerce</a:t>
            </a:r>
          </a:p>
          <a:p>
            <a:pPr lvl="1">
              <a:buFont typeface="Wingdings" panose="05000000000000000000" pitchFamily="2" charset="2"/>
              <a:buChar char="v"/>
            </a:pPr>
            <a:r>
              <a:rPr lang="en-IN" sz="1800" dirty="0"/>
              <a:t>Amazon, Netflix, </a:t>
            </a:r>
            <a:r>
              <a:rPr lang="en-IN" sz="1800" dirty="0" err="1"/>
              <a:t>Ebay</a:t>
            </a:r>
            <a:r>
              <a:rPr lang="en-IN" sz="1800" dirty="0" smtClean="0"/>
              <a:t>, (rating recommendation, ...</a:t>
            </a:r>
          </a:p>
          <a:p>
            <a:r>
              <a:rPr lang="en-IN" sz="2800" dirty="0" smtClean="0"/>
              <a:t>….</a:t>
            </a:r>
          </a:p>
          <a:p>
            <a:endParaRPr lang="en-IN" sz="1800" dirty="0"/>
          </a:p>
        </p:txBody>
      </p:sp>
      <p:sp>
        <p:nvSpPr>
          <p:cNvPr id="6" name="Content Placeholder 2"/>
          <p:cNvSpPr>
            <a:spLocks noGrp="1"/>
          </p:cNvSpPr>
          <p:nvPr>
            <p:ph sz="quarter" idx="10"/>
          </p:nvPr>
        </p:nvSpPr>
        <p:spPr>
          <a:xfrm>
            <a:off x="304800" y="152400"/>
            <a:ext cx="7162800" cy="1143000"/>
          </a:xfrm>
        </p:spPr>
        <p:txBody>
          <a:bodyPr/>
          <a:lstStyle/>
          <a:p>
            <a:r>
              <a:rPr lang="en-IN" dirty="0" smtClean="0"/>
              <a:t>Why to study Structure of graphs</a:t>
            </a:r>
            <a:endParaRPr lang="en-IN" dirty="0"/>
          </a:p>
        </p:txBody>
      </p:sp>
    </p:spTree>
    <p:extLst>
      <p:ext uri="{BB962C8B-B14F-4D97-AF65-F5344CB8AC3E}">
        <p14:creationId xmlns:p14="http://schemas.microsoft.com/office/powerpoint/2010/main" val="16886835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b="1" dirty="0"/>
              <a:t>Understanding </a:t>
            </a:r>
            <a:r>
              <a:rPr lang="en-IN" dirty="0"/>
              <a:t>human (machine, protein) </a:t>
            </a:r>
            <a:r>
              <a:rPr lang="en-IN" dirty="0" smtClean="0"/>
              <a:t>behaviour:</a:t>
            </a:r>
          </a:p>
          <a:p>
            <a:pPr lvl="1">
              <a:buFont typeface="Wingdings" panose="05000000000000000000" pitchFamily="2" charset="2"/>
              <a:buChar char="v"/>
            </a:pPr>
            <a:r>
              <a:rPr lang="en-IN" sz="2400" dirty="0"/>
              <a:t>Discovering patterns of connectivity </a:t>
            </a:r>
            <a:r>
              <a:rPr lang="en-IN" sz="2400" dirty="0" smtClean="0"/>
              <a:t>to develop domain expertise</a:t>
            </a:r>
          </a:p>
          <a:p>
            <a:pPr>
              <a:buFont typeface="Wingdings" panose="05000000000000000000" pitchFamily="2" charset="2"/>
              <a:buChar char="v"/>
            </a:pPr>
            <a:r>
              <a:rPr lang="en-IN" b="1" dirty="0"/>
              <a:t>Anomaly </a:t>
            </a:r>
            <a:r>
              <a:rPr lang="en-IN" b="1" dirty="0" smtClean="0"/>
              <a:t>detection:</a:t>
            </a:r>
          </a:p>
          <a:p>
            <a:pPr lvl="1">
              <a:buFont typeface="Wingdings" panose="05000000000000000000" pitchFamily="2" charset="2"/>
              <a:buChar char="v"/>
            </a:pPr>
            <a:r>
              <a:rPr lang="en-IN" sz="2400" dirty="0"/>
              <a:t>E</a:t>
            </a:r>
            <a:r>
              <a:rPr lang="en-IN" sz="2400" dirty="0" smtClean="0"/>
              <a:t>xtremely </a:t>
            </a:r>
            <a:r>
              <a:rPr lang="en-IN" sz="2400" dirty="0"/>
              <a:t>short/long diameter </a:t>
            </a:r>
            <a:r>
              <a:rPr lang="en-IN" sz="2400" dirty="0" err="1"/>
              <a:t>wrt</a:t>
            </a:r>
            <a:r>
              <a:rPr lang="en-IN" sz="2400" dirty="0"/>
              <a:t> six degree of connectivity would be suspicious</a:t>
            </a:r>
            <a:endParaRPr lang="en-IN" sz="2400" dirty="0" smtClean="0"/>
          </a:p>
          <a:p>
            <a:pPr>
              <a:buFont typeface="Wingdings" panose="05000000000000000000" pitchFamily="2" charset="2"/>
              <a:buChar char="v"/>
            </a:pPr>
            <a:r>
              <a:rPr lang="en-IN" b="1" dirty="0"/>
              <a:t>Extrapolations</a:t>
            </a:r>
            <a:r>
              <a:rPr lang="en-IN" dirty="0" smtClean="0"/>
              <a:t>:</a:t>
            </a:r>
          </a:p>
          <a:p>
            <a:pPr lvl="1">
              <a:buFont typeface="Wingdings" panose="05000000000000000000" pitchFamily="2" charset="2"/>
              <a:buChar char="v"/>
            </a:pPr>
            <a:r>
              <a:rPr lang="en-IN" sz="2400" dirty="0" smtClean="0"/>
              <a:t>Prediction or Forecasting</a:t>
            </a:r>
          </a:p>
          <a:p>
            <a:pPr>
              <a:buFont typeface="Wingdings" panose="05000000000000000000" pitchFamily="2" charset="2"/>
              <a:buChar char="v"/>
            </a:pPr>
            <a:r>
              <a:rPr lang="en-IN" b="1" dirty="0"/>
              <a:t>Generator design</a:t>
            </a:r>
            <a:r>
              <a:rPr lang="en-IN" dirty="0" smtClean="0"/>
              <a:t>:</a:t>
            </a:r>
          </a:p>
          <a:p>
            <a:pPr lvl="1">
              <a:buFont typeface="Wingdings" panose="05000000000000000000" pitchFamily="2" charset="2"/>
              <a:buChar char="v"/>
            </a:pPr>
            <a:r>
              <a:rPr lang="en-IN" sz="2400" dirty="0"/>
              <a:t>Real graphs often have privacy issues and/or high monetary value, and cannot be </a:t>
            </a:r>
            <a:r>
              <a:rPr lang="en-IN" sz="2400" dirty="0" smtClean="0"/>
              <a:t>released</a:t>
            </a:r>
          </a:p>
        </p:txBody>
      </p:sp>
      <p:sp>
        <p:nvSpPr>
          <p:cNvPr id="3" name="Content Placeholder 2"/>
          <p:cNvSpPr>
            <a:spLocks noGrp="1"/>
          </p:cNvSpPr>
          <p:nvPr>
            <p:ph sz="quarter" idx="10"/>
          </p:nvPr>
        </p:nvSpPr>
        <p:spPr>
          <a:xfrm>
            <a:off x="304800" y="152400"/>
            <a:ext cx="6324600" cy="1143000"/>
          </a:xfrm>
        </p:spPr>
        <p:txBody>
          <a:bodyPr/>
          <a:lstStyle/>
          <a:p>
            <a:r>
              <a:rPr lang="en-IN" b="0" dirty="0"/>
              <a:t>several reasons to study patterns and laws in real graphs:</a:t>
            </a:r>
            <a:endParaRPr lang="en-IN" dirty="0"/>
          </a:p>
        </p:txBody>
      </p:sp>
    </p:spTree>
    <p:extLst>
      <p:ext uri="{BB962C8B-B14F-4D97-AF65-F5344CB8AC3E}">
        <p14:creationId xmlns:p14="http://schemas.microsoft.com/office/powerpoint/2010/main" val="8582246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b="1" dirty="0" smtClean="0"/>
              <a:t>Graph </a:t>
            </a:r>
            <a:r>
              <a:rPr lang="en-IN" b="1" dirty="0"/>
              <a:t>C</a:t>
            </a:r>
            <a:r>
              <a:rPr lang="en-IN" b="1" dirty="0" smtClean="0"/>
              <a:t>ompression</a:t>
            </a:r>
            <a:r>
              <a:rPr lang="en-IN" dirty="0" smtClean="0"/>
              <a:t>:</a:t>
            </a:r>
          </a:p>
          <a:p>
            <a:pPr lvl="1">
              <a:buFont typeface="Wingdings" panose="05000000000000000000" pitchFamily="2" charset="2"/>
              <a:buChar char="v"/>
            </a:pPr>
            <a:r>
              <a:rPr lang="en-IN" sz="2400" dirty="0"/>
              <a:t>W</a:t>
            </a:r>
            <a:r>
              <a:rPr lang="en-IN" sz="2400" dirty="0" smtClean="0"/>
              <a:t>eb-crawls/Facebook with </a:t>
            </a:r>
            <a:r>
              <a:rPr lang="en-IN" sz="2400" dirty="0"/>
              <a:t>billions of </a:t>
            </a:r>
            <a:r>
              <a:rPr lang="en-IN" sz="2400" dirty="0" smtClean="0"/>
              <a:t>pages/active </a:t>
            </a:r>
            <a:r>
              <a:rPr lang="en-IN" sz="2400" dirty="0"/>
              <a:t>users”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While </a:t>
            </a:r>
            <a:r>
              <a:rPr lang="en-IN" dirty="0">
                <a:latin typeface="Arial" panose="020B0604020202020204" pitchFamily="34" charset="0"/>
                <a:cs typeface="Arial" panose="020B0604020202020204" pitchFamily="34" charset="0"/>
              </a:rPr>
              <a:t>writing, keeping (and compressing) historical data is important</a:t>
            </a:r>
            <a:r>
              <a:rPr lang="en-IN" dirty="0" smtClean="0">
                <a:latin typeface="Arial" panose="020B0604020202020204" pitchFamily="34" charset="0"/>
                <a:cs typeface="Arial" panose="020B0604020202020204" pitchFamily="34" charset="0"/>
              </a:rPr>
              <a:t>.</a:t>
            </a:r>
          </a:p>
          <a:p>
            <a:pPr lvl="1">
              <a:buFont typeface="Wingdings" panose="05000000000000000000" pitchFamily="2" charset="2"/>
              <a:buChar char="v"/>
            </a:pPr>
            <a:r>
              <a:rPr lang="en-IN" sz="2400" dirty="0" smtClean="0"/>
              <a:t>Older mails in your mailbox</a:t>
            </a:r>
          </a:p>
        </p:txBody>
      </p:sp>
      <p:sp>
        <p:nvSpPr>
          <p:cNvPr id="3" name="Content Placeholder 2"/>
          <p:cNvSpPr>
            <a:spLocks noGrp="1"/>
          </p:cNvSpPr>
          <p:nvPr>
            <p:ph sz="quarter" idx="10"/>
          </p:nvPr>
        </p:nvSpPr>
        <p:spPr>
          <a:xfrm>
            <a:off x="304800" y="152400"/>
            <a:ext cx="6324600" cy="1143000"/>
          </a:xfrm>
        </p:spPr>
        <p:txBody>
          <a:bodyPr/>
          <a:lstStyle/>
          <a:p>
            <a:r>
              <a:rPr lang="en-IN" b="0" dirty="0"/>
              <a:t>several reasons to study patterns and laws in real graphs:</a:t>
            </a:r>
            <a:endParaRPr lang="en-IN" dirty="0"/>
          </a:p>
        </p:txBody>
      </p:sp>
    </p:spTree>
    <p:extLst>
      <p:ext uri="{BB962C8B-B14F-4D97-AF65-F5344CB8AC3E}">
        <p14:creationId xmlns:p14="http://schemas.microsoft.com/office/powerpoint/2010/main" val="20109987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US" dirty="0" smtClean="0"/>
              <a:t>Distance, Degree Distribution, Radius &amp; Diameter</a:t>
            </a:r>
            <a:endParaRPr lang="en-IN" dirty="0"/>
          </a:p>
        </p:txBody>
      </p:sp>
    </p:spTree>
    <p:extLst>
      <p:ext uri="{BB962C8B-B14F-4D97-AF65-F5344CB8AC3E}">
        <p14:creationId xmlns:p14="http://schemas.microsoft.com/office/powerpoint/2010/main" val="37620513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smtClean="0"/>
                  <a:t>Distance is a metric space: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oMath>
                  </m:oMathPara>
                </a14:m>
                <a:endParaRPr lang="en-US" b="0" dirty="0" smtClean="0">
                  <a:ea typeface="Cambria Math" panose="02040503050406030204" pitchFamily="18" charset="0"/>
                </a:endParaRPr>
              </a:p>
              <a:p>
                <a:pPr>
                  <a:buFont typeface="Arial" panose="020B0604020202020204" pitchFamily="34" charset="0"/>
                  <a:buChar char="•"/>
                </a:pPr>
                <a:r>
                  <a:rPr lang="en-US" dirty="0" smtClean="0"/>
                  <a:t>d(</a:t>
                </a:r>
                <a:r>
                  <a:rPr lang="en-US" dirty="0" err="1" smtClean="0"/>
                  <a:t>u,v</a:t>
                </a:r>
                <a:r>
                  <a:rPr lang="en-US" dirty="0" smtClean="0"/>
                  <a:t>)&gt;= 0 and d(</a:t>
                </a:r>
                <a:r>
                  <a:rPr lang="en-US" dirty="0" err="1" smtClean="0"/>
                  <a:t>u,v</a:t>
                </a:r>
                <a:r>
                  <a:rPr lang="en-US" dirty="0" smtClean="0"/>
                  <a:t>) = 0 </a:t>
                </a:r>
                <a:r>
                  <a:rPr lang="en-US" dirty="0" err="1" smtClean="0"/>
                  <a:t>iff</a:t>
                </a:r>
                <a:r>
                  <a:rPr lang="en-US" dirty="0" smtClean="0"/>
                  <a:t> u=v;</a:t>
                </a:r>
              </a:p>
              <a:p>
                <a:pPr>
                  <a:buFont typeface="Arial" panose="020B0604020202020204" pitchFamily="34" charset="0"/>
                  <a:buChar char="•"/>
                </a:pPr>
                <a:r>
                  <a:rPr lang="en-US" dirty="0" smtClean="0"/>
                  <a:t>d(</a:t>
                </a:r>
                <a:r>
                  <a:rPr lang="en-US" dirty="0" err="1" smtClean="0"/>
                  <a:t>u,v</a:t>
                </a:r>
                <a:r>
                  <a:rPr lang="en-US" dirty="0" smtClean="0"/>
                  <a:t>) = d(</a:t>
                </a:r>
                <a:r>
                  <a:rPr lang="en-US" dirty="0" err="1" smtClean="0"/>
                  <a:t>v,u</a:t>
                </a:r>
                <a:r>
                  <a:rPr lang="en-US" dirty="0" smtClean="0"/>
                  <a:t>)</a:t>
                </a:r>
              </a:p>
              <a:p>
                <a:pPr>
                  <a:buFont typeface="Arial" panose="020B0604020202020204" pitchFamily="34" charset="0"/>
                  <a:buChar char="•"/>
                </a:pPr>
                <a:r>
                  <a:rPr lang="en-US" dirty="0" smtClean="0"/>
                  <a:t>d(</a:t>
                </a:r>
                <a:r>
                  <a:rPr lang="en-US" dirty="0" err="1" smtClean="0"/>
                  <a:t>u,w</a:t>
                </a:r>
                <a:r>
                  <a:rPr lang="en-US" dirty="0" smtClean="0"/>
                  <a:t>) + d(</a:t>
                </a:r>
                <a:r>
                  <a:rPr lang="en-US" dirty="0" err="1" smtClean="0"/>
                  <a:t>w,v</a:t>
                </a:r>
                <a:r>
                  <a:rPr lang="en-US" dirty="0" smtClean="0"/>
                  <a:t>) &gt;=d(</a:t>
                </a:r>
                <a:r>
                  <a:rPr lang="en-US" dirty="0" err="1" smtClean="0"/>
                  <a:t>u,v</a:t>
                </a:r>
                <a:r>
                  <a:rPr lang="en-US" dirty="0" smtClean="0"/>
                  <a:t>)</a:t>
                </a: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1111" t="-943"/>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US" dirty="0" smtClean="0"/>
              <a:t>Distance between two vertices</a:t>
            </a:r>
            <a:endParaRPr lang="en-IN" dirty="0"/>
          </a:p>
        </p:txBody>
      </p:sp>
      <p:grpSp>
        <p:nvGrpSpPr>
          <p:cNvPr id="4" name="Group 3"/>
          <p:cNvGrpSpPr/>
          <p:nvPr/>
        </p:nvGrpSpPr>
        <p:grpSpPr>
          <a:xfrm>
            <a:off x="4724400" y="2819400"/>
            <a:ext cx="4250530" cy="3438527"/>
            <a:chOff x="0" y="0"/>
            <a:chExt cx="3300412" cy="2333626"/>
          </a:xfrm>
        </p:grpSpPr>
        <p:grpSp>
          <p:nvGrpSpPr>
            <p:cNvPr id="5" name="Group 4"/>
            <p:cNvGrpSpPr/>
            <p:nvPr/>
          </p:nvGrpSpPr>
          <p:grpSpPr>
            <a:xfrm>
              <a:off x="0" y="0"/>
              <a:ext cx="3300412" cy="2333626"/>
              <a:chOff x="0" y="0"/>
              <a:chExt cx="3295649" cy="2333626"/>
            </a:xfrm>
          </p:grpSpPr>
          <p:grpSp>
            <p:nvGrpSpPr>
              <p:cNvPr id="7" name="Group 6"/>
              <p:cNvGrpSpPr/>
              <p:nvPr/>
            </p:nvGrpSpPr>
            <p:grpSpPr>
              <a:xfrm>
                <a:off x="0" y="0"/>
                <a:ext cx="3295649" cy="2333626"/>
                <a:chOff x="0" y="0"/>
                <a:chExt cx="8001000" cy="4894418"/>
              </a:xfrm>
            </p:grpSpPr>
            <p:grpSp>
              <p:nvGrpSpPr>
                <p:cNvPr id="9" name="Group 8"/>
                <p:cNvGrpSpPr/>
                <p:nvPr/>
              </p:nvGrpSpPr>
              <p:grpSpPr>
                <a:xfrm>
                  <a:off x="0" y="0"/>
                  <a:ext cx="8001000" cy="4894418"/>
                  <a:chOff x="0" y="0"/>
                  <a:chExt cx="8001000" cy="4894418"/>
                </a:xfrm>
              </p:grpSpPr>
              <p:sp>
                <p:nvSpPr>
                  <p:cNvPr id="24" name="Oval 23"/>
                  <p:cNvSpPr/>
                  <p:nvPr/>
                </p:nvSpPr>
                <p:spPr>
                  <a:xfrm>
                    <a:off x="152400" y="350993"/>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A</a:t>
                    </a:r>
                  </a:p>
                </p:txBody>
              </p:sp>
              <p:sp>
                <p:nvSpPr>
                  <p:cNvPr id="25" name="Oval 24"/>
                  <p:cNvSpPr/>
                  <p:nvPr/>
                </p:nvSpPr>
                <p:spPr>
                  <a:xfrm>
                    <a:off x="1524000" y="5143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B</a:t>
                    </a:r>
                  </a:p>
                </p:txBody>
              </p:sp>
              <p:sp>
                <p:nvSpPr>
                  <p:cNvPr id="26" name="Oval 25"/>
                  <p:cNvSpPr/>
                  <p:nvPr/>
                </p:nvSpPr>
                <p:spPr>
                  <a:xfrm>
                    <a:off x="1523322" y="268027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C</a:t>
                    </a:r>
                  </a:p>
                </p:txBody>
              </p:sp>
              <p:sp>
                <p:nvSpPr>
                  <p:cNvPr id="27" name="Oval 26"/>
                  <p:cNvSpPr/>
                  <p:nvPr/>
                </p:nvSpPr>
                <p:spPr>
                  <a:xfrm>
                    <a:off x="3962400" y="2914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F</a:t>
                    </a:r>
                  </a:p>
                </p:txBody>
              </p:sp>
              <p:sp>
                <p:nvSpPr>
                  <p:cNvPr id="28" name="Oval 27"/>
                  <p:cNvSpPr/>
                  <p:nvPr/>
                </p:nvSpPr>
                <p:spPr>
                  <a:xfrm>
                    <a:off x="0" y="38671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D</a:t>
                    </a:r>
                  </a:p>
                </p:txBody>
              </p:sp>
              <p:sp>
                <p:nvSpPr>
                  <p:cNvPr id="29" name="Oval 28"/>
                  <p:cNvSpPr/>
                  <p:nvPr/>
                </p:nvSpPr>
                <p:spPr>
                  <a:xfrm>
                    <a:off x="5334000" y="145446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H</a:t>
                    </a:r>
                  </a:p>
                </p:txBody>
              </p:sp>
              <p:sp>
                <p:nvSpPr>
                  <p:cNvPr id="30" name="Oval 29"/>
                  <p:cNvSpPr/>
                  <p:nvPr/>
                </p:nvSpPr>
                <p:spPr>
                  <a:xfrm>
                    <a:off x="4724400" y="4208618"/>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E</a:t>
                    </a:r>
                  </a:p>
                </p:txBody>
              </p:sp>
              <p:sp>
                <p:nvSpPr>
                  <p:cNvPr id="31" name="Oval 30"/>
                  <p:cNvSpPr/>
                  <p:nvPr/>
                </p:nvSpPr>
                <p:spPr>
                  <a:xfrm>
                    <a:off x="3810000" y="247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G</a:t>
                    </a:r>
                  </a:p>
                </p:txBody>
              </p:sp>
              <p:sp>
                <p:nvSpPr>
                  <p:cNvPr id="32" name="Oval 31"/>
                  <p:cNvSpPr/>
                  <p:nvPr/>
                </p:nvSpPr>
                <p:spPr>
                  <a:xfrm>
                    <a:off x="7239000" y="297924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J</a:t>
                    </a:r>
                  </a:p>
                </p:txBody>
              </p:sp>
              <p:sp>
                <p:nvSpPr>
                  <p:cNvPr id="33" name="Oval 32"/>
                  <p:cNvSpPr/>
                  <p:nvPr/>
                </p:nvSpPr>
                <p:spPr>
                  <a:xfrm>
                    <a:off x="7086600" y="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I</a:t>
                    </a:r>
                  </a:p>
                </p:txBody>
              </p:sp>
            </p:grpSp>
            <p:grpSp>
              <p:nvGrpSpPr>
                <p:cNvPr id="10" name="Group 9"/>
                <p:cNvGrpSpPr/>
                <p:nvPr/>
              </p:nvGrpSpPr>
              <p:grpSpPr>
                <a:xfrm>
                  <a:off x="381001" y="100433"/>
                  <a:ext cx="7239000" cy="4451085"/>
                  <a:chOff x="381001" y="100433"/>
                  <a:chExt cx="7239000" cy="4451085"/>
                </a:xfrm>
              </p:grpSpPr>
              <p:cxnSp>
                <p:nvCxnSpPr>
                  <p:cNvPr id="11" name="Straight Arrow Connector 10"/>
                  <p:cNvCxnSpPr>
                    <a:stCxn id="24" idx="6"/>
                  </p:cNvCxnSpPr>
                  <p:nvPr/>
                </p:nvCxnSpPr>
                <p:spPr>
                  <a:xfrm>
                    <a:off x="914401" y="693892"/>
                    <a:ext cx="609599" cy="114300"/>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2" name="Straight Arrow Connector 11"/>
                  <p:cNvCxnSpPr>
                    <a:stCxn id="26" idx="6"/>
                    <a:endCxn id="27" idx="2"/>
                  </p:cNvCxnSpPr>
                  <p:nvPr/>
                </p:nvCxnSpPr>
                <p:spPr>
                  <a:xfrm>
                    <a:off x="2285323" y="3023171"/>
                    <a:ext cx="1677078" cy="234425"/>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3" name="Straight Arrow Connector 12"/>
                  <p:cNvCxnSpPr>
                    <a:endCxn id="26" idx="1"/>
                  </p:cNvCxnSpPr>
                  <p:nvPr/>
                </p:nvCxnSpPr>
                <p:spPr>
                  <a:xfrm>
                    <a:off x="693947" y="977421"/>
                    <a:ext cx="940968" cy="1803283"/>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4" name="Straight Arrow Connector 13"/>
                  <p:cNvCxnSpPr>
                    <a:endCxn id="28" idx="0"/>
                  </p:cNvCxnSpPr>
                  <p:nvPr/>
                </p:nvCxnSpPr>
                <p:spPr>
                  <a:xfrm flipH="1">
                    <a:off x="381001" y="1036793"/>
                    <a:ext cx="151046" cy="283040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 name="Straight Arrow Connector 14"/>
                  <p:cNvCxnSpPr>
                    <a:endCxn id="26" idx="0"/>
                  </p:cNvCxnSpPr>
                  <p:nvPr/>
                </p:nvCxnSpPr>
                <p:spPr>
                  <a:xfrm>
                    <a:off x="1796815" y="1216336"/>
                    <a:ext cx="107508" cy="1463935"/>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6" name="Straight Arrow Connector 15"/>
                  <p:cNvCxnSpPr>
                    <a:stCxn id="30" idx="2"/>
                  </p:cNvCxnSpPr>
                  <p:nvPr/>
                </p:nvCxnSpPr>
                <p:spPr>
                  <a:xfrm flipH="1" flipV="1">
                    <a:off x="753708" y="4357410"/>
                    <a:ext cx="3970693" cy="19410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7" name="Straight Arrow Connector 16"/>
                  <p:cNvCxnSpPr>
                    <a:stCxn id="31" idx="4"/>
                  </p:cNvCxnSpPr>
                  <p:nvPr/>
                </p:nvCxnSpPr>
                <p:spPr>
                  <a:xfrm>
                    <a:off x="4191001" y="933496"/>
                    <a:ext cx="107506" cy="19849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8" name="Straight Arrow Connector 17"/>
                  <p:cNvCxnSpPr>
                    <a:endCxn id="32" idx="0"/>
                  </p:cNvCxnSpPr>
                  <p:nvPr/>
                </p:nvCxnSpPr>
                <p:spPr>
                  <a:xfrm>
                    <a:off x="7473739" y="675684"/>
                    <a:ext cx="146262" cy="230356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9" name="Straight Arrow Connector 18"/>
                  <p:cNvCxnSpPr>
                    <a:endCxn id="29" idx="1"/>
                  </p:cNvCxnSpPr>
                  <p:nvPr/>
                </p:nvCxnSpPr>
                <p:spPr>
                  <a:xfrm>
                    <a:off x="4505325" y="723947"/>
                    <a:ext cx="940268" cy="83094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0" name="Straight Arrow Connector 19"/>
                  <p:cNvCxnSpPr>
                    <a:endCxn id="33" idx="2"/>
                  </p:cNvCxnSpPr>
                  <p:nvPr/>
                </p:nvCxnSpPr>
                <p:spPr>
                  <a:xfrm flipV="1">
                    <a:off x="4546133" y="342900"/>
                    <a:ext cx="2540468" cy="211022"/>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1" name="Straight Arrow Connector 20"/>
                  <p:cNvCxnSpPr>
                    <a:endCxn id="29" idx="7"/>
                  </p:cNvCxnSpPr>
                  <p:nvPr/>
                </p:nvCxnSpPr>
                <p:spPr>
                  <a:xfrm flipH="1">
                    <a:off x="5984409" y="544120"/>
                    <a:ext cx="1165458" cy="1010774"/>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2" name="Straight Arrow Connector 21"/>
                  <p:cNvCxnSpPr>
                    <a:stCxn id="28" idx="6"/>
                  </p:cNvCxnSpPr>
                  <p:nvPr/>
                </p:nvCxnSpPr>
                <p:spPr>
                  <a:xfrm flipV="1">
                    <a:off x="762001" y="3500948"/>
                    <a:ext cx="6550547" cy="709147"/>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3" name="Curved Connector 22"/>
                  <p:cNvCxnSpPr>
                    <a:stCxn id="25" idx="7"/>
                    <a:endCxn id="33" idx="1"/>
                  </p:cNvCxnSpPr>
                  <p:nvPr/>
                </p:nvCxnSpPr>
                <p:spPr>
                  <a:xfrm rot="5400000" flipH="1" flipV="1">
                    <a:off x="4429103" y="-2154261"/>
                    <a:ext cx="514395" cy="5023784"/>
                  </a:xfrm>
                  <a:prstGeom prst="curvedConnector3">
                    <a:avLst>
                      <a:gd name="adj1" fmla="val 171365"/>
                    </a:avLst>
                  </a:prstGeom>
                  <a:ln>
                    <a:tailEnd type="none"/>
                  </a:ln>
                </p:spPr>
                <p:style>
                  <a:lnRef idx="3">
                    <a:schemeClr val="dk1"/>
                  </a:lnRef>
                  <a:fillRef idx="0">
                    <a:schemeClr val="dk1"/>
                  </a:fillRef>
                  <a:effectRef idx="2">
                    <a:schemeClr val="dk1"/>
                  </a:effectRef>
                  <a:fontRef idx="minor">
                    <a:schemeClr val="tx1"/>
                  </a:fontRef>
                </p:style>
              </p:cxnSp>
            </p:grpSp>
          </p:grpSp>
          <p:cxnSp>
            <p:nvCxnSpPr>
              <p:cNvPr id="8" name="Straight Arrow Connector 7"/>
              <p:cNvCxnSpPr>
                <a:stCxn id="29" idx="3"/>
                <a:endCxn id="27" idx="7"/>
              </p:cNvCxnSpPr>
              <p:nvPr/>
            </p:nvCxnSpPr>
            <p:spPr>
              <a:xfrm flipH="1">
                <a:off x="1900037" y="972576"/>
                <a:ext cx="343028" cy="465017"/>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cxnSp>
          <p:nvCxnSpPr>
            <p:cNvPr id="6" name="Straight Arrow Connector 5"/>
            <p:cNvCxnSpPr>
              <a:endCxn id="30" idx="6"/>
            </p:cNvCxnSpPr>
            <p:nvPr/>
          </p:nvCxnSpPr>
          <p:spPr>
            <a:xfrm flipH="1">
              <a:off x="2263140" y="1714500"/>
              <a:ext cx="783103" cy="455633"/>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5394289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Arial" panose="020B0604020202020204" pitchFamily="34" charset="0"/>
              <a:buChar char="•"/>
            </a:pPr>
            <a:r>
              <a:rPr lang="en-IN" dirty="0" smtClean="0">
                <a:hlinkClick r:id="rId2" action="ppaction://hlinkfile"/>
              </a:rPr>
              <a:t>Degree Distribution </a:t>
            </a:r>
          </a:p>
          <a:p>
            <a:pPr>
              <a:buFont typeface="Arial" panose="020B0604020202020204" pitchFamily="34" charset="0"/>
              <a:buChar char="•"/>
            </a:pPr>
            <a:r>
              <a:rPr lang="en-IN" dirty="0" smtClean="0">
                <a:hlinkClick r:id="rId2" action="ppaction://hlinkfile"/>
              </a:rPr>
              <a:t>Eccentricity, </a:t>
            </a:r>
          </a:p>
          <a:p>
            <a:pPr>
              <a:buFont typeface="Arial" panose="020B0604020202020204" pitchFamily="34" charset="0"/>
              <a:buChar char="•"/>
            </a:pPr>
            <a:r>
              <a:rPr lang="en-IN" dirty="0" smtClean="0">
                <a:hlinkClick r:id="rId2" action="ppaction://hlinkfile"/>
              </a:rPr>
              <a:t>Diameter &amp; </a:t>
            </a:r>
          </a:p>
          <a:p>
            <a:pPr>
              <a:buFont typeface="Arial" panose="020B0604020202020204" pitchFamily="34" charset="0"/>
              <a:buChar char="•"/>
            </a:pPr>
            <a:r>
              <a:rPr lang="en-IN" dirty="0" smtClean="0">
                <a:hlinkClick r:id="rId2" action="ppaction://hlinkfile"/>
              </a:rPr>
              <a:t>Radius Solution.xlsx</a:t>
            </a:r>
            <a:endParaRPr lang="en-IN" dirty="0"/>
          </a:p>
        </p:txBody>
      </p:sp>
      <p:sp>
        <p:nvSpPr>
          <p:cNvPr id="3" name="Content Placeholder 2"/>
          <p:cNvSpPr>
            <a:spLocks noGrp="1"/>
          </p:cNvSpPr>
          <p:nvPr>
            <p:ph sz="quarter" idx="10"/>
          </p:nvPr>
        </p:nvSpPr>
        <p:spPr/>
        <p:txBody>
          <a:bodyPr/>
          <a:lstStyle/>
          <a:p>
            <a:r>
              <a:rPr lang="en-US" dirty="0" smtClean="0"/>
              <a:t>Degree Distribution</a:t>
            </a:r>
            <a:endParaRPr lang="en-IN" dirty="0"/>
          </a:p>
        </p:txBody>
      </p:sp>
      <p:grpSp>
        <p:nvGrpSpPr>
          <p:cNvPr id="4" name="Group 3"/>
          <p:cNvGrpSpPr/>
          <p:nvPr/>
        </p:nvGrpSpPr>
        <p:grpSpPr>
          <a:xfrm>
            <a:off x="3886200" y="1828800"/>
            <a:ext cx="5088730" cy="4429127"/>
            <a:chOff x="0" y="0"/>
            <a:chExt cx="3300412" cy="2333626"/>
          </a:xfrm>
        </p:grpSpPr>
        <p:grpSp>
          <p:nvGrpSpPr>
            <p:cNvPr id="5" name="Group 4"/>
            <p:cNvGrpSpPr/>
            <p:nvPr/>
          </p:nvGrpSpPr>
          <p:grpSpPr>
            <a:xfrm>
              <a:off x="0" y="0"/>
              <a:ext cx="3300412" cy="2333626"/>
              <a:chOff x="0" y="0"/>
              <a:chExt cx="3295649" cy="2333626"/>
            </a:xfrm>
          </p:grpSpPr>
          <p:grpSp>
            <p:nvGrpSpPr>
              <p:cNvPr id="7" name="Group 6"/>
              <p:cNvGrpSpPr/>
              <p:nvPr/>
            </p:nvGrpSpPr>
            <p:grpSpPr>
              <a:xfrm>
                <a:off x="0" y="0"/>
                <a:ext cx="3295649" cy="2333626"/>
                <a:chOff x="0" y="0"/>
                <a:chExt cx="8001000" cy="4894418"/>
              </a:xfrm>
            </p:grpSpPr>
            <p:grpSp>
              <p:nvGrpSpPr>
                <p:cNvPr id="9" name="Group 8"/>
                <p:cNvGrpSpPr/>
                <p:nvPr/>
              </p:nvGrpSpPr>
              <p:grpSpPr>
                <a:xfrm>
                  <a:off x="0" y="0"/>
                  <a:ext cx="8001000" cy="4894418"/>
                  <a:chOff x="0" y="0"/>
                  <a:chExt cx="8001000" cy="4894418"/>
                </a:xfrm>
              </p:grpSpPr>
              <p:sp>
                <p:nvSpPr>
                  <p:cNvPr id="24" name="Oval 23"/>
                  <p:cNvSpPr/>
                  <p:nvPr/>
                </p:nvSpPr>
                <p:spPr>
                  <a:xfrm>
                    <a:off x="152400" y="350993"/>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A</a:t>
                    </a:r>
                  </a:p>
                </p:txBody>
              </p:sp>
              <p:sp>
                <p:nvSpPr>
                  <p:cNvPr id="25" name="Oval 24"/>
                  <p:cNvSpPr/>
                  <p:nvPr/>
                </p:nvSpPr>
                <p:spPr>
                  <a:xfrm>
                    <a:off x="1524000" y="5143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B</a:t>
                    </a:r>
                  </a:p>
                </p:txBody>
              </p:sp>
              <p:sp>
                <p:nvSpPr>
                  <p:cNvPr id="26" name="Oval 25"/>
                  <p:cNvSpPr/>
                  <p:nvPr/>
                </p:nvSpPr>
                <p:spPr>
                  <a:xfrm>
                    <a:off x="1523322" y="268027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C</a:t>
                    </a:r>
                  </a:p>
                </p:txBody>
              </p:sp>
              <p:sp>
                <p:nvSpPr>
                  <p:cNvPr id="27" name="Oval 26"/>
                  <p:cNvSpPr/>
                  <p:nvPr/>
                </p:nvSpPr>
                <p:spPr>
                  <a:xfrm>
                    <a:off x="3962400" y="2914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F</a:t>
                    </a:r>
                  </a:p>
                </p:txBody>
              </p:sp>
              <p:sp>
                <p:nvSpPr>
                  <p:cNvPr id="28" name="Oval 27"/>
                  <p:cNvSpPr/>
                  <p:nvPr/>
                </p:nvSpPr>
                <p:spPr>
                  <a:xfrm>
                    <a:off x="0" y="38671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D</a:t>
                    </a:r>
                  </a:p>
                </p:txBody>
              </p:sp>
              <p:sp>
                <p:nvSpPr>
                  <p:cNvPr id="29" name="Oval 28"/>
                  <p:cNvSpPr/>
                  <p:nvPr/>
                </p:nvSpPr>
                <p:spPr>
                  <a:xfrm>
                    <a:off x="5334000" y="1454461"/>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H</a:t>
                    </a:r>
                  </a:p>
                </p:txBody>
              </p:sp>
              <p:sp>
                <p:nvSpPr>
                  <p:cNvPr id="30" name="Oval 29"/>
                  <p:cNvSpPr/>
                  <p:nvPr/>
                </p:nvSpPr>
                <p:spPr>
                  <a:xfrm>
                    <a:off x="4724400" y="4208618"/>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E</a:t>
                    </a:r>
                  </a:p>
                </p:txBody>
              </p:sp>
              <p:sp>
                <p:nvSpPr>
                  <p:cNvPr id="31" name="Oval 30"/>
                  <p:cNvSpPr/>
                  <p:nvPr/>
                </p:nvSpPr>
                <p:spPr>
                  <a:xfrm>
                    <a:off x="3810000" y="24769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G</a:t>
                    </a:r>
                  </a:p>
                </p:txBody>
              </p:sp>
              <p:sp>
                <p:nvSpPr>
                  <p:cNvPr id="32" name="Oval 31"/>
                  <p:cNvSpPr/>
                  <p:nvPr/>
                </p:nvSpPr>
                <p:spPr>
                  <a:xfrm>
                    <a:off x="7239000" y="2979246"/>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J</a:t>
                    </a:r>
                  </a:p>
                </p:txBody>
              </p:sp>
              <p:sp>
                <p:nvSpPr>
                  <p:cNvPr id="33" name="Oval 32"/>
                  <p:cNvSpPr/>
                  <p:nvPr/>
                </p:nvSpPr>
                <p:spPr>
                  <a:xfrm>
                    <a:off x="7086600" y="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lgn="ctr"/>
                    <a:r>
                      <a:rPr lang="en-IN"/>
                      <a:t>I</a:t>
                    </a:r>
                  </a:p>
                </p:txBody>
              </p:sp>
            </p:grpSp>
            <p:grpSp>
              <p:nvGrpSpPr>
                <p:cNvPr id="10" name="Group 9"/>
                <p:cNvGrpSpPr/>
                <p:nvPr/>
              </p:nvGrpSpPr>
              <p:grpSpPr>
                <a:xfrm>
                  <a:off x="381001" y="100433"/>
                  <a:ext cx="7239000" cy="4451085"/>
                  <a:chOff x="381001" y="100433"/>
                  <a:chExt cx="7239000" cy="4451085"/>
                </a:xfrm>
              </p:grpSpPr>
              <p:cxnSp>
                <p:nvCxnSpPr>
                  <p:cNvPr id="11" name="Straight Arrow Connector 10"/>
                  <p:cNvCxnSpPr>
                    <a:stCxn id="24" idx="6"/>
                  </p:cNvCxnSpPr>
                  <p:nvPr/>
                </p:nvCxnSpPr>
                <p:spPr>
                  <a:xfrm>
                    <a:off x="914401" y="693892"/>
                    <a:ext cx="609599" cy="114300"/>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2" name="Straight Arrow Connector 11"/>
                  <p:cNvCxnSpPr>
                    <a:stCxn id="26" idx="6"/>
                    <a:endCxn id="27" idx="2"/>
                  </p:cNvCxnSpPr>
                  <p:nvPr/>
                </p:nvCxnSpPr>
                <p:spPr>
                  <a:xfrm>
                    <a:off x="2285323" y="3023171"/>
                    <a:ext cx="1677078" cy="234425"/>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3" name="Straight Arrow Connector 12"/>
                  <p:cNvCxnSpPr>
                    <a:endCxn id="26" idx="1"/>
                  </p:cNvCxnSpPr>
                  <p:nvPr/>
                </p:nvCxnSpPr>
                <p:spPr>
                  <a:xfrm>
                    <a:off x="693947" y="977421"/>
                    <a:ext cx="940968" cy="1803283"/>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4" name="Straight Arrow Connector 13"/>
                  <p:cNvCxnSpPr>
                    <a:endCxn id="28" idx="0"/>
                  </p:cNvCxnSpPr>
                  <p:nvPr/>
                </p:nvCxnSpPr>
                <p:spPr>
                  <a:xfrm flipH="1">
                    <a:off x="381001" y="1036793"/>
                    <a:ext cx="151046" cy="283040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 name="Straight Arrow Connector 14"/>
                  <p:cNvCxnSpPr>
                    <a:endCxn id="26" idx="0"/>
                  </p:cNvCxnSpPr>
                  <p:nvPr/>
                </p:nvCxnSpPr>
                <p:spPr>
                  <a:xfrm>
                    <a:off x="1796815" y="1216336"/>
                    <a:ext cx="107508" cy="1463935"/>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6" name="Straight Arrow Connector 15"/>
                  <p:cNvCxnSpPr>
                    <a:stCxn id="30" idx="2"/>
                  </p:cNvCxnSpPr>
                  <p:nvPr/>
                </p:nvCxnSpPr>
                <p:spPr>
                  <a:xfrm flipH="1" flipV="1">
                    <a:off x="753708" y="4357410"/>
                    <a:ext cx="3970693" cy="19410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17" name="Straight Arrow Connector 16"/>
                  <p:cNvCxnSpPr>
                    <a:stCxn id="31" idx="4"/>
                  </p:cNvCxnSpPr>
                  <p:nvPr/>
                </p:nvCxnSpPr>
                <p:spPr>
                  <a:xfrm>
                    <a:off x="4191001" y="933496"/>
                    <a:ext cx="107506" cy="19849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8" name="Straight Arrow Connector 17"/>
                  <p:cNvCxnSpPr>
                    <a:endCxn id="32" idx="0"/>
                  </p:cNvCxnSpPr>
                  <p:nvPr/>
                </p:nvCxnSpPr>
                <p:spPr>
                  <a:xfrm>
                    <a:off x="7473739" y="675684"/>
                    <a:ext cx="146262" cy="230356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9" name="Straight Arrow Connector 18"/>
                  <p:cNvCxnSpPr>
                    <a:endCxn id="29" idx="1"/>
                  </p:cNvCxnSpPr>
                  <p:nvPr/>
                </p:nvCxnSpPr>
                <p:spPr>
                  <a:xfrm>
                    <a:off x="4505325" y="723947"/>
                    <a:ext cx="940268" cy="830948"/>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0" name="Straight Arrow Connector 19"/>
                  <p:cNvCxnSpPr>
                    <a:endCxn id="33" idx="2"/>
                  </p:cNvCxnSpPr>
                  <p:nvPr/>
                </p:nvCxnSpPr>
                <p:spPr>
                  <a:xfrm flipV="1">
                    <a:off x="4546133" y="342900"/>
                    <a:ext cx="2540468" cy="211022"/>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1" name="Straight Arrow Connector 20"/>
                  <p:cNvCxnSpPr>
                    <a:endCxn id="29" idx="7"/>
                  </p:cNvCxnSpPr>
                  <p:nvPr/>
                </p:nvCxnSpPr>
                <p:spPr>
                  <a:xfrm flipH="1">
                    <a:off x="5984409" y="544120"/>
                    <a:ext cx="1165458" cy="1010774"/>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2" name="Straight Arrow Connector 21"/>
                  <p:cNvCxnSpPr>
                    <a:stCxn id="28" idx="6"/>
                  </p:cNvCxnSpPr>
                  <p:nvPr/>
                </p:nvCxnSpPr>
                <p:spPr>
                  <a:xfrm flipV="1">
                    <a:off x="762001" y="3500948"/>
                    <a:ext cx="6550547" cy="709147"/>
                  </a:xfrm>
                  <a:prstGeom prst="straightConnector1">
                    <a:avLst/>
                  </a:prstGeom>
                  <a:ln>
                    <a:tailEnd type="none"/>
                  </a:ln>
                </p:spPr>
                <p:style>
                  <a:lnRef idx="3">
                    <a:schemeClr val="dk1"/>
                  </a:lnRef>
                  <a:fillRef idx="0">
                    <a:schemeClr val="dk1"/>
                  </a:fillRef>
                  <a:effectRef idx="2">
                    <a:schemeClr val="dk1"/>
                  </a:effectRef>
                  <a:fontRef idx="minor">
                    <a:schemeClr val="tx1"/>
                  </a:fontRef>
                </p:style>
              </p:cxnSp>
              <p:cxnSp>
                <p:nvCxnSpPr>
                  <p:cNvPr id="23" name="Curved Connector 22"/>
                  <p:cNvCxnSpPr>
                    <a:stCxn id="25" idx="7"/>
                    <a:endCxn id="33" idx="1"/>
                  </p:cNvCxnSpPr>
                  <p:nvPr/>
                </p:nvCxnSpPr>
                <p:spPr>
                  <a:xfrm rot="5400000" flipH="1" flipV="1">
                    <a:off x="4429103" y="-2154261"/>
                    <a:ext cx="514395" cy="5023784"/>
                  </a:xfrm>
                  <a:prstGeom prst="curvedConnector3">
                    <a:avLst>
                      <a:gd name="adj1" fmla="val 171365"/>
                    </a:avLst>
                  </a:prstGeom>
                  <a:ln>
                    <a:tailEnd type="none"/>
                  </a:ln>
                </p:spPr>
                <p:style>
                  <a:lnRef idx="3">
                    <a:schemeClr val="dk1"/>
                  </a:lnRef>
                  <a:fillRef idx="0">
                    <a:schemeClr val="dk1"/>
                  </a:fillRef>
                  <a:effectRef idx="2">
                    <a:schemeClr val="dk1"/>
                  </a:effectRef>
                  <a:fontRef idx="minor">
                    <a:schemeClr val="tx1"/>
                  </a:fontRef>
                </p:style>
              </p:cxnSp>
            </p:grpSp>
          </p:grpSp>
          <p:cxnSp>
            <p:nvCxnSpPr>
              <p:cNvPr id="8" name="Straight Arrow Connector 7"/>
              <p:cNvCxnSpPr>
                <a:stCxn id="29" idx="3"/>
                <a:endCxn id="27" idx="7"/>
              </p:cNvCxnSpPr>
              <p:nvPr/>
            </p:nvCxnSpPr>
            <p:spPr>
              <a:xfrm flipH="1">
                <a:off x="1900037" y="972576"/>
                <a:ext cx="343028" cy="465017"/>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cxnSp>
          <p:nvCxnSpPr>
            <p:cNvPr id="6" name="Straight Arrow Connector 5"/>
            <p:cNvCxnSpPr>
              <a:endCxn id="30" idx="6"/>
            </p:cNvCxnSpPr>
            <p:nvPr/>
          </p:nvCxnSpPr>
          <p:spPr>
            <a:xfrm flipH="1">
              <a:off x="2263140" y="1714500"/>
              <a:ext cx="783103" cy="455633"/>
            </a:xfrm>
            <a:prstGeom prst="straightConnector1">
              <a:avLst/>
            </a:prstGeom>
            <a:ln>
              <a:solidFill>
                <a:schemeClr val="tx1"/>
              </a:solidFill>
              <a:tailEnd type="non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8890465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a:t>Patterns in Static </a:t>
            </a:r>
            <a:r>
              <a:rPr lang="en-IN" dirty="0" smtClean="0"/>
              <a:t>Graphs</a:t>
            </a:r>
            <a:endParaRPr lang="en-IN" dirty="0"/>
          </a:p>
        </p:txBody>
      </p:sp>
    </p:spTree>
    <p:extLst>
      <p:ext uri="{BB962C8B-B14F-4D97-AF65-F5344CB8AC3E}">
        <p14:creationId xmlns:p14="http://schemas.microsoft.com/office/powerpoint/2010/main" val="27481029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Power Law</a:t>
            </a:r>
          </a:p>
          <a:p>
            <a:pPr>
              <a:buFont typeface="Wingdings" panose="05000000000000000000" pitchFamily="2" charset="2"/>
              <a:buChar char="v"/>
            </a:pPr>
            <a:r>
              <a:rPr lang="en-IN" dirty="0" smtClean="0"/>
              <a:t>Diameter</a:t>
            </a:r>
          </a:p>
          <a:p>
            <a:pPr>
              <a:buFont typeface="Wingdings" panose="05000000000000000000" pitchFamily="2" charset="2"/>
              <a:buChar char="v"/>
            </a:pPr>
            <a:r>
              <a:rPr lang="en-IN" dirty="0" smtClean="0"/>
              <a:t>Eigen Value (</a:t>
            </a:r>
            <a:r>
              <a:rPr lang="en-IN" dirty="0" err="1" smtClean="0"/>
              <a:t>eigen</a:t>
            </a:r>
            <a:r>
              <a:rPr lang="en-IN" dirty="0" smtClean="0"/>
              <a:t> spoke)</a:t>
            </a:r>
          </a:p>
          <a:p>
            <a:pPr>
              <a:buFont typeface="Wingdings" panose="05000000000000000000" pitchFamily="2" charset="2"/>
              <a:buChar char="v"/>
            </a:pPr>
            <a:r>
              <a:rPr lang="en-IN" dirty="0" smtClean="0"/>
              <a:t>Triangle Power Laws</a:t>
            </a:r>
            <a:endParaRPr lang="en-IN" dirty="0"/>
          </a:p>
        </p:txBody>
      </p:sp>
      <p:sp>
        <p:nvSpPr>
          <p:cNvPr id="3" name="Content Placeholder 2"/>
          <p:cNvSpPr>
            <a:spLocks noGrp="1"/>
          </p:cNvSpPr>
          <p:nvPr>
            <p:ph sz="quarter" idx="10"/>
          </p:nvPr>
        </p:nvSpPr>
        <p:spPr/>
        <p:txBody>
          <a:bodyPr/>
          <a:lstStyle/>
          <a:p>
            <a:r>
              <a:rPr lang="en-IN" dirty="0"/>
              <a:t>Patterns in Static Graphs</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203040" y="1694880"/>
              <a:ext cx="4250880" cy="942120"/>
            </p14:xfrm>
          </p:contentPart>
        </mc:Choice>
        <mc:Fallback>
          <p:pic>
            <p:nvPicPr>
              <p:cNvPr id="4" name="Ink 3"/>
              <p:cNvPicPr/>
              <p:nvPr/>
            </p:nvPicPr>
            <p:blipFill>
              <a:blip r:embed="rId3"/>
              <a:stretch>
                <a:fillRect/>
              </a:stretch>
            </p:blipFill>
            <p:spPr>
              <a:xfrm>
                <a:off x="193680" y="1685880"/>
                <a:ext cx="4267800" cy="958320"/>
              </a:xfrm>
              <a:prstGeom prst="rect">
                <a:avLst/>
              </a:prstGeom>
            </p:spPr>
          </p:pic>
        </mc:Fallback>
      </mc:AlternateContent>
    </p:spTree>
    <p:extLst>
      <p:ext uri="{BB962C8B-B14F-4D97-AF65-F5344CB8AC3E}">
        <p14:creationId xmlns:p14="http://schemas.microsoft.com/office/powerpoint/2010/main" val="36511629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smtClean="0"/>
              <a:t>Power Law, is also known as Scaling Law, it stats that, a </a:t>
            </a:r>
            <a:r>
              <a:rPr lang="en-IN" sz="2000" i="1" dirty="0" smtClean="0"/>
              <a:t>relative change </a:t>
            </a:r>
            <a:r>
              <a:rPr lang="en-IN" sz="2000" dirty="0" smtClean="0"/>
              <a:t>in one quantity result in a </a:t>
            </a:r>
            <a:r>
              <a:rPr lang="en-IN" sz="2000" b="1" i="1" dirty="0" smtClean="0"/>
              <a:t>proportional</a:t>
            </a:r>
            <a:r>
              <a:rPr lang="en-IN" sz="2000" dirty="0" smtClean="0"/>
              <a:t> </a:t>
            </a:r>
            <a:r>
              <a:rPr lang="en-IN" sz="2000" i="1" dirty="0" smtClean="0"/>
              <a:t>relative change</a:t>
            </a:r>
            <a:r>
              <a:rPr lang="en-IN" sz="2000" dirty="0" smtClean="0"/>
              <a:t> in another.</a:t>
            </a:r>
          </a:p>
          <a:p>
            <a:pPr>
              <a:buFont typeface="Wingdings" panose="05000000000000000000" pitchFamily="2" charset="2"/>
              <a:buChar char="v"/>
            </a:pPr>
            <a:r>
              <a:rPr lang="en-IN" sz="2000" dirty="0" smtClean="0"/>
              <a:t>One quantity varies as a power of other.</a:t>
            </a:r>
          </a:p>
          <a:p>
            <a:pPr lvl="1">
              <a:buFont typeface="Wingdings" panose="05000000000000000000" pitchFamily="2" charset="2"/>
              <a:buChar char="v"/>
            </a:pPr>
            <a:r>
              <a:rPr lang="en-IN" sz="2000" dirty="0" err="1" smtClean="0"/>
              <a:t>e.g</a:t>
            </a:r>
            <a:r>
              <a:rPr lang="en-IN" sz="2000" dirty="0" smtClean="0"/>
              <a:t> The area of a square.</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If the length of a side is doubled then the area will quadruple.</a:t>
            </a:r>
          </a:p>
          <a:p>
            <a:pPr>
              <a:buFont typeface="Wingdings" panose="05000000000000000000" pitchFamily="2" charset="2"/>
              <a:buChar char="v"/>
            </a:pPr>
            <a:r>
              <a:rPr lang="en-IN" sz="2000" dirty="0" smtClean="0"/>
              <a:t>A </a:t>
            </a:r>
            <a:r>
              <a:rPr lang="en-IN" sz="2000" smtClean="0"/>
              <a:t>power law </a:t>
            </a:r>
            <a:r>
              <a:rPr lang="en-IN" sz="2000" dirty="0" smtClean="0"/>
              <a:t>distribution has the form </a:t>
            </a:r>
            <a:r>
              <a:rPr lang="en-IN" sz="2000" b="1" i="1" dirty="0" smtClean="0"/>
              <a:t>Y = k X</a:t>
            </a:r>
            <a:r>
              <a:rPr lang="el-GR" sz="2000" b="1" i="1" baseline="30000" dirty="0" smtClean="0"/>
              <a:t>α</a:t>
            </a:r>
            <a:endParaRPr lang="en-IN" sz="2000" b="1" i="1" baseline="30000" dirty="0" smtClean="0"/>
          </a:p>
          <a:p>
            <a:pPr lvl="1">
              <a:buFont typeface="Wingdings" panose="05000000000000000000" pitchFamily="2" charset="2"/>
              <a:buChar char="v"/>
            </a:pPr>
            <a:r>
              <a:rPr lang="en-IN" sz="2000" dirty="0" smtClean="0"/>
              <a:t>X &amp; Y are Variable of interest.</a:t>
            </a:r>
          </a:p>
          <a:p>
            <a:pPr lvl="1">
              <a:buFont typeface="Wingdings" panose="05000000000000000000" pitchFamily="2" charset="2"/>
              <a:buChar char="v"/>
            </a:pPr>
            <a:r>
              <a:rPr lang="el-GR" sz="2000" dirty="0"/>
              <a:t>α</a:t>
            </a:r>
            <a:r>
              <a:rPr lang="en-IN" sz="2000" dirty="0" smtClean="0"/>
              <a:t> is the law’s exponent.</a:t>
            </a:r>
          </a:p>
          <a:p>
            <a:pPr lvl="1">
              <a:buFont typeface="Wingdings" panose="05000000000000000000" pitchFamily="2" charset="2"/>
              <a:buChar char="v"/>
            </a:pPr>
            <a:r>
              <a:rPr lang="en-IN" sz="2000" dirty="0" smtClean="0"/>
              <a:t>k is a constant.</a:t>
            </a:r>
          </a:p>
          <a:p>
            <a:pPr>
              <a:buFont typeface="Wingdings" panose="05000000000000000000" pitchFamily="2" charset="2"/>
              <a:buChar char="v"/>
            </a:pPr>
            <a:r>
              <a:rPr lang="en-IN" dirty="0" smtClean="0"/>
              <a:t>Any inverse relationship like </a:t>
            </a:r>
            <a:r>
              <a:rPr lang="en-IN" b="1" i="1" dirty="0" smtClean="0"/>
              <a:t>Y = k X</a:t>
            </a:r>
            <a:r>
              <a:rPr lang="en-IN" b="1" i="1" baseline="30000" dirty="0" smtClean="0"/>
              <a:t>-</a:t>
            </a:r>
            <a:r>
              <a:rPr lang="el-GR" b="1" i="1" baseline="30000" dirty="0" smtClean="0"/>
              <a:t>α</a:t>
            </a:r>
            <a:r>
              <a:rPr lang="en-IN" dirty="0" smtClean="0"/>
              <a:t> is also a  </a:t>
            </a:r>
            <a:r>
              <a:rPr lang="en-IN" b="1" dirty="0" smtClean="0"/>
              <a:t>power law</a:t>
            </a:r>
            <a:r>
              <a:rPr lang="en-IN" dirty="0" smtClean="0"/>
              <a:t>, as change in one quantity results in a negative change in another.</a:t>
            </a:r>
            <a:endParaRPr lang="en-IN" baseline="30000" dirty="0" smtClean="0"/>
          </a:p>
        </p:txBody>
      </p:sp>
      <p:sp>
        <p:nvSpPr>
          <p:cNvPr id="3" name="Content Placeholder 2"/>
          <p:cNvSpPr>
            <a:spLocks noGrp="1"/>
          </p:cNvSpPr>
          <p:nvPr>
            <p:ph sz="quarter" idx="10"/>
          </p:nvPr>
        </p:nvSpPr>
        <p:spPr/>
        <p:txBody>
          <a:bodyPr/>
          <a:lstStyle/>
          <a:p>
            <a:r>
              <a:rPr lang="en-IN" dirty="0" smtClean="0"/>
              <a:t>Power Law</a:t>
            </a:r>
            <a:endParaRPr lang="en-IN" dirty="0"/>
          </a:p>
        </p:txBody>
      </p:sp>
      <p:sp>
        <p:nvSpPr>
          <p:cNvPr id="4" name="TextBox 3"/>
          <p:cNvSpPr txBox="1"/>
          <p:nvPr/>
        </p:nvSpPr>
        <p:spPr>
          <a:xfrm>
            <a:off x="838200" y="6512480"/>
            <a:ext cx="6172200" cy="369332"/>
          </a:xfrm>
          <a:prstGeom prst="rect">
            <a:avLst/>
          </a:prstGeom>
          <a:noFill/>
        </p:spPr>
        <p:txBody>
          <a:bodyPr wrap="square" rtlCol="0">
            <a:spAutoFit/>
          </a:bodyPr>
          <a:lstStyle/>
          <a:p>
            <a:r>
              <a:rPr lang="en-IN" dirty="0"/>
              <a:t>Power Law and Power Law Distribution - Statistics How To</a:t>
            </a:r>
          </a:p>
        </p:txBody>
      </p:sp>
      <mc:AlternateContent xmlns:mc="http://schemas.openxmlformats.org/markup-compatibility/2006">
        <mc:Choice xmlns:p14="http://schemas.microsoft.com/office/powerpoint/2010/main" Requires="p14">
          <p:contentPart p14:bwMode="auto" r:id="rId2">
            <p14:nvContentPartPr>
              <p14:cNvPr id="5" name="Ink 4"/>
              <p14:cNvContentPartPr/>
              <p14:nvPr/>
            </p14:nvContentPartPr>
            <p14:xfrm>
              <a:off x="414720" y="695880"/>
              <a:ext cx="8695440" cy="4885920"/>
            </p14:xfrm>
          </p:contentPart>
        </mc:Choice>
        <mc:Fallback>
          <p:pic>
            <p:nvPicPr>
              <p:cNvPr id="5" name="Ink 4"/>
              <p:cNvPicPr/>
              <p:nvPr/>
            </p:nvPicPr>
            <p:blipFill>
              <a:blip r:embed="rId3"/>
              <a:stretch>
                <a:fillRect/>
              </a:stretch>
            </p:blipFill>
            <p:spPr>
              <a:xfrm>
                <a:off x="404640" y="684720"/>
                <a:ext cx="8712360" cy="4905360"/>
              </a:xfrm>
              <a:prstGeom prst="rect">
                <a:avLst/>
              </a:prstGeom>
            </p:spPr>
          </p:pic>
        </mc:Fallback>
      </mc:AlternateContent>
    </p:spTree>
    <p:extLst>
      <p:ext uri="{BB962C8B-B14F-4D97-AF65-F5344CB8AC3E}">
        <p14:creationId xmlns:p14="http://schemas.microsoft.com/office/powerpoint/2010/main" val="6873865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The power law can be used to describe a phenomenon, </a:t>
            </a:r>
            <a:r>
              <a:rPr lang="en-IN" i="1" dirty="0" smtClean="0"/>
              <a:t>where </a:t>
            </a:r>
            <a:r>
              <a:rPr lang="en-IN" b="1" i="1" dirty="0" smtClean="0"/>
              <a:t>a small number of items is clustered at the top  of a distribution (or at the bottom), taking up 95% of </a:t>
            </a:r>
            <a:r>
              <a:rPr lang="en-IN" b="1" i="1" smtClean="0"/>
              <a:t>the resources</a:t>
            </a:r>
            <a:r>
              <a:rPr lang="en-IN" b="1" smtClean="0"/>
              <a:t>.</a:t>
            </a:r>
            <a:r>
              <a:rPr lang="en-IN" smtClean="0"/>
              <a:t> </a:t>
            </a:r>
            <a:r>
              <a:rPr lang="en-IN" dirty="0" smtClean="0"/>
              <a:t>Implies; </a:t>
            </a:r>
            <a:r>
              <a:rPr lang="en-IN" b="1" i="1" dirty="0" smtClean="0"/>
              <a:t>small amount of occurrence is common while larger occurrence is rare</a:t>
            </a:r>
            <a:r>
              <a:rPr lang="en-IN" dirty="0" smtClean="0"/>
              <a:t>. </a:t>
            </a:r>
          </a:p>
          <a:p>
            <a:pPr>
              <a:buFont typeface="Wingdings" panose="05000000000000000000" pitchFamily="2" charset="2"/>
              <a:buChar char="v"/>
            </a:pPr>
            <a:r>
              <a:rPr lang="en-IN" dirty="0"/>
              <a:t>e</a:t>
            </a:r>
            <a:r>
              <a:rPr lang="en-IN" dirty="0" smtClean="0"/>
              <a:t>.g., </a:t>
            </a:r>
            <a:r>
              <a:rPr lang="en-IN" b="1" i="1" dirty="0" smtClean="0"/>
              <a:t>the </a:t>
            </a:r>
            <a:r>
              <a:rPr lang="en-IN" b="1" i="1" dirty="0"/>
              <a:t>distribution of </a:t>
            </a:r>
            <a:r>
              <a:rPr lang="en-IN" b="1" i="1" dirty="0" smtClean="0"/>
              <a:t>income</a:t>
            </a:r>
            <a:r>
              <a:rPr lang="en-IN" dirty="0" smtClean="0"/>
              <a:t>, </a:t>
            </a:r>
            <a:r>
              <a:rPr lang="en-IN" dirty="0"/>
              <a:t>there are very few billionaires; </a:t>
            </a:r>
            <a:r>
              <a:rPr lang="en-IN" dirty="0" smtClean="0"/>
              <a:t>while bulk </a:t>
            </a:r>
            <a:r>
              <a:rPr lang="en-IN" dirty="0"/>
              <a:t>of the population </a:t>
            </a:r>
            <a:r>
              <a:rPr lang="en-IN" dirty="0" smtClean="0"/>
              <a:t>has a low or medium income.</a:t>
            </a:r>
          </a:p>
          <a:p>
            <a:pPr>
              <a:buFont typeface="Wingdings" panose="05000000000000000000" pitchFamily="2" charset="2"/>
              <a:buChar char="v"/>
            </a:pPr>
            <a:endParaRPr lang="en-IN" dirty="0"/>
          </a:p>
        </p:txBody>
      </p:sp>
      <p:sp>
        <p:nvSpPr>
          <p:cNvPr id="5" name="TextBox 4"/>
          <p:cNvSpPr txBox="1"/>
          <p:nvPr/>
        </p:nvSpPr>
        <p:spPr>
          <a:xfrm>
            <a:off x="838200" y="6512480"/>
            <a:ext cx="6172200" cy="369332"/>
          </a:xfrm>
          <a:prstGeom prst="rect">
            <a:avLst/>
          </a:prstGeom>
          <a:noFill/>
        </p:spPr>
        <p:txBody>
          <a:bodyPr wrap="square" rtlCol="0">
            <a:spAutoFit/>
          </a:bodyPr>
          <a:lstStyle/>
          <a:p>
            <a:r>
              <a:rPr lang="en-IN" dirty="0"/>
              <a:t>Power Law and Power Law Distribution - Statistics How To</a:t>
            </a:r>
          </a:p>
        </p:txBody>
      </p:sp>
      <mc:AlternateContent xmlns:mc="http://schemas.openxmlformats.org/markup-compatibility/2006" xmlns:a14="http://schemas.microsoft.com/office/drawing/2010/main">
        <mc:Choice Requires="a14">
          <p:sp>
            <p:nvSpPr>
              <p:cNvPr id="7" name="Content Placeholder 2"/>
              <p:cNvSpPr>
                <a:spLocks noGrp="1"/>
              </p:cNvSpPr>
              <p:nvPr>
                <p:ph sz="quarter" idx="10"/>
              </p:nvPr>
            </p:nvSpPr>
            <p:spPr>
              <a:xfrm>
                <a:off x="304800" y="152400"/>
                <a:ext cx="6324600" cy="1143000"/>
              </a:xfrm>
            </p:spPr>
            <p:txBody>
              <a:bodyPr/>
              <a:lstStyle/>
              <a:p>
                <a:r>
                  <a:rPr lang="en-IN" dirty="0" smtClean="0"/>
                  <a:t>Power Law </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𝒇</m:t>
                      </m:r>
                      <m:d>
                        <m:dPr>
                          <m:ctrlPr>
                            <a:rPr lang="en-IN" i="1">
                              <a:latin typeface="Cambria Math" panose="02040503050406030204" pitchFamily="18" charset="0"/>
                            </a:rPr>
                          </m:ctrlPr>
                        </m:dPr>
                        <m:e>
                          <m:r>
                            <a:rPr lang="en-IN" i="1">
                              <a:latin typeface="Cambria Math" panose="02040503050406030204" pitchFamily="18" charset="0"/>
                            </a:rPr>
                            <m:t>𝒙</m:t>
                          </m:r>
                        </m:e>
                      </m:d>
                      <m:r>
                        <a:rPr lang="en-IN" i="1">
                          <a:latin typeface="Cambria Math" panose="02040503050406030204" pitchFamily="18" charset="0"/>
                        </a:rPr>
                        <m:t>= </m:t>
                      </m:r>
                      <m:sSup>
                        <m:sSupPr>
                          <m:ctrlPr>
                            <a:rPr lang="en-IN" i="1">
                              <a:latin typeface="Cambria Math" panose="02040503050406030204" pitchFamily="18" charset="0"/>
                            </a:rPr>
                          </m:ctrlPr>
                        </m:sSupPr>
                        <m:e>
                          <m:r>
                            <a:rPr lang="en-IN" i="1">
                              <a:latin typeface="Cambria Math" panose="02040503050406030204" pitchFamily="18" charset="0"/>
                            </a:rPr>
                            <m:t>𝒂𝒙</m:t>
                          </m:r>
                        </m:e>
                        <m:sup>
                          <m:r>
                            <a:rPr lang="en-IN" i="1">
                              <a:latin typeface="Cambria Math" panose="02040503050406030204" pitchFamily="18" charset="0"/>
                            </a:rPr>
                            <m:t>−</m:t>
                          </m:r>
                          <m:r>
                            <a:rPr lang="en-IN" i="1">
                              <a:latin typeface="Cambria Math" panose="02040503050406030204" pitchFamily="18" charset="0"/>
                            </a:rPr>
                            <m:t>𝒌</m:t>
                          </m:r>
                        </m:sup>
                      </m:sSup>
                    </m:oMath>
                  </m:oMathPara>
                </a14:m>
                <a:endParaRPr lang="en-IN" dirty="0"/>
              </a:p>
            </p:txBody>
          </p:sp>
        </mc:Choice>
        <mc:Fallback xmlns="">
          <p:sp>
            <p:nvSpPr>
              <p:cNvPr id="7" name="Content Placeholder 2"/>
              <p:cNvSpPr>
                <a:spLocks noGrp="1" noRot="1" noChangeAspect="1" noMove="1" noResize="1" noEditPoints="1" noAdjustHandles="1" noChangeArrowheads="1" noChangeShapeType="1" noTextEdit="1"/>
              </p:cNvSpPr>
              <p:nvPr>
                <p:ph sz="quarter" idx="10"/>
              </p:nvPr>
            </p:nvSpPr>
            <p:spPr>
              <a:xfrm>
                <a:off x="304800" y="152400"/>
                <a:ext cx="6324600" cy="1143000"/>
              </a:xfrm>
              <a:blipFill rotWithShape="0">
                <a:blip r:embed="rId2"/>
                <a:stretch>
                  <a:fillRect l="-2890" t="-10106"/>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3" name="Ink 2"/>
              <p14:cNvContentPartPr/>
              <p14:nvPr/>
            </p14:nvContentPartPr>
            <p14:xfrm>
              <a:off x="285840" y="879480"/>
              <a:ext cx="7380000" cy="5043960"/>
            </p14:xfrm>
          </p:contentPart>
        </mc:Choice>
        <mc:Fallback>
          <p:pic>
            <p:nvPicPr>
              <p:cNvPr id="3" name="Ink 2"/>
              <p:cNvPicPr/>
              <p:nvPr/>
            </p:nvPicPr>
            <p:blipFill>
              <a:blip r:embed="rId4"/>
              <a:stretch>
                <a:fillRect/>
              </a:stretch>
            </p:blipFill>
            <p:spPr>
              <a:xfrm>
                <a:off x="277560" y="867240"/>
                <a:ext cx="7399800" cy="5067360"/>
              </a:xfrm>
              <a:prstGeom prst="rect">
                <a:avLst/>
              </a:prstGeom>
            </p:spPr>
          </p:pic>
        </mc:Fallback>
      </mc:AlternateContent>
    </p:spTree>
    <p:extLst>
      <p:ext uri="{BB962C8B-B14F-4D97-AF65-F5344CB8AC3E}">
        <p14:creationId xmlns:p14="http://schemas.microsoft.com/office/powerpoint/2010/main" val="9453261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200" dirty="0"/>
              <a:t>Other examples of phenomena with this type of distribution:</a:t>
            </a:r>
          </a:p>
          <a:p>
            <a:pPr lvl="1">
              <a:buFont typeface="Wingdings" panose="05000000000000000000" pitchFamily="2" charset="2"/>
              <a:buChar char="v"/>
            </a:pPr>
            <a:r>
              <a:rPr lang="en-IN" sz="2200" dirty="0" smtClean="0"/>
              <a:t>Magnitude </a:t>
            </a:r>
            <a:r>
              <a:rPr lang="en-IN" sz="2200" dirty="0"/>
              <a:t>of earthquakes,</a:t>
            </a:r>
          </a:p>
          <a:p>
            <a:pPr lvl="1">
              <a:buFont typeface="Wingdings" panose="05000000000000000000" pitchFamily="2" charset="2"/>
              <a:buChar char="v"/>
            </a:pPr>
            <a:r>
              <a:rPr lang="en-IN" sz="2200" dirty="0"/>
              <a:t>Size of cities according to population,</a:t>
            </a:r>
          </a:p>
          <a:p>
            <a:pPr lvl="1">
              <a:buFont typeface="Wingdings" panose="05000000000000000000" pitchFamily="2" charset="2"/>
              <a:buChar char="v"/>
            </a:pPr>
            <a:r>
              <a:rPr lang="en-IN" sz="2200" dirty="0"/>
              <a:t>Size of corporations</a:t>
            </a:r>
            <a:r>
              <a:rPr lang="en-IN" sz="2200" dirty="0" smtClean="0"/>
              <a:t>,</a:t>
            </a:r>
          </a:p>
          <a:p>
            <a:pPr lvl="1">
              <a:buFont typeface="Wingdings" panose="05000000000000000000" pitchFamily="2" charset="2"/>
              <a:buChar char="v"/>
            </a:pPr>
            <a:r>
              <a:rPr lang="en-IN" sz="2200" dirty="0"/>
              <a:t>S</a:t>
            </a:r>
            <a:r>
              <a:rPr lang="en-IN" sz="2200" dirty="0" smtClean="0"/>
              <a:t>izes </a:t>
            </a:r>
            <a:r>
              <a:rPr lang="en-IN" sz="2200" dirty="0"/>
              <a:t>of craters on the moon and of solar flares</a:t>
            </a:r>
          </a:p>
          <a:p>
            <a:pPr lvl="1">
              <a:buFont typeface="Wingdings" panose="05000000000000000000" pitchFamily="2" charset="2"/>
              <a:buChar char="v"/>
            </a:pPr>
            <a:r>
              <a:rPr lang="en-IN" sz="2200" dirty="0"/>
              <a:t>Trading volumes on the stock market,</a:t>
            </a:r>
          </a:p>
          <a:p>
            <a:pPr lvl="1">
              <a:buFont typeface="Wingdings" panose="05000000000000000000" pitchFamily="2" charset="2"/>
              <a:buChar char="v"/>
            </a:pPr>
            <a:r>
              <a:rPr lang="en-IN" sz="2200" dirty="0"/>
              <a:t>W</a:t>
            </a:r>
            <a:r>
              <a:rPr lang="en-IN" sz="2200" dirty="0" smtClean="0"/>
              <a:t>ord </a:t>
            </a:r>
            <a:r>
              <a:rPr lang="en-IN" sz="2200" dirty="0"/>
              <a:t>frequencies.</a:t>
            </a:r>
          </a:p>
          <a:p>
            <a:pPr>
              <a:buFont typeface="Wingdings" panose="05000000000000000000" pitchFamily="2" charset="2"/>
              <a:buChar char="v"/>
            </a:pPr>
            <a:r>
              <a:rPr lang="en-IN" sz="2200" dirty="0"/>
              <a:t>If you plot two quantities against each other with </a:t>
            </a:r>
            <a:r>
              <a:rPr lang="en-IN" sz="2200" b="1" dirty="0"/>
              <a:t>logarithmic </a:t>
            </a:r>
            <a:r>
              <a:rPr lang="en-IN" sz="2200" b="1" dirty="0" smtClean="0"/>
              <a:t>axes (</a:t>
            </a:r>
            <a:r>
              <a:rPr lang="en-IN" sz="2200" b="1" i="1" dirty="0" smtClean="0"/>
              <a:t>Regression with Transformed Variables</a:t>
            </a:r>
            <a:r>
              <a:rPr lang="en-IN" sz="2200" b="1" dirty="0" smtClean="0"/>
              <a:t>) </a:t>
            </a:r>
            <a:r>
              <a:rPr lang="en-IN" sz="2200" dirty="0"/>
              <a:t>and they show </a:t>
            </a:r>
            <a:r>
              <a:rPr lang="en-IN" sz="2200" dirty="0" smtClean="0"/>
              <a:t>a linear </a:t>
            </a:r>
            <a:r>
              <a:rPr lang="en-IN" sz="2200" dirty="0"/>
              <a:t>relationship, this indicates that the two quantities have a power </a:t>
            </a:r>
            <a:r>
              <a:rPr lang="en-IN" sz="2200" dirty="0" smtClean="0"/>
              <a:t>law distribution</a:t>
            </a:r>
            <a:r>
              <a:rPr lang="en-IN" sz="2200" dirty="0"/>
              <a:t>.</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p:txBody>
              <a:bodyPr/>
              <a:lstStyle/>
              <a:p>
                <a:r>
                  <a:rPr lang="en-IN" dirty="0" smtClean="0"/>
                  <a:t>Power Law </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𝒇</m:t>
                      </m:r>
                      <m:d>
                        <m:dPr>
                          <m:ctrlPr>
                            <a:rPr lang="en-IN" i="1">
                              <a:latin typeface="Cambria Math" panose="02040503050406030204" pitchFamily="18" charset="0"/>
                            </a:rPr>
                          </m:ctrlPr>
                        </m:dPr>
                        <m:e>
                          <m:r>
                            <a:rPr lang="en-IN" i="1">
                              <a:latin typeface="Cambria Math" panose="02040503050406030204" pitchFamily="18" charset="0"/>
                            </a:rPr>
                            <m:t>𝒙</m:t>
                          </m:r>
                        </m:e>
                      </m:d>
                      <m:r>
                        <a:rPr lang="en-IN" i="1">
                          <a:latin typeface="Cambria Math" panose="02040503050406030204" pitchFamily="18" charset="0"/>
                        </a:rPr>
                        <m:t>= </m:t>
                      </m:r>
                      <m:sSup>
                        <m:sSupPr>
                          <m:ctrlPr>
                            <a:rPr lang="en-IN" i="1">
                              <a:latin typeface="Cambria Math" panose="02040503050406030204" pitchFamily="18" charset="0"/>
                            </a:rPr>
                          </m:ctrlPr>
                        </m:sSupPr>
                        <m:e>
                          <m:r>
                            <a:rPr lang="en-IN" i="1">
                              <a:latin typeface="Cambria Math" panose="02040503050406030204" pitchFamily="18" charset="0"/>
                            </a:rPr>
                            <m:t>𝒂𝒙</m:t>
                          </m:r>
                        </m:e>
                        <m:sup>
                          <m:r>
                            <a:rPr lang="en-IN" i="1">
                              <a:latin typeface="Cambria Math" panose="02040503050406030204" pitchFamily="18" charset="0"/>
                            </a:rPr>
                            <m:t>−</m:t>
                          </m:r>
                          <m:r>
                            <a:rPr lang="en-IN" i="1">
                              <a:latin typeface="Cambria Math" panose="02040503050406030204" pitchFamily="18" charset="0"/>
                            </a:rPr>
                            <m:t>𝒌</m:t>
                          </m:r>
                        </m:sup>
                      </m:sSup>
                    </m:oMath>
                  </m:oMathPara>
                </a14:m>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blipFill rotWithShape="0">
                <a:blip r:embed="rId2"/>
                <a:stretch>
                  <a:fillRect l="-2890" t="-10106"/>
                </a:stretch>
              </a:blipFill>
            </p:spPr>
            <p:txBody>
              <a:bodyPr/>
              <a:lstStyle/>
              <a:p>
                <a:r>
                  <a:rPr lang="en-IN">
                    <a:noFill/>
                  </a:rPr>
                  <a:t> </a:t>
                </a:r>
              </a:p>
            </p:txBody>
          </p:sp>
        </mc:Fallback>
      </mc:AlternateContent>
      <p:sp>
        <p:nvSpPr>
          <p:cNvPr id="5" name="TextBox 4"/>
          <p:cNvSpPr txBox="1"/>
          <p:nvPr/>
        </p:nvSpPr>
        <p:spPr>
          <a:xfrm>
            <a:off x="838200" y="6512480"/>
            <a:ext cx="6172200" cy="369332"/>
          </a:xfrm>
          <a:prstGeom prst="rect">
            <a:avLst/>
          </a:prstGeom>
          <a:noFill/>
        </p:spPr>
        <p:txBody>
          <a:bodyPr wrap="square" rtlCol="0">
            <a:spAutoFit/>
          </a:bodyPr>
          <a:lstStyle/>
          <a:p>
            <a:r>
              <a:rPr lang="en-IN" dirty="0"/>
              <a:t>Power Law and Power Law Distribution - Statistics How To</a:t>
            </a:r>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265320" y="2034360"/>
              <a:ext cx="7605000" cy="4538520"/>
            </p14:xfrm>
          </p:contentPart>
        </mc:Choice>
        <mc:Fallback>
          <p:pic>
            <p:nvPicPr>
              <p:cNvPr id="4" name="Ink 3"/>
              <p:cNvPicPr/>
              <p:nvPr/>
            </p:nvPicPr>
            <p:blipFill>
              <a:blip r:embed="rId4"/>
              <a:stretch>
                <a:fillRect/>
              </a:stretch>
            </p:blipFill>
            <p:spPr>
              <a:xfrm>
                <a:off x="254160" y="2023560"/>
                <a:ext cx="7623000" cy="4559400"/>
              </a:xfrm>
              <a:prstGeom prst="rect">
                <a:avLst/>
              </a:prstGeom>
            </p:spPr>
          </p:pic>
        </mc:Fallback>
      </mc:AlternateContent>
    </p:spTree>
    <p:extLst>
      <p:ext uri="{BB962C8B-B14F-4D97-AF65-F5344CB8AC3E}">
        <p14:creationId xmlns:p14="http://schemas.microsoft.com/office/powerpoint/2010/main" val="32227396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IN" dirty="0" smtClean="0"/>
              <a:t>Power Law</a:t>
            </a:r>
            <a:endParaRPr lang="en-IN" dirty="0"/>
          </a:p>
        </p:txBody>
      </p:sp>
      <p:sp>
        <p:nvSpPr>
          <p:cNvPr id="5" name="TextBox 4"/>
          <p:cNvSpPr txBox="1"/>
          <p:nvPr/>
        </p:nvSpPr>
        <p:spPr>
          <a:xfrm>
            <a:off x="838200" y="6512480"/>
            <a:ext cx="6172200" cy="369332"/>
          </a:xfrm>
          <a:prstGeom prst="rect">
            <a:avLst/>
          </a:prstGeom>
          <a:noFill/>
        </p:spPr>
        <p:txBody>
          <a:bodyPr wrap="square" rtlCol="0">
            <a:spAutoFit/>
          </a:bodyPr>
          <a:lstStyle/>
          <a:p>
            <a:r>
              <a:rPr lang="en-IN" dirty="0" smtClean="0"/>
              <a:t>Wikipedia</a:t>
            </a:r>
            <a:endParaRPr lang="en-IN" dirty="0"/>
          </a:p>
        </p:txBody>
      </p:sp>
      <p:pic>
        <p:nvPicPr>
          <p:cNvPr id="4" name="Picture 3"/>
          <p:cNvPicPr>
            <a:picLocks noChangeAspect="1"/>
          </p:cNvPicPr>
          <p:nvPr/>
        </p:nvPicPr>
        <p:blipFill>
          <a:blip r:embed="rId2"/>
          <a:stretch>
            <a:fillRect/>
          </a:stretch>
        </p:blipFill>
        <p:spPr>
          <a:xfrm>
            <a:off x="838200" y="1372814"/>
            <a:ext cx="6705600" cy="4946507"/>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p14:cNvContentPartPr/>
              <p14:nvPr/>
            </p14:nvContentPartPr>
            <p14:xfrm>
              <a:off x="1138680" y="49680"/>
              <a:ext cx="6559920" cy="6265800"/>
            </p14:xfrm>
          </p:contentPart>
        </mc:Choice>
        <mc:Fallback>
          <p:pic>
            <p:nvPicPr>
              <p:cNvPr id="2" name="Ink 1"/>
              <p:cNvPicPr/>
              <p:nvPr/>
            </p:nvPicPr>
            <p:blipFill>
              <a:blip r:embed="rId4"/>
              <a:stretch>
                <a:fillRect/>
              </a:stretch>
            </p:blipFill>
            <p:spPr>
              <a:xfrm>
                <a:off x="1128960" y="38160"/>
                <a:ext cx="6578280" cy="6287400"/>
              </a:xfrm>
              <a:prstGeom prst="rect">
                <a:avLst/>
              </a:prstGeom>
            </p:spPr>
          </p:pic>
        </mc:Fallback>
      </mc:AlternateContent>
    </p:spTree>
    <p:extLst>
      <p:ext uri="{BB962C8B-B14F-4D97-AF65-F5344CB8AC3E}">
        <p14:creationId xmlns:p14="http://schemas.microsoft.com/office/powerpoint/2010/main" val="7246382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Special </a:t>
            </a:r>
            <a:r>
              <a:rPr lang="en-IN" dirty="0"/>
              <a:t>type of the this type of distribution is the </a:t>
            </a:r>
            <a:r>
              <a:rPr lang="en-IN" b="1" i="1" dirty="0" smtClean="0"/>
              <a:t>Pareto Law</a:t>
            </a:r>
            <a:r>
              <a:rPr lang="en-IN" dirty="0" smtClean="0"/>
              <a:t>, </a:t>
            </a:r>
            <a:r>
              <a:rPr lang="en-IN" dirty="0"/>
              <a:t>which </a:t>
            </a:r>
            <a:r>
              <a:rPr lang="en-IN" dirty="0" smtClean="0"/>
              <a:t>that </a:t>
            </a:r>
            <a:r>
              <a:rPr lang="en-IN" dirty="0"/>
              <a:t>states </a:t>
            </a:r>
            <a:r>
              <a:rPr lang="en-IN" b="1" i="1" dirty="0"/>
              <a:t>80% of effects come from 20% of causes</a:t>
            </a:r>
            <a:r>
              <a:rPr lang="en-IN" dirty="0"/>
              <a:t>. In other words, </a:t>
            </a:r>
            <a:r>
              <a:rPr lang="en-IN" dirty="0" smtClean="0"/>
              <a:t>“</a:t>
            </a:r>
            <a:r>
              <a:rPr lang="en-IN" i="1" dirty="0" smtClean="0"/>
              <a:t>most </a:t>
            </a:r>
            <a:r>
              <a:rPr lang="en-IN" i="1" dirty="0"/>
              <a:t>of what we do has little </a:t>
            </a:r>
            <a:r>
              <a:rPr lang="en-IN" i="1" dirty="0" smtClean="0"/>
              <a:t>effect”</a:t>
            </a:r>
            <a:r>
              <a:rPr lang="en-IN" dirty="0" smtClean="0"/>
              <a:t>.</a:t>
            </a:r>
            <a:endParaRPr lang="en-IN" dirty="0"/>
          </a:p>
          <a:p>
            <a:pPr>
              <a:buFont typeface="Wingdings" panose="05000000000000000000" pitchFamily="2" charset="2"/>
              <a:buChar char="v"/>
            </a:pPr>
            <a:r>
              <a:rPr lang="en-IN" dirty="0" smtClean="0"/>
              <a:t>A </a:t>
            </a:r>
            <a:r>
              <a:rPr lang="en-IN" dirty="0"/>
              <a:t>related law is </a:t>
            </a:r>
            <a:r>
              <a:rPr lang="en-IN" b="1" i="1" dirty="0" err="1"/>
              <a:t>Zipf’s</a:t>
            </a:r>
            <a:r>
              <a:rPr lang="en-IN" b="1" i="1" dirty="0"/>
              <a:t> law</a:t>
            </a:r>
            <a:r>
              <a:rPr lang="en-IN" dirty="0"/>
              <a:t> which usually refers to </a:t>
            </a:r>
            <a:r>
              <a:rPr lang="en-IN" b="1" i="1" dirty="0"/>
              <a:t>the frequency of an event relative to it’s rank</a:t>
            </a:r>
            <a:r>
              <a:rPr lang="en-IN" dirty="0"/>
              <a:t>. </a:t>
            </a:r>
            <a:r>
              <a:rPr lang="en-IN" dirty="0" err="1"/>
              <a:t>Zipf’s</a:t>
            </a:r>
            <a:r>
              <a:rPr lang="en-IN" dirty="0"/>
              <a:t> law states that, </a:t>
            </a:r>
            <a:r>
              <a:rPr lang="en-IN" dirty="0" smtClean="0"/>
              <a:t>“</a:t>
            </a:r>
            <a:r>
              <a:rPr lang="en-IN" i="1" dirty="0" smtClean="0"/>
              <a:t>given </a:t>
            </a:r>
            <a:r>
              <a:rPr lang="en-IN" i="1" dirty="0"/>
              <a:t>a list of the most frequent words in an arbitrary book, the most frequent word will appear twice as often as the second most frequent word, which will appear twice as often as the third most frequent, and so </a:t>
            </a:r>
            <a:r>
              <a:rPr lang="en-IN" i="1" dirty="0" smtClean="0"/>
              <a:t>on”</a:t>
            </a:r>
            <a:r>
              <a:rPr lang="en-IN" dirty="0" smtClean="0"/>
              <a:t>. </a:t>
            </a:r>
          </a:p>
          <a:p>
            <a:pPr>
              <a:buFont typeface="Wingdings" panose="05000000000000000000" pitchFamily="2" charset="2"/>
              <a:buChar char="v"/>
            </a:pPr>
            <a:r>
              <a:rPr lang="en-IN" dirty="0" smtClean="0"/>
              <a:t>In </a:t>
            </a:r>
            <a:r>
              <a:rPr lang="en-IN" dirty="0"/>
              <a:t>its simplest form, </a:t>
            </a:r>
            <a:r>
              <a:rPr lang="en-IN" dirty="0" err="1"/>
              <a:t>Zipf’s</a:t>
            </a:r>
            <a:r>
              <a:rPr lang="en-IN" dirty="0"/>
              <a:t> law is equal to the power law</a:t>
            </a:r>
            <a:r>
              <a:rPr lang="en-IN" dirty="0" smtClean="0"/>
              <a:t>.</a:t>
            </a:r>
            <a:endParaRPr lang="en-IN" dirty="0"/>
          </a:p>
        </p:txBody>
      </p:sp>
      <p:sp>
        <p:nvSpPr>
          <p:cNvPr id="3" name="Content Placeholder 2"/>
          <p:cNvSpPr>
            <a:spLocks noGrp="1"/>
          </p:cNvSpPr>
          <p:nvPr>
            <p:ph sz="quarter" idx="10"/>
          </p:nvPr>
        </p:nvSpPr>
        <p:spPr/>
        <p:txBody>
          <a:bodyPr/>
          <a:lstStyle/>
          <a:p>
            <a:r>
              <a:rPr lang="en-IN" dirty="0"/>
              <a:t>Similar Distributions and Laws</a:t>
            </a:r>
          </a:p>
        </p:txBody>
      </p:sp>
      <p:sp>
        <p:nvSpPr>
          <p:cNvPr id="5" name="TextBox 4"/>
          <p:cNvSpPr txBox="1"/>
          <p:nvPr/>
        </p:nvSpPr>
        <p:spPr>
          <a:xfrm>
            <a:off x="838200" y="6512480"/>
            <a:ext cx="6172200" cy="369332"/>
          </a:xfrm>
          <a:prstGeom prst="rect">
            <a:avLst/>
          </a:prstGeom>
          <a:noFill/>
        </p:spPr>
        <p:txBody>
          <a:bodyPr wrap="square" rtlCol="0">
            <a:spAutoFit/>
          </a:bodyPr>
          <a:lstStyle/>
          <a:p>
            <a:r>
              <a:rPr lang="en-IN" dirty="0"/>
              <a:t>Power Law and Power Law Distribution - Statistics How To</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1320480" y="2470680"/>
              <a:ext cx="7671960" cy="3801960"/>
            </p14:xfrm>
          </p:contentPart>
        </mc:Choice>
        <mc:Fallback>
          <p:pic>
            <p:nvPicPr>
              <p:cNvPr id="4" name="Ink 3"/>
              <p:cNvPicPr/>
              <p:nvPr/>
            </p:nvPicPr>
            <p:blipFill>
              <a:blip r:embed="rId3"/>
              <a:stretch>
                <a:fillRect/>
              </a:stretch>
            </p:blipFill>
            <p:spPr>
              <a:xfrm>
                <a:off x="1313640" y="2462760"/>
                <a:ext cx="7688160" cy="3818520"/>
              </a:xfrm>
              <a:prstGeom prst="rect">
                <a:avLst/>
              </a:prstGeom>
            </p:spPr>
          </p:pic>
        </mc:Fallback>
      </mc:AlternateContent>
    </p:spTree>
    <p:extLst>
      <p:ext uri="{BB962C8B-B14F-4D97-AF65-F5344CB8AC3E}">
        <p14:creationId xmlns:p14="http://schemas.microsoft.com/office/powerpoint/2010/main" val="17127072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Scale invariance (</a:t>
                </a:r>
                <a:r>
                  <a:rPr lang="en-IN" i="1" dirty="0" smtClean="0"/>
                  <a:t>scale free</a:t>
                </a:r>
                <a:r>
                  <a:rPr lang="en-IN" dirty="0" smtClean="0"/>
                  <a:t>)</a:t>
                </a:r>
              </a:p>
              <a:p>
                <a:pPr lvl="1">
                  <a:buFont typeface="Wingdings" panose="05000000000000000000" pitchFamily="2" charset="2"/>
                  <a:buChar char="v"/>
                </a:pPr>
                <a14:m>
                  <m:oMath xmlns:m="http://schemas.openxmlformats.org/officeDocument/2006/math">
                    <m:r>
                      <a:rPr lang="en-IN" sz="2400" b="0" i="1" smtClean="0">
                        <a:latin typeface="Cambria Math" panose="02040503050406030204" pitchFamily="18" charset="0"/>
                      </a:rPr>
                      <m:t>𝑓</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𝑐𝑥</m:t>
                        </m:r>
                      </m:e>
                    </m:d>
                    <m:r>
                      <a:rPr lang="en-IN" sz="2400" b="0" i="1" smtClean="0">
                        <a:latin typeface="Cambria Math" panose="02040503050406030204" pitchFamily="18" charset="0"/>
                      </a:rPr>
                      <m:t>=</m:t>
                    </m:r>
                    <m:r>
                      <a:rPr lang="en-IN" sz="2400" b="0" i="1" smtClean="0">
                        <a:latin typeface="Cambria Math" panose="02040503050406030204" pitchFamily="18" charset="0"/>
                      </a:rPr>
                      <m:t>𝑎</m:t>
                    </m:r>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m:t>
                        </m:r>
                        <m:r>
                          <a:rPr lang="en-IN" sz="2400" b="0" i="1" smtClean="0">
                            <a:latin typeface="Cambria Math" panose="02040503050406030204" pitchFamily="18" charset="0"/>
                          </a:rPr>
                          <m:t>𝑐𝑥</m:t>
                        </m:r>
                        <m:r>
                          <a:rPr lang="en-IN" sz="2400" b="0" i="1" smtClean="0">
                            <a:latin typeface="Cambria Math" panose="02040503050406030204" pitchFamily="18" charset="0"/>
                          </a:rPr>
                          <m:t>)</m:t>
                        </m:r>
                      </m:e>
                      <m:sup>
                        <m:r>
                          <a:rPr lang="en-IN" sz="2400" b="0" i="1" smtClean="0">
                            <a:latin typeface="Cambria Math" panose="02040503050406030204" pitchFamily="18" charset="0"/>
                          </a:rPr>
                          <m:t>−</m:t>
                        </m:r>
                        <m:r>
                          <a:rPr lang="en-IN" sz="2400" b="0" i="1" smtClean="0">
                            <a:latin typeface="Cambria Math" panose="02040503050406030204" pitchFamily="18" charset="0"/>
                          </a:rPr>
                          <m:t>𝑘</m:t>
                        </m:r>
                      </m:sup>
                    </m:sSup>
                    <m:r>
                      <a:rPr lang="en-IN" sz="2400" b="0" i="1" smtClean="0">
                        <a:latin typeface="Cambria Math" panose="02040503050406030204" pitchFamily="18" charset="0"/>
                      </a:rPr>
                      <m:t>= </m:t>
                    </m:r>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𝑐</m:t>
                        </m:r>
                      </m:e>
                      <m:sup>
                        <m:r>
                          <a:rPr lang="en-IN" sz="2400" b="0" i="1" smtClean="0">
                            <a:latin typeface="Cambria Math" panose="02040503050406030204" pitchFamily="18" charset="0"/>
                          </a:rPr>
                          <m:t>−</m:t>
                        </m:r>
                        <m:r>
                          <a:rPr lang="en-IN" sz="2400" b="0" i="1" smtClean="0">
                            <a:latin typeface="Cambria Math" panose="02040503050406030204" pitchFamily="18" charset="0"/>
                          </a:rPr>
                          <m:t>𝑘</m:t>
                        </m:r>
                      </m:sup>
                    </m:sSup>
                    <m:r>
                      <a:rPr lang="en-IN" sz="2400" b="0" i="1" smtClean="0">
                        <a:latin typeface="Cambria Math" panose="02040503050406030204" pitchFamily="18" charset="0"/>
                      </a:rPr>
                      <m:t>𝑓</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𝑥</m:t>
                        </m:r>
                      </m:e>
                    </m:d>
                    <m:r>
                      <a:rPr lang="en-IN" sz="2400" b="0" i="1" smtClean="0">
                        <a:latin typeface="Cambria Math" panose="02040503050406030204" pitchFamily="18" charset="0"/>
                        <a:ea typeface="Cambria Math" panose="02040503050406030204" pitchFamily="18" charset="0"/>
                      </a:rPr>
                      <m:t>∝</m:t>
                    </m:r>
                    <m:r>
                      <a:rPr lang="en-IN" sz="2400" b="0" i="1" smtClean="0">
                        <a:latin typeface="Cambria Math" panose="02040503050406030204" pitchFamily="18" charset="0"/>
                        <a:ea typeface="Cambria Math" panose="02040503050406030204" pitchFamily="18" charset="0"/>
                      </a:rPr>
                      <m:t>𝑓</m:t>
                    </m:r>
                    <m:r>
                      <a:rPr lang="en-IN" sz="2400" b="0" i="1" smtClean="0">
                        <a:latin typeface="Cambria Math" panose="02040503050406030204" pitchFamily="18" charset="0"/>
                        <a:ea typeface="Cambria Math" panose="02040503050406030204" pitchFamily="18" charset="0"/>
                      </a:rPr>
                      <m:t>(</m:t>
                    </m:r>
                    <m:r>
                      <a:rPr lang="en-IN" sz="2400" b="0" i="1" smtClean="0">
                        <a:latin typeface="Cambria Math" panose="02040503050406030204" pitchFamily="18" charset="0"/>
                        <a:ea typeface="Cambria Math" panose="02040503050406030204" pitchFamily="18" charset="0"/>
                      </a:rPr>
                      <m:t>𝑥</m:t>
                    </m:r>
                    <m:r>
                      <a:rPr lang="en-IN" sz="2400" b="0" i="1" smtClean="0">
                        <a:latin typeface="Cambria Math" panose="02040503050406030204" pitchFamily="18" charset="0"/>
                        <a:ea typeface="Cambria Math" panose="02040503050406030204" pitchFamily="18" charset="0"/>
                      </a:rPr>
                      <m:t>)</m:t>
                    </m:r>
                  </m:oMath>
                </a14:m>
                <a:endParaRPr lang="en-IN" sz="2400" dirty="0" smtClean="0"/>
              </a:p>
              <a:p>
                <a:pPr lvl="1">
                  <a:buFont typeface="Wingdings" panose="05000000000000000000" pitchFamily="2" charset="2"/>
                  <a:buChar char="v"/>
                </a:pPr>
                <a:r>
                  <a:rPr lang="en-IN" sz="2400" dirty="0" smtClean="0"/>
                  <a:t>i.e., </a:t>
                </a:r>
                <a:r>
                  <a:rPr lang="en-IN" sz="2400" dirty="0"/>
                  <a:t>scaling by a constant simply multiplies the original power-law relation by the constant </a:t>
                </a:r>
                <a:r>
                  <a:rPr lang="en-IN" sz="2400" b="1" dirty="0" smtClean="0"/>
                  <a:t>c</a:t>
                </a:r>
                <a:r>
                  <a:rPr lang="en-IN" sz="2400" b="1" baseline="30000" dirty="0" smtClean="0"/>
                  <a:t>-k</a:t>
                </a:r>
                <a:r>
                  <a:rPr lang="en-IN" sz="2400" dirty="0" smtClean="0"/>
                  <a:t>.</a:t>
                </a:r>
              </a:p>
              <a:p>
                <a:pPr lvl="1">
                  <a:buFont typeface="Wingdings" panose="05000000000000000000" pitchFamily="2" charset="2"/>
                  <a:buChar char="v"/>
                </a:pPr>
                <a:r>
                  <a:rPr lang="en-IN" sz="2400" dirty="0" smtClean="0"/>
                  <a:t>Which means that, </a:t>
                </a:r>
                <a:r>
                  <a:rPr lang="en-IN" sz="2400" dirty="0"/>
                  <a:t>all power laws with a particular scaling exponent are equivalent up to constant factors, since each is simply a scaled version of the others.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963" t="-9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p:txBody>
              <a:bodyPr/>
              <a:lstStyle/>
              <a:p>
                <a:r>
                  <a:rPr lang="en-IN" dirty="0" smtClean="0"/>
                  <a:t>Properties of Power Law </a:t>
                </a:r>
              </a:p>
              <a:p>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𝒇</m:t>
                      </m:r>
                      <m:d>
                        <m:dPr>
                          <m:ctrlPr>
                            <a:rPr lang="en-IN" b="1" i="1" smtClean="0">
                              <a:latin typeface="Cambria Math" panose="02040503050406030204" pitchFamily="18" charset="0"/>
                            </a:rPr>
                          </m:ctrlPr>
                        </m:dPr>
                        <m:e>
                          <m:r>
                            <a:rPr lang="en-IN" b="1" i="1" smtClean="0">
                              <a:latin typeface="Cambria Math" panose="02040503050406030204" pitchFamily="18" charset="0"/>
                            </a:rPr>
                            <m:t>𝒙</m:t>
                          </m:r>
                        </m:e>
                      </m:d>
                      <m:r>
                        <a:rPr lang="en-IN" b="1" i="1" smtClean="0">
                          <a:latin typeface="Cambria Math" panose="02040503050406030204" pitchFamily="18" charset="0"/>
                        </a:rPr>
                        <m:t>= </m:t>
                      </m:r>
                      <m:sSup>
                        <m:sSupPr>
                          <m:ctrlPr>
                            <a:rPr lang="en-IN" b="1" i="1" smtClean="0">
                              <a:latin typeface="Cambria Math" panose="02040503050406030204" pitchFamily="18" charset="0"/>
                            </a:rPr>
                          </m:ctrlPr>
                        </m:sSupPr>
                        <m:e>
                          <m:r>
                            <a:rPr lang="en-IN" b="1" i="1" smtClean="0">
                              <a:latin typeface="Cambria Math" panose="02040503050406030204" pitchFamily="18" charset="0"/>
                            </a:rPr>
                            <m:t>𝒂𝒙</m:t>
                          </m:r>
                        </m:e>
                        <m:sup>
                          <m:r>
                            <a:rPr lang="en-IN" b="1" i="1" smtClean="0">
                              <a:latin typeface="Cambria Math" panose="02040503050406030204" pitchFamily="18" charset="0"/>
                            </a:rPr>
                            <m:t>−</m:t>
                          </m:r>
                          <m:r>
                            <a:rPr lang="en-IN" b="1" i="1" smtClean="0">
                              <a:latin typeface="Cambria Math" panose="02040503050406030204" pitchFamily="18" charset="0"/>
                            </a:rPr>
                            <m:t>𝒌</m:t>
                          </m:r>
                        </m:sup>
                      </m:sSup>
                    </m:oMath>
                  </m:oMathPara>
                </a14:m>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blipFill rotWithShape="0">
                <a:blip r:embed="rId3"/>
                <a:stretch>
                  <a:fillRect l="-2890" t="-10106"/>
                </a:stretch>
              </a:blipFill>
            </p:spPr>
            <p:txBody>
              <a:bodyPr/>
              <a:lstStyle/>
              <a:p>
                <a:r>
                  <a:rPr lang="en-IN">
                    <a:noFill/>
                  </a:rPr>
                  <a:t> </a:t>
                </a:r>
              </a:p>
            </p:txBody>
          </p:sp>
        </mc:Fallback>
      </mc:AlternateContent>
      <p:sp>
        <p:nvSpPr>
          <p:cNvPr id="6" name="TextBox 5"/>
          <p:cNvSpPr txBox="1"/>
          <p:nvPr/>
        </p:nvSpPr>
        <p:spPr>
          <a:xfrm>
            <a:off x="838200" y="6477000"/>
            <a:ext cx="6172200" cy="369332"/>
          </a:xfrm>
          <a:prstGeom prst="rect">
            <a:avLst/>
          </a:prstGeom>
          <a:noFill/>
        </p:spPr>
        <p:txBody>
          <a:bodyPr wrap="square" rtlCol="0">
            <a:spAutoFit/>
          </a:bodyPr>
          <a:lstStyle/>
          <a:p>
            <a:r>
              <a:rPr lang="en-IN" dirty="0" smtClean="0"/>
              <a:t>Wikipedia</a:t>
            </a:r>
            <a:endParaRPr lang="en-IN" dirty="0"/>
          </a:p>
        </p:txBody>
      </p:sp>
      <mc:AlternateContent xmlns:mc="http://schemas.openxmlformats.org/markup-compatibility/2006">
        <mc:Choice xmlns:p14="http://schemas.microsoft.com/office/powerpoint/2010/main" Requires="p14">
          <p:contentPart p14:bwMode="auto" r:id="rId4">
            <p14:nvContentPartPr>
              <p14:cNvPr id="4" name="Ink 3"/>
              <p14:cNvContentPartPr/>
              <p14:nvPr/>
            </p14:nvContentPartPr>
            <p14:xfrm>
              <a:off x="290160" y="741240"/>
              <a:ext cx="7838280" cy="3729240"/>
            </p14:xfrm>
          </p:contentPart>
        </mc:Choice>
        <mc:Fallback>
          <p:pic>
            <p:nvPicPr>
              <p:cNvPr id="4" name="Ink 3"/>
              <p:cNvPicPr/>
              <p:nvPr/>
            </p:nvPicPr>
            <p:blipFill>
              <a:blip r:embed="rId5"/>
              <a:stretch>
                <a:fillRect/>
              </a:stretch>
            </p:blipFill>
            <p:spPr>
              <a:xfrm>
                <a:off x="280800" y="732240"/>
                <a:ext cx="7857720" cy="3748320"/>
              </a:xfrm>
              <a:prstGeom prst="rect">
                <a:avLst/>
              </a:prstGeom>
            </p:spPr>
          </p:pic>
        </mc:Fallback>
      </mc:AlternateContent>
    </p:spTree>
    <p:extLst>
      <p:ext uri="{BB962C8B-B14F-4D97-AF65-F5344CB8AC3E}">
        <p14:creationId xmlns:p14="http://schemas.microsoft.com/office/powerpoint/2010/main" val="42328400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534400" cy="4525963"/>
          </a:xfrm>
        </p:spPr>
        <p:txBody>
          <a:bodyPr>
            <a:noAutofit/>
          </a:bodyPr>
          <a:lstStyle/>
          <a:p>
            <a:pPr>
              <a:buFont typeface="Wingdings" panose="05000000000000000000" pitchFamily="2" charset="2"/>
              <a:buChar char="v"/>
            </a:pPr>
            <a:r>
              <a:rPr lang="en-IN" dirty="0" smtClean="0"/>
              <a:t>Lack </a:t>
            </a:r>
            <a:r>
              <a:rPr lang="en-IN" dirty="0"/>
              <a:t>of well-defined average </a:t>
            </a:r>
            <a:r>
              <a:rPr lang="en-IN" dirty="0" smtClean="0"/>
              <a:t>value</a:t>
            </a:r>
          </a:p>
          <a:p>
            <a:pPr lvl="1">
              <a:buFont typeface="Wingdings" panose="05000000000000000000" pitchFamily="2" charset="2"/>
              <a:buChar char="v"/>
            </a:pPr>
            <a:r>
              <a:rPr lang="en-IN" sz="2400" dirty="0"/>
              <a:t>A power-law </a:t>
            </a:r>
            <a:r>
              <a:rPr lang="en-IN" sz="2400" b="1" dirty="0" smtClean="0"/>
              <a:t>x</a:t>
            </a:r>
            <a:r>
              <a:rPr lang="en-IN" sz="2400" b="1" baseline="30000" dirty="0" smtClean="0"/>
              <a:t>-k</a:t>
            </a:r>
            <a:r>
              <a:rPr lang="en-IN" sz="2400" baseline="30000" dirty="0" smtClean="0"/>
              <a:t> </a:t>
            </a:r>
            <a:r>
              <a:rPr lang="en-IN" sz="2400" dirty="0" smtClean="0"/>
              <a:t>has </a:t>
            </a:r>
            <a:r>
              <a:rPr lang="en-IN" sz="2400" dirty="0"/>
              <a:t>a well-defined </a:t>
            </a:r>
            <a:r>
              <a:rPr lang="en-IN" sz="2400" b="1" dirty="0"/>
              <a:t>mean</a:t>
            </a:r>
            <a:r>
              <a:rPr lang="en-IN" sz="2400" dirty="0"/>
              <a:t> over </a:t>
            </a:r>
            <a:r>
              <a:rPr lang="en-IN" sz="2400" b="1" dirty="0" smtClean="0"/>
              <a:t>x </a:t>
            </a:r>
            <a:r>
              <a:rPr lang="el-GR" sz="2400" b="1" dirty="0" smtClean="0"/>
              <a:t>ϵ</a:t>
            </a:r>
            <a:r>
              <a:rPr lang="en-IN" sz="2400" b="1" dirty="0" smtClean="0"/>
              <a:t> [1, ∞)</a:t>
            </a:r>
            <a:r>
              <a:rPr lang="en-IN" sz="2400" dirty="0" smtClean="0"/>
              <a:t>, only </a:t>
            </a:r>
            <a:r>
              <a:rPr lang="en-IN" sz="2400" dirty="0"/>
              <a:t>if </a:t>
            </a:r>
            <a:r>
              <a:rPr lang="en-IN" sz="2400" b="1" dirty="0" smtClean="0"/>
              <a:t>k &gt; 2</a:t>
            </a:r>
            <a:r>
              <a:rPr lang="en-IN" sz="2400" dirty="0" smtClean="0"/>
              <a:t>, </a:t>
            </a:r>
            <a:r>
              <a:rPr lang="en-IN" sz="2400" dirty="0"/>
              <a:t>and </a:t>
            </a:r>
            <a:endParaRPr lang="en-IN" sz="2400" dirty="0" smtClean="0"/>
          </a:p>
          <a:p>
            <a:pPr lvl="1">
              <a:buFont typeface="Wingdings" panose="05000000000000000000" pitchFamily="2" charset="2"/>
              <a:buChar char="v"/>
            </a:pPr>
            <a:r>
              <a:rPr lang="en-IN" sz="2400" dirty="0" smtClean="0"/>
              <a:t>It </a:t>
            </a:r>
            <a:r>
              <a:rPr lang="en-IN" sz="2400" dirty="0"/>
              <a:t>has a finite </a:t>
            </a:r>
            <a:r>
              <a:rPr lang="en-IN" sz="2400" b="1" dirty="0"/>
              <a:t>variance</a:t>
            </a:r>
            <a:r>
              <a:rPr lang="en-IN" sz="2400" dirty="0"/>
              <a:t> only if </a:t>
            </a:r>
            <a:r>
              <a:rPr lang="en-IN" sz="2400" b="1" dirty="0" smtClean="0"/>
              <a:t>k&gt;3</a:t>
            </a:r>
            <a:r>
              <a:rPr lang="en-IN" sz="2400" dirty="0" smtClean="0"/>
              <a:t>; </a:t>
            </a:r>
          </a:p>
          <a:p>
            <a:pPr lvl="1">
              <a:buFont typeface="Wingdings" panose="05000000000000000000" pitchFamily="2" charset="2"/>
              <a:buChar char="v"/>
            </a:pPr>
            <a:r>
              <a:rPr lang="en-IN" sz="2400" dirty="0" smtClean="0"/>
              <a:t>Most </a:t>
            </a:r>
            <a:r>
              <a:rPr lang="en-IN" sz="2400" dirty="0"/>
              <a:t>identified power laws in nature have exponents such that </a:t>
            </a:r>
            <a:r>
              <a:rPr lang="en-IN" sz="2400" b="1" i="1" dirty="0"/>
              <a:t>the mean is well-defined but the variance is not</a:t>
            </a:r>
            <a:r>
              <a:rPr lang="en-IN" sz="2400" dirty="0"/>
              <a:t>, implying they are capable of </a:t>
            </a:r>
            <a:r>
              <a:rPr lang="en-IN" sz="2400" b="1" dirty="0"/>
              <a:t>black </a:t>
            </a:r>
            <a:r>
              <a:rPr lang="en-IN" sz="2400" b="1" dirty="0" smtClean="0"/>
              <a:t>swan behaviour</a:t>
            </a:r>
            <a:r>
              <a:rPr lang="en-IN" sz="2400" dirty="0" smtClean="0"/>
              <a:t>. </a:t>
            </a:r>
          </a:p>
          <a:p>
            <a:pPr lvl="1">
              <a:buFont typeface="Wingdings" panose="05000000000000000000" pitchFamily="2" charset="2"/>
              <a:buChar char="v"/>
            </a:pPr>
            <a:r>
              <a:rPr lang="en-IN" sz="2400" dirty="0" smtClean="0"/>
              <a:t>e.g. Calculation of monthly income of ALL your friends with a richest person of the country.</a:t>
            </a:r>
          </a:p>
          <a:p>
            <a:pPr>
              <a:buFont typeface="Wingdings" panose="05000000000000000000" pitchFamily="2" charset="2"/>
              <a:buChar char="v"/>
            </a:pPr>
            <a:r>
              <a:rPr lang="en-IN" dirty="0" smtClean="0"/>
              <a:t>Universality</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p:txBody>
              <a:bodyPr/>
              <a:lstStyle/>
              <a:p>
                <a:r>
                  <a:rPr lang="en-IN" dirty="0" smtClean="0"/>
                  <a:t>Properties of Power Law </a:t>
                </a:r>
              </a:p>
              <a:p>
                <a:pPr/>
                <a14:m>
                  <m:oMathPara xmlns:m="http://schemas.openxmlformats.org/officeDocument/2006/math">
                    <m:oMathParaPr>
                      <m:jc m:val="centerGroup"/>
                    </m:oMathParaPr>
                    <m:oMath xmlns:m="http://schemas.openxmlformats.org/officeDocument/2006/math">
                      <m:r>
                        <a:rPr lang="en-IN" b="1" i="1" smtClean="0">
                          <a:latin typeface="Cambria Math" panose="02040503050406030204" pitchFamily="18" charset="0"/>
                        </a:rPr>
                        <m:t>𝒇</m:t>
                      </m:r>
                      <m:d>
                        <m:dPr>
                          <m:ctrlPr>
                            <a:rPr lang="en-IN" b="1" i="1" smtClean="0">
                              <a:latin typeface="Cambria Math" panose="02040503050406030204" pitchFamily="18" charset="0"/>
                            </a:rPr>
                          </m:ctrlPr>
                        </m:dPr>
                        <m:e>
                          <m:r>
                            <a:rPr lang="en-IN" b="1" i="1" smtClean="0">
                              <a:latin typeface="Cambria Math" panose="02040503050406030204" pitchFamily="18" charset="0"/>
                            </a:rPr>
                            <m:t>𝒙</m:t>
                          </m:r>
                        </m:e>
                      </m:d>
                      <m:r>
                        <a:rPr lang="en-IN" b="1" i="1" smtClean="0">
                          <a:latin typeface="Cambria Math" panose="02040503050406030204" pitchFamily="18" charset="0"/>
                        </a:rPr>
                        <m:t>= </m:t>
                      </m:r>
                      <m:sSup>
                        <m:sSupPr>
                          <m:ctrlPr>
                            <a:rPr lang="en-IN" b="1" i="1" smtClean="0">
                              <a:latin typeface="Cambria Math" panose="02040503050406030204" pitchFamily="18" charset="0"/>
                            </a:rPr>
                          </m:ctrlPr>
                        </m:sSupPr>
                        <m:e>
                          <m:r>
                            <a:rPr lang="en-IN" b="1" i="1" smtClean="0">
                              <a:latin typeface="Cambria Math" panose="02040503050406030204" pitchFamily="18" charset="0"/>
                            </a:rPr>
                            <m:t>𝒂𝒙</m:t>
                          </m:r>
                        </m:e>
                        <m:sup>
                          <m:r>
                            <a:rPr lang="en-IN" b="1" i="1" smtClean="0">
                              <a:latin typeface="Cambria Math" panose="02040503050406030204" pitchFamily="18" charset="0"/>
                            </a:rPr>
                            <m:t>−</m:t>
                          </m:r>
                          <m:r>
                            <a:rPr lang="en-IN" b="1" i="1" smtClean="0">
                              <a:latin typeface="Cambria Math" panose="02040503050406030204" pitchFamily="18" charset="0"/>
                            </a:rPr>
                            <m:t>𝒌</m:t>
                          </m:r>
                        </m:sup>
                      </m:sSup>
                    </m:oMath>
                  </m:oMathPara>
                </a14:m>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blipFill rotWithShape="0">
                <a:blip r:embed="rId2"/>
                <a:stretch>
                  <a:fillRect l="-2890" t="-10106"/>
                </a:stretch>
              </a:blipFill>
            </p:spPr>
            <p:txBody>
              <a:bodyPr/>
              <a:lstStyle/>
              <a:p>
                <a:r>
                  <a:rPr lang="en-IN">
                    <a:noFill/>
                  </a:rPr>
                  <a:t> </a:t>
                </a:r>
              </a:p>
            </p:txBody>
          </p:sp>
        </mc:Fallback>
      </mc:AlternateContent>
      <p:sp>
        <p:nvSpPr>
          <p:cNvPr id="6" name="TextBox 5"/>
          <p:cNvSpPr txBox="1"/>
          <p:nvPr/>
        </p:nvSpPr>
        <p:spPr>
          <a:xfrm>
            <a:off x="838200" y="6477000"/>
            <a:ext cx="6172200" cy="369332"/>
          </a:xfrm>
          <a:prstGeom prst="rect">
            <a:avLst/>
          </a:prstGeom>
          <a:noFill/>
        </p:spPr>
        <p:txBody>
          <a:bodyPr wrap="square" rtlCol="0">
            <a:spAutoFit/>
          </a:bodyPr>
          <a:lstStyle/>
          <a:p>
            <a:r>
              <a:rPr lang="en-IN" dirty="0" smtClean="0"/>
              <a:t>Wikipedia</a:t>
            </a:r>
            <a:endParaRPr lang="en-IN" dirty="0"/>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872640" y="1507320"/>
              <a:ext cx="7775640" cy="4666680"/>
            </p14:xfrm>
          </p:contentPart>
        </mc:Choice>
        <mc:Fallback>
          <p:pic>
            <p:nvPicPr>
              <p:cNvPr id="4" name="Ink 3"/>
              <p:cNvPicPr/>
              <p:nvPr/>
            </p:nvPicPr>
            <p:blipFill>
              <a:blip r:embed="rId4"/>
              <a:stretch>
                <a:fillRect/>
              </a:stretch>
            </p:blipFill>
            <p:spPr>
              <a:xfrm>
                <a:off x="863280" y="1497240"/>
                <a:ext cx="7797960" cy="4686480"/>
              </a:xfrm>
              <a:prstGeom prst="rect">
                <a:avLst/>
              </a:prstGeom>
            </p:spPr>
          </p:pic>
        </mc:Fallback>
      </mc:AlternateContent>
    </p:spTree>
    <p:extLst>
      <p:ext uri="{BB962C8B-B14F-4D97-AF65-F5344CB8AC3E}">
        <p14:creationId xmlns:p14="http://schemas.microsoft.com/office/powerpoint/2010/main" val="37153153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lnSpcReduction="10000"/>
              </a:bodyPr>
              <a:lstStyle/>
              <a:p>
                <a:pPr>
                  <a:buFont typeface="Wingdings" panose="05000000000000000000" pitchFamily="2" charset="2"/>
                  <a:buChar char="v"/>
                </a:pPr>
                <a:r>
                  <a:rPr lang="en-IN" dirty="0" smtClean="0"/>
                  <a:t>A random variable is distributed according to a power law when the probability density function (pdf ) is given by: </a:t>
                </a:r>
                <a14:m>
                  <m:oMath xmlns:m="http://schemas.openxmlformats.org/officeDocument/2006/math">
                    <m:r>
                      <a:rPr lang="en-IN" b="1" i="1" smtClean="0">
                        <a:latin typeface="Cambria Math" panose="02040503050406030204" pitchFamily="18" charset="0"/>
                      </a:rPr>
                      <m:t>𝒑</m:t>
                    </m:r>
                    <m:d>
                      <m:dPr>
                        <m:ctrlPr>
                          <a:rPr lang="en-IN" b="1" i="1" smtClean="0">
                            <a:latin typeface="Cambria Math" panose="02040503050406030204" pitchFamily="18" charset="0"/>
                          </a:rPr>
                        </m:ctrlPr>
                      </m:dPr>
                      <m:e>
                        <m:r>
                          <a:rPr lang="en-IN" b="1" i="1" smtClean="0">
                            <a:latin typeface="Cambria Math" panose="02040503050406030204" pitchFamily="18" charset="0"/>
                          </a:rPr>
                          <m:t>𝒙</m:t>
                        </m:r>
                      </m:e>
                    </m:d>
                    <m:r>
                      <a:rPr lang="en-IN" b="1" i="1" smtClean="0">
                        <a:latin typeface="Cambria Math" panose="02040503050406030204" pitchFamily="18" charset="0"/>
                      </a:rPr>
                      <m:t>=</m:t>
                    </m:r>
                    <m:r>
                      <a:rPr lang="en-IN" b="1" i="1" smtClean="0">
                        <a:latin typeface="Cambria Math" panose="02040503050406030204" pitchFamily="18" charset="0"/>
                      </a:rPr>
                      <m:t>𝑨</m:t>
                    </m:r>
                    <m:sSup>
                      <m:sSupPr>
                        <m:ctrlPr>
                          <a:rPr lang="en-IN" b="1" i="1" smtClean="0">
                            <a:latin typeface="Cambria Math" panose="02040503050406030204" pitchFamily="18" charset="0"/>
                          </a:rPr>
                        </m:ctrlPr>
                      </m:sSupPr>
                      <m:e>
                        <m:r>
                          <a:rPr lang="en-IN" b="1" i="1" smtClean="0">
                            <a:latin typeface="Cambria Math" panose="02040503050406030204" pitchFamily="18" charset="0"/>
                          </a:rPr>
                          <m:t>𝒙</m:t>
                        </m:r>
                      </m:e>
                      <m:sup>
                        <m:r>
                          <a:rPr lang="en-IN" b="1" i="1" smtClean="0">
                            <a:latin typeface="Cambria Math" panose="02040503050406030204" pitchFamily="18" charset="0"/>
                          </a:rPr>
                          <m:t>−</m:t>
                        </m:r>
                        <m:r>
                          <a:rPr lang="en-IN" b="1" i="1" smtClean="0">
                            <a:latin typeface="Cambria Math" panose="02040503050406030204" pitchFamily="18" charset="0"/>
                            <a:ea typeface="Cambria Math" panose="02040503050406030204" pitchFamily="18" charset="0"/>
                          </a:rPr>
                          <m:t>𝜸</m:t>
                        </m:r>
                      </m:sup>
                    </m:sSup>
                    <m:r>
                      <a:rPr lang="en-IN" b="1" i="1" smtClean="0">
                        <a:latin typeface="Cambria Math" panose="02040503050406030204" pitchFamily="18" charset="0"/>
                      </a:rPr>
                      <m:t>, </m:t>
                    </m:r>
                    <m:r>
                      <a:rPr lang="en-IN" b="1" i="1" smtClean="0">
                        <a:latin typeface="Cambria Math" panose="02040503050406030204" pitchFamily="18" charset="0"/>
                        <a:ea typeface="Cambria Math" panose="02040503050406030204" pitchFamily="18" charset="0"/>
                      </a:rPr>
                      <m:t>𝜸</m:t>
                    </m:r>
                    <m:r>
                      <a:rPr lang="en-IN" b="1" i="1" smtClean="0">
                        <a:latin typeface="Cambria Math" panose="02040503050406030204" pitchFamily="18" charset="0"/>
                        <a:ea typeface="Cambria Math" panose="02040503050406030204" pitchFamily="18" charset="0"/>
                      </a:rPr>
                      <m:t>&gt;</m:t>
                    </m:r>
                    <m:r>
                      <a:rPr lang="en-IN" b="1" i="1" smtClean="0">
                        <a:latin typeface="Cambria Math" panose="02040503050406030204" pitchFamily="18" charset="0"/>
                        <a:ea typeface="Cambria Math" panose="02040503050406030204" pitchFamily="18" charset="0"/>
                      </a:rPr>
                      <m:t>𝟏</m:t>
                    </m:r>
                    <m:r>
                      <a:rPr lang="en-IN" b="1" i="1" smtClean="0">
                        <a:latin typeface="Cambria Math" panose="02040503050406030204" pitchFamily="18" charset="0"/>
                        <a:ea typeface="Cambria Math" panose="02040503050406030204" pitchFamily="18" charset="0"/>
                      </a:rPr>
                      <m:t>, </m:t>
                    </m:r>
                    <m:r>
                      <a:rPr lang="en-IN" b="1" i="1" smtClean="0">
                        <a:latin typeface="Cambria Math" panose="02040503050406030204" pitchFamily="18" charset="0"/>
                        <a:ea typeface="Cambria Math" panose="02040503050406030204" pitchFamily="18" charset="0"/>
                      </a:rPr>
                      <m:t>𝒙</m:t>
                    </m:r>
                    <m:r>
                      <a:rPr lang="en-IN" b="1" i="1" smtClean="0">
                        <a:latin typeface="Cambria Math" panose="02040503050406030204" pitchFamily="18" charset="0"/>
                        <a:ea typeface="Cambria Math" panose="02040503050406030204" pitchFamily="18" charset="0"/>
                      </a:rPr>
                      <m:t>≥ </m:t>
                    </m:r>
                    <m:sSub>
                      <m:sSubPr>
                        <m:ctrlPr>
                          <a:rPr lang="en-IN" b="1" i="1" smtClean="0">
                            <a:latin typeface="Cambria Math" panose="02040503050406030204" pitchFamily="18" charset="0"/>
                            <a:ea typeface="Cambria Math" panose="02040503050406030204" pitchFamily="18" charset="0"/>
                          </a:rPr>
                        </m:ctrlPr>
                      </m:sSubPr>
                      <m:e>
                        <m:r>
                          <a:rPr lang="en-IN" b="1" i="1" smtClean="0">
                            <a:latin typeface="Cambria Math" panose="02040503050406030204" pitchFamily="18" charset="0"/>
                            <a:ea typeface="Cambria Math" panose="02040503050406030204" pitchFamily="18" charset="0"/>
                          </a:rPr>
                          <m:t>𝒙</m:t>
                        </m:r>
                      </m:e>
                      <m:sub>
                        <m:r>
                          <a:rPr lang="en-IN" b="1" i="1" smtClean="0">
                            <a:latin typeface="Cambria Math" panose="02040503050406030204" pitchFamily="18" charset="0"/>
                            <a:ea typeface="Cambria Math" panose="02040503050406030204" pitchFamily="18" charset="0"/>
                          </a:rPr>
                          <m:t>𝒎𝒊𝒏</m:t>
                        </m:r>
                      </m:sub>
                    </m:sSub>
                  </m:oMath>
                </a14:m>
                <a:endParaRPr lang="en-IN" b="1" dirty="0" smtClean="0"/>
              </a:p>
              <a:p>
                <a:pPr>
                  <a:buFont typeface="Wingdings" panose="05000000000000000000" pitchFamily="2" charset="2"/>
                  <a:buChar char="v"/>
                </a:pPr>
                <a:r>
                  <a:rPr lang="en-IN" dirty="0"/>
                  <a:t>The extra γ &gt; 1 requirement ensures that </a:t>
                </a:r>
                <a:r>
                  <a:rPr lang="en-IN" b="1" i="1" dirty="0"/>
                  <a:t>p(x)</a:t>
                </a:r>
                <a:r>
                  <a:rPr lang="en-IN" dirty="0"/>
                  <a:t> can be normalized. Power laws with γ &lt; 1 rarely occur in </a:t>
                </a:r>
                <a:r>
                  <a:rPr lang="en-IN" dirty="0" smtClean="0"/>
                  <a:t>nature.</a:t>
                </a:r>
              </a:p>
              <a:p>
                <a:pPr>
                  <a:buFont typeface="Wingdings" panose="05000000000000000000" pitchFamily="2" charset="2"/>
                  <a:buChar char="v"/>
                </a:pPr>
                <a:r>
                  <a:rPr lang="en-IN" dirty="0"/>
                  <a:t>The significance of a power-law distribution </a:t>
                </a:r>
                <a:r>
                  <a:rPr lang="en-IN" b="1" i="1" dirty="0"/>
                  <a:t>p(x)</a:t>
                </a:r>
                <a:r>
                  <a:rPr lang="en-IN" dirty="0"/>
                  <a:t> is that </a:t>
                </a:r>
                <a:r>
                  <a:rPr lang="en-IN" i="1" dirty="0"/>
                  <a:t>it decays much slower </a:t>
                </a:r>
                <a:r>
                  <a:rPr lang="en-IN" dirty="0"/>
                  <a:t>(’heavy tail’) as x </a:t>
                </a:r>
                <a:r>
                  <a:rPr lang="en-IN" dirty="0" smtClean="0"/>
                  <a:t>→∞, </a:t>
                </a:r>
                <a:r>
                  <a:rPr lang="en-IN" dirty="0"/>
                  <a:t>as against the faster decay for the Gaussian and other exponential distributions. </a:t>
                </a:r>
                <a:endParaRPr lang="en-IN" dirty="0" smtClean="0"/>
              </a:p>
              <a:p>
                <a:pPr>
                  <a:buFont typeface="Wingdings" panose="05000000000000000000" pitchFamily="2" charset="2"/>
                  <a:buChar char="v"/>
                </a:pPr>
                <a:r>
                  <a:rPr lang="en-IN" dirty="0" smtClean="0"/>
                  <a:t>Thus</a:t>
                </a:r>
                <a:r>
                  <a:rPr lang="en-IN" dirty="0"/>
                  <a:t>, a power-law degree distribution would be much more likely to have nodes with a very high degree (much larger than the mean) than the Gaussian distribution.</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963" t="-1752" r="-1185"/>
                </a:stretch>
              </a:blipFill>
            </p:spPr>
            <p:txBody>
              <a:bodyPr/>
              <a:lstStyle/>
              <a:p>
                <a:r>
                  <a:rPr lang="en-IN">
                    <a:noFill/>
                  </a:rPr>
                  <a:t> </a:t>
                </a:r>
              </a:p>
            </p:txBody>
          </p:sp>
        </mc:Fallback>
      </mc:AlternateContent>
      <p:sp>
        <p:nvSpPr>
          <p:cNvPr id="3" name="Content Placeholder 2"/>
          <p:cNvSpPr>
            <a:spLocks noGrp="1"/>
          </p:cNvSpPr>
          <p:nvPr>
            <p:ph sz="quarter" idx="10"/>
          </p:nvPr>
        </p:nvSpPr>
        <p:spPr>
          <a:xfrm>
            <a:off x="304800" y="152400"/>
            <a:ext cx="7467600" cy="1143000"/>
          </a:xfrm>
        </p:spPr>
        <p:txBody>
          <a:bodyPr/>
          <a:lstStyle/>
          <a:p>
            <a:r>
              <a:rPr lang="en-IN" dirty="0"/>
              <a:t>Power-law </a:t>
            </a:r>
            <a:r>
              <a:rPr lang="en-IN" dirty="0" smtClean="0"/>
              <a:t>probability distribution</a:t>
            </a:r>
            <a:endParaRPr lang="en-IN" dirty="0"/>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291600" y="2077200"/>
              <a:ext cx="8157960" cy="4390560"/>
            </p14:xfrm>
          </p:contentPart>
        </mc:Choice>
        <mc:Fallback>
          <p:pic>
            <p:nvPicPr>
              <p:cNvPr id="4" name="Ink 3"/>
              <p:cNvPicPr/>
              <p:nvPr/>
            </p:nvPicPr>
            <p:blipFill>
              <a:blip r:embed="rId4"/>
              <a:stretch>
                <a:fillRect/>
              </a:stretch>
            </p:blipFill>
            <p:spPr>
              <a:xfrm>
                <a:off x="282240" y="2069280"/>
                <a:ext cx="8174880" cy="4407480"/>
              </a:xfrm>
              <a:prstGeom prst="rect">
                <a:avLst/>
              </a:prstGeom>
            </p:spPr>
          </p:pic>
        </mc:Fallback>
      </mc:AlternateContent>
    </p:spTree>
    <p:extLst>
      <p:ext uri="{BB962C8B-B14F-4D97-AF65-F5344CB8AC3E}">
        <p14:creationId xmlns:p14="http://schemas.microsoft.com/office/powerpoint/2010/main" val="30798659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smtClean="0"/>
              <a:t>Will be explained later.</a:t>
            </a:r>
            <a:endParaRPr lang="en-IN" dirty="0"/>
          </a:p>
        </p:txBody>
      </p:sp>
      <p:sp>
        <p:nvSpPr>
          <p:cNvPr id="3" name="Content Placeholder 2"/>
          <p:cNvSpPr>
            <a:spLocks noGrp="1"/>
          </p:cNvSpPr>
          <p:nvPr>
            <p:ph sz="quarter" idx="10"/>
          </p:nvPr>
        </p:nvSpPr>
        <p:spPr>
          <a:xfrm>
            <a:off x="304800" y="152400"/>
            <a:ext cx="7467600" cy="1143000"/>
          </a:xfrm>
        </p:spPr>
        <p:txBody>
          <a:bodyPr/>
          <a:lstStyle/>
          <a:p>
            <a:r>
              <a:rPr lang="en-IN" dirty="0" smtClean="0"/>
              <a:t>Eigenvalue Power-law</a:t>
            </a:r>
            <a:endParaRPr lang="en-IN" dirty="0"/>
          </a:p>
        </p:txBody>
      </p:sp>
    </p:spTree>
    <p:extLst>
      <p:ext uri="{BB962C8B-B14F-4D97-AF65-F5344CB8AC3E}">
        <p14:creationId xmlns:p14="http://schemas.microsoft.com/office/powerpoint/2010/main" val="1227677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IN" dirty="0" smtClean="0"/>
                  <a:t>Degree of a node:</a:t>
                </a:r>
              </a:p>
              <a:p>
                <a:pPr>
                  <a:buFont typeface="Wingdings" panose="05000000000000000000" pitchFamily="2" charset="2"/>
                  <a:buChar char="v"/>
                </a:pPr>
                <a:r>
                  <a:rPr lang="en-IN" dirty="0" smtClean="0"/>
                  <a:t>In degree:</a:t>
                </a:r>
              </a:p>
              <a:p>
                <a:pPr>
                  <a:buFont typeface="Wingdings" panose="05000000000000000000" pitchFamily="2" charset="2"/>
                  <a:buChar char="v"/>
                </a:pPr>
                <a:r>
                  <a:rPr lang="en-IN" dirty="0" smtClean="0"/>
                  <a:t>Out degree:</a:t>
                </a:r>
              </a:p>
              <a:p>
                <a:pPr>
                  <a:buFont typeface="Wingdings" panose="05000000000000000000" pitchFamily="2" charset="2"/>
                  <a:buChar char="v"/>
                </a:pPr>
                <a:r>
                  <a:rPr lang="en-IN" dirty="0" smtClean="0"/>
                  <a:t>Degree of a graph:</a:t>
                </a:r>
              </a:p>
              <a:p>
                <a:pPr>
                  <a:buFont typeface="Wingdings" panose="05000000000000000000" pitchFamily="2" charset="2"/>
                  <a:buChar char="v"/>
                </a:pPr>
                <a:r>
                  <a:rPr lang="en-IN" dirty="0" smtClean="0"/>
                  <a:t>Distribution of degree:</a:t>
                </a:r>
              </a:p>
              <a:p>
                <a:pPr>
                  <a:buFont typeface="Wingdings" panose="05000000000000000000" pitchFamily="2" charset="2"/>
                  <a:buChar char="v"/>
                </a:pPr>
                <a:r>
                  <a:rPr lang="en-IN" dirty="0" smtClean="0"/>
                  <a:t>Real Graphs:</a:t>
                </a:r>
              </a:p>
              <a:p>
                <a:pPr>
                  <a:buFont typeface="Wingdings" panose="05000000000000000000" pitchFamily="2" charset="2"/>
                  <a:buChar char="v"/>
                </a:pPr>
                <a:r>
                  <a:rPr lang="en-IN" dirty="0" smtClean="0"/>
                  <a:t>Random Graphs:</a:t>
                </a:r>
              </a:p>
              <a:p>
                <a:pPr lvl="1">
                  <a:buFont typeface="Wingdings" panose="05000000000000000000" pitchFamily="2" charset="2"/>
                  <a:buChar char="v"/>
                </a:pPr>
                <a:r>
                  <a:rPr lang="en-IN" sz="2400" dirty="0" smtClean="0"/>
                  <a:t>The probability of a vertex having the degree </a:t>
                </a:r>
                <a:r>
                  <a:rPr lang="en-IN" sz="2400" i="1" dirty="0" smtClean="0"/>
                  <a:t>k is: </a:t>
                </a:r>
              </a:p>
              <a:p>
                <a:pPr marL="457200" lvl="1" indent="0">
                  <a:buNone/>
                </a:pPr>
                <a14:m>
                  <m:oMathPara xmlns:m="http://schemas.openxmlformats.org/officeDocument/2006/math">
                    <m:oMathParaPr>
                      <m:jc m:val="center"/>
                    </m:oMathParaPr>
                    <m:oMath xmlns:m="http://schemas.openxmlformats.org/officeDocument/2006/math">
                      <m:sSub>
                        <m:sSubPr>
                          <m:ctrlPr>
                            <a:rPr lang="en-IN" sz="2400" b="1" i="1" smtClean="0">
                              <a:latin typeface="Cambria Math" panose="02040503050406030204" pitchFamily="18" charset="0"/>
                            </a:rPr>
                          </m:ctrlPr>
                        </m:sSubPr>
                        <m:e>
                          <m:r>
                            <a:rPr lang="en-IN" sz="2400" b="1" i="1" smtClean="0">
                              <a:latin typeface="Cambria Math" panose="02040503050406030204" pitchFamily="18" charset="0"/>
                            </a:rPr>
                            <m:t>𝒑</m:t>
                          </m:r>
                        </m:e>
                        <m:sub>
                          <m:r>
                            <a:rPr lang="en-IN" sz="2400" b="1" i="1" smtClean="0">
                              <a:latin typeface="Cambria Math" panose="02040503050406030204" pitchFamily="18" charset="0"/>
                            </a:rPr>
                            <m:t>𝒌</m:t>
                          </m:r>
                        </m:sub>
                      </m:sSub>
                      <m:r>
                        <a:rPr lang="en-IN" sz="2400" b="1" i="1" smtClean="0">
                          <a:latin typeface="Cambria Math" panose="02040503050406030204" pitchFamily="18" charset="0"/>
                        </a:rPr>
                        <m:t>= </m:t>
                      </m:r>
                      <m:d>
                        <m:dPr>
                          <m:ctrlPr>
                            <a:rPr lang="en-IN" sz="2400" b="1" i="1" smtClean="0">
                              <a:latin typeface="Cambria Math" panose="02040503050406030204" pitchFamily="18" charset="0"/>
                            </a:rPr>
                          </m:ctrlPr>
                        </m:dPr>
                        <m:e>
                          <m:f>
                            <m:fPr>
                              <m:type m:val="noBar"/>
                              <m:ctrlPr>
                                <a:rPr lang="en-IN" sz="2400" b="1" i="1" smtClean="0">
                                  <a:latin typeface="Cambria Math" panose="02040503050406030204" pitchFamily="18" charset="0"/>
                                </a:rPr>
                              </m:ctrlPr>
                            </m:fPr>
                            <m:num>
                              <m:r>
                                <a:rPr lang="en-IN" sz="2400" b="1" i="1" smtClean="0">
                                  <a:latin typeface="Cambria Math" panose="02040503050406030204" pitchFamily="18" charset="0"/>
                                </a:rPr>
                                <m:t>𝑵</m:t>
                              </m:r>
                            </m:num>
                            <m:den>
                              <m:r>
                                <a:rPr lang="en-IN" sz="2400" b="1" i="1" smtClean="0">
                                  <a:latin typeface="Cambria Math" panose="02040503050406030204" pitchFamily="18" charset="0"/>
                                </a:rPr>
                                <m:t>𝒌</m:t>
                              </m:r>
                            </m:den>
                          </m:f>
                        </m:e>
                      </m:d>
                      <m:r>
                        <a:rPr lang="en-IN" sz="2400" b="1" i="1" smtClean="0">
                          <a:latin typeface="Cambria Math" panose="02040503050406030204" pitchFamily="18" charset="0"/>
                        </a:rPr>
                        <m:t> </m:t>
                      </m:r>
                      <m:sSup>
                        <m:sSupPr>
                          <m:ctrlPr>
                            <a:rPr lang="en-IN" sz="2400" b="1" i="1" smtClean="0">
                              <a:latin typeface="Cambria Math" panose="02040503050406030204" pitchFamily="18" charset="0"/>
                            </a:rPr>
                          </m:ctrlPr>
                        </m:sSupPr>
                        <m:e>
                          <m:r>
                            <a:rPr lang="en-IN" sz="2400" b="1" i="1" smtClean="0">
                              <a:latin typeface="Cambria Math" panose="02040503050406030204" pitchFamily="18" charset="0"/>
                            </a:rPr>
                            <m:t>𝒑</m:t>
                          </m:r>
                        </m:e>
                        <m:sup>
                          <m:r>
                            <a:rPr lang="en-IN" sz="2400" b="1" i="1" smtClean="0">
                              <a:latin typeface="Cambria Math" panose="02040503050406030204" pitchFamily="18" charset="0"/>
                            </a:rPr>
                            <m:t>𝒌</m:t>
                          </m:r>
                        </m:sup>
                      </m:sSup>
                      <m:r>
                        <a:rPr lang="en-IN" sz="2400" b="1" i="1" smtClean="0">
                          <a:latin typeface="Cambria Math" panose="02040503050406030204" pitchFamily="18" charset="0"/>
                        </a:rPr>
                        <m:t> </m:t>
                      </m:r>
                      <m:sSup>
                        <m:sSupPr>
                          <m:ctrlPr>
                            <a:rPr lang="en-IN" sz="2400" b="1" i="1" smtClean="0">
                              <a:latin typeface="Cambria Math" panose="02040503050406030204" pitchFamily="18" charset="0"/>
                            </a:rPr>
                          </m:ctrlPr>
                        </m:sSupPr>
                        <m:e>
                          <m:r>
                            <a:rPr lang="en-IN" sz="2400" b="1" i="1" smtClean="0">
                              <a:latin typeface="Cambria Math" panose="02040503050406030204" pitchFamily="18" charset="0"/>
                            </a:rPr>
                            <m:t>(</m:t>
                          </m:r>
                          <m:r>
                            <a:rPr lang="en-IN" sz="2400" b="1" i="1" smtClean="0">
                              <a:latin typeface="Cambria Math" panose="02040503050406030204" pitchFamily="18" charset="0"/>
                            </a:rPr>
                            <m:t>𝟏</m:t>
                          </m:r>
                          <m:r>
                            <a:rPr lang="en-IN" sz="2400" b="1" i="1" smtClean="0">
                              <a:latin typeface="Cambria Math" panose="02040503050406030204" pitchFamily="18" charset="0"/>
                            </a:rPr>
                            <m:t>−</m:t>
                          </m:r>
                          <m:r>
                            <a:rPr lang="en-IN" sz="2400" b="1" i="1" smtClean="0">
                              <a:latin typeface="Cambria Math" panose="02040503050406030204" pitchFamily="18" charset="0"/>
                            </a:rPr>
                            <m:t>𝒑</m:t>
                          </m:r>
                          <m:r>
                            <a:rPr lang="en-IN" sz="2400" b="1" i="1" smtClean="0">
                              <a:latin typeface="Cambria Math" panose="02040503050406030204" pitchFamily="18" charset="0"/>
                            </a:rPr>
                            <m:t>)</m:t>
                          </m:r>
                        </m:e>
                        <m:sup>
                          <m:r>
                            <a:rPr lang="en-IN" sz="2400" b="1" i="1" smtClean="0">
                              <a:latin typeface="Cambria Math" panose="02040503050406030204" pitchFamily="18" charset="0"/>
                            </a:rPr>
                            <m:t>𝑵</m:t>
                          </m:r>
                          <m:r>
                            <a:rPr lang="en-IN" sz="2400" b="1" i="1" smtClean="0">
                              <a:latin typeface="Cambria Math" panose="02040503050406030204" pitchFamily="18" charset="0"/>
                            </a:rPr>
                            <m:t>−</m:t>
                          </m:r>
                          <m:r>
                            <a:rPr lang="en-IN" sz="2400" b="1" i="1" smtClean="0">
                              <a:latin typeface="Cambria Math" panose="02040503050406030204" pitchFamily="18" charset="0"/>
                            </a:rPr>
                            <m:t>𝒌</m:t>
                          </m:r>
                        </m:sup>
                      </m:sSup>
                      <m:r>
                        <a:rPr lang="en-IN" sz="2400" b="1" i="1" smtClean="0">
                          <a:latin typeface="Cambria Math" panose="02040503050406030204" pitchFamily="18" charset="0"/>
                        </a:rPr>
                        <m:t> </m:t>
                      </m:r>
                      <m:r>
                        <a:rPr lang="en-IN" sz="2400" b="1" i="1" smtClean="0">
                          <a:latin typeface="Cambria Math" panose="02040503050406030204" pitchFamily="18" charset="0"/>
                          <a:ea typeface="Cambria Math" panose="02040503050406030204" pitchFamily="18" charset="0"/>
                        </a:rPr>
                        <m:t>≈</m:t>
                      </m:r>
                      <m:f>
                        <m:fPr>
                          <m:ctrlPr>
                            <a:rPr lang="en-IN" sz="2400" b="1" i="1" smtClean="0">
                              <a:latin typeface="Cambria Math" panose="02040503050406030204" pitchFamily="18" charset="0"/>
                              <a:ea typeface="Cambria Math" panose="02040503050406030204" pitchFamily="18" charset="0"/>
                            </a:rPr>
                          </m:ctrlPr>
                        </m:fPr>
                        <m:num>
                          <m:sSup>
                            <m:sSupPr>
                              <m:ctrlPr>
                                <a:rPr lang="en-IN" sz="2400" b="1" i="1" smtClean="0">
                                  <a:latin typeface="Cambria Math" panose="02040503050406030204" pitchFamily="18" charset="0"/>
                                  <a:ea typeface="Cambria Math" panose="02040503050406030204" pitchFamily="18" charset="0"/>
                                </a:rPr>
                              </m:ctrlPr>
                            </m:sSupPr>
                            <m:e>
                              <m:r>
                                <a:rPr lang="en-IN" sz="2400" b="1" i="1" smtClean="0">
                                  <a:latin typeface="Cambria Math" panose="02040503050406030204" pitchFamily="18" charset="0"/>
                                  <a:ea typeface="Cambria Math" panose="02040503050406030204" pitchFamily="18" charset="0"/>
                                </a:rPr>
                                <m:t>𝒛</m:t>
                              </m:r>
                            </m:e>
                            <m:sup>
                              <m:r>
                                <a:rPr lang="en-IN" sz="2400" b="1" i="1" smtClean="0">
                                  <a:latin typeface="Cambria Math" panose="02040503050406030204" pitchFamily="18" charset="0"/>
                                  <a:ea typeface="Cambria Math" panose="02040503050406030204" pitchFamily="18" charset="0"/>
                                </a:rPr>
                                <m:t>𝒌</m:t>
                              </m:r>
                            </m:sup>
                          </m:sSup>
                          <m:sSup>
                            <m:sSupPr>
                              <m:ctrlPr>
                                <a:rPr lang="en-IN" sz="2400" b="1" i="1" smtClean="0">
                                  <a:latin typeface="Cambria Math" panose="02040503050406030204" pitchFamily="18" charset="0"/>
                                  <a:ea typeface="Cambria Math" panose="02040503050406030204" pitchFamily="18" charset="0"/>
                                </a:rPr>
                              </m:ctrlPr>
                            </m:sSupPr>
                            <m:e>
                              <m:r>
                                <a:rPr lang="en-IN" sz="2400" b="1" i="1" smtClean="0">
                                  <a:latin typeface="Cambria Math" panose="02040503050406030204" pitchFamily="18" charset="0"/>
                                  <a:ea typeface="Cambria Math" panose="02040503050406030204" pitchFamily="18" charset="0"/>
                                </a:rPr>
                                <m:t>𝒆</m:t>
                              </m:r>
                            </m:e>
                            <m:sup>
                              <m:r>
                                <a:rPr lang="en-IN" sz="2400" b="1" i="1" smtClean="0">
                                  <a:latin typeface="Cambria Math" panose="02040503050406030204" pitchFamily="18" charset="0"/>
                                  <a:ea typeface="Cambria Math" panose="02040503050406030204" pitchFamily="18" charset="0"/>
                                </a:rPr>
                                <m:t>−</m:t>
                              </m:r>
                              <m:r>
                                <a:rPr lang="en-IN" sz="2400" b="1" i="1" smtClean="0">
                                  <a:latin typeface="Cambria Math" panose="02040503050406030204" pitchFamily="18" charset="0"/>
                                  <a:ea typeface="Cambria Math" panose="02040503050406030204" pitchFamily="18" charset="0"/>
                                </a:rPr>
                                <m:t>𝒛</m:t>
                              </m:r>
                            </m:sup>
                          </m:sSup>
                        </m:num>
                        <m:den>
                          <m:r>
                            <a:rPr lang="en-IN" sz="2400" b="1" i="1" smtClean="0">
                              <a:latin typeface="Cambria Math" panose="02040503050406030204" pitchFamily="18" charset="0"/>
                              <a:ea typeface="Cambria Math" panose="02040503050406030204" pitchFamily="18" charset="0"/>
                            </a:rPr>
                            <m:t>𝒌</m:t>
                          </m:r>
                          <m:r>
                            <a:rPr lang="en-IN" sz="2400" b="1" i="1" smtClean="0">
                              <a:latin typeface="Cambria Math" panose="02040503050406030204" pitchFamily="18" charset="0"/>
                              <a:ea typeface="Cambria Math" panose="02040503050406030204" pitchFamily="18" charset="0"/>
                            </a:rPr>
                            <m:t>!</m:t>
                          </m:r>
                        </m:den>
                      </m:f>
                      <m:r>
                        <a:rPr lang="en-IN" sz="2400" b="1" i="1" smtClean="0">
                          <a:latin typeface="Cambria Math" panose="02040503050406030204" pitchFamily="18" charset="0"/>
                          <a:ea typeface="Cambria Math" panose="02040503050406030204" pitchFamily="18" charset="0"/>
                        </a:rPr>
                        <m:t>, </m:t>
                      </m:r>
                      <m:r>
                        <a:rPr lang="en-IN" sz="2400" b="1" i="1" smtClean="0">
                          <a:latin typeface="Cambria Math" panose="02040503050406030204" pitchFamily="18" charset="0"/>
                          <a:ea typeface="Cambria Math" panose="02040503050406030204" pitchFamily="18" charset="0"/>
                        </a:rPr>
                        <m:t>𝒘𝒊𝒕𝒉</m:t>
                      </m:r>
                      <m:r>
                        <a:rPr lang="en-IN" sz="2400" b="1" i="1" smtClean="0">
                          <a:latin typeface="Cambria Math" panose="02040503050406030204" pitchFamily="18" charset="0"/>
                          <a:ea typeface="Cambria Math" panose="02040503050406030204" pitchFamily="18" charset="0"/>
                        </a:rPr>
                        <m:t> </m:t>
                      </m:r>
                      <m:r>
                        <a:rPr lang="en-IN" sz="2400" b="1" i="1" smtClean="0">
                          <a:latin typeface="Cambria Math" panose="02040503050406030204" pitchFamily="18" charset="0"/>
                          <a:ea typeface="Cambria Math" panose="02040503050406030204" pitchFamily="18" charset="0"/>
                        </a:rPr>
                        <m:t>𝒛</m:t>
                      </m:r>
                      <m:r>
                        <a:rPr lang="en-IN" sz="2400" b="1" i="1" smtClean="0">
                          <a:latin typeface="Cambria Math" panose="02040503050406030204" pitchFamily="18" charset="0"/>
                          <a:ea typeface="Cambria Math" panose="02040503050406030204" pitchFamily="18" charset="0"/>
                        </a:rPr>
                        <m:t>=</m:t>
                      </m:r>
                      <m:r>
                        <a:rPr lang="en-IN" sz="2400" b="1" i="1" smtClean="0">
                          <a:latin typeface="Cambria Math" panose="02040503050406030204" pitchFamily="18" charset="0"/>
                          <a:ea typeface="Cambria Math" panose="02040503050406030204" pitchFamily="18" charset="0"/>
                        </a:rPr>
                        <m:t>𝒑</m:t>
                      </m:r>
                      <m:r>
                        <a:rPr lang="en-IN" sz="2400" b="1" i="1" smtClean="0">
                          <a:latin typeface="Cambria Math" panose="02040503050406030204" pitchFamily="18" charset="0"/>
                          <a:ea typeface="Cambria Math" panose="02040503050406030204" pitchFamily="18" charset="0"/>
                        </a:rPr>
                        <m:t>(</m:t>
                      </m:r>
                      <m:r>
                        <a:rPr lang="en-IN" sz="2400" b="1" i="1" smtClean="0">
                          <a:latin typeface="Cambria Math" panose="02040503050406030204" pitchFamily="18" charset="0"/>
                          <a:ea typeface="Cambria Math" panose="02040503050406030204" pitchFamily="18" charset="0"/>
                        </a:rPr>
                        <m:t>𝑵</m:t>
                      </m:r>
                      <m:r>
                        <a:rPr lang="en-IN" sz="2400" b="1" i="1" smtClean="0">
                          <a:latin typeface="Cambria Math" panose="02040503050406030204" pitchFamily="18" charset="0"/>
                          <a:ea typeface="Cambria Math" panose="02040503050406030204" pitchFamily="18" charset="0"/>
                        </a:rPr>
                        <m:t>−</m:t>
                      </m:r>
                      <m:r>
                        <a:rPr lang="en-IN" sz="2400" b="1" i="1" smtClean="0">
                          <a:latin typeface="Cambria Math" panose="02040503050406030204" pitchFamily="18" charset="0"/>
                          <a:ea typeface="Cambria Math" panose="02040503050406030204" pitchFamily="18" charset="0"/>
                        </a:rPr>
                        <m:t>𝟏</m:t>
                      </m:r>
                      <m:r>
                        <a:rPr lang="en-IN" sz="2400" b="1" i="1" smtClean="0">
                          <a:latin typeface="Cambria Math" panose="02040503050406030204" pitchFamily="18" charset="0"/>
                          <a:ea typeface="Cambria Math" panose="02040503050406030204" pitchFamily="18" charset="0"/>
                        </a:rPr>
                        <m:t>)</m:t>
                      </m:r>
                    </m:oMath>
                  </m:oMathPara>
                </a14:m>
                <a:endParaRPr lang="en-IN" sz="2400" b="1" i="1" dirty="0" smtClean="0"/>
              </a:p>
              <a:p>
                <a:pPr>
                  <a:buFont typeface="Wingdings" panose="05000000000000000000" pitchFamily="2" charset="2"/>
                  <a:buChar char="v"/>
                </a:pP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963" t="-943"/>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smtClean="0"/>
              <a:t>Degree Distribution</a:t>
            </a:r>
            <a:endParaRPr lang="en-IN" dirty="0"/>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198720" y="579600"/>
              <a:ext cx="8517960" cy="5702400"/>
            </p14:xfrm>
          </p:contentPart>
        </mc:Choice>
        <mc:Fallback>
          <p:pic>
            <p:nvPicPr>
              <p:cNvPr id="4" name="Ink 3"/>
              <p:cNvPicPr/>
              <p:nvPr/>
            </p:nvPicPr>
            <p:blipFill>
              <a:blip r:embed="rId4"/>
              <a:stretch>
                <a:fillRect/>
              </a:stretch>
            </p:blipFill>
            <p:spPr>
              <a:xfrm>
                <a:off x="186120" y="569160"/>
                <a:ext cx="8540640" cy="5722200"/>
              </a:xfrm>
              <a:prstGeom prst="rect">
                <a:avLst/>
              </a:prstGeom>
            </p:spPr>
          </p:pic>
        </mc:Fallback>
      </mc:AlternateContent>
    </p:spTree>
    <p:extLst>
      <p:ext uri="{BB962C8B-B14F-4D97-AF65-F5344CB8AC3E}">
        <p14:creationId xmlns:p14="http://schemas.microsoft.com/office/powerpoint/2010/main" val="162895589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Diameter (for static graph):</a:t>
            </a:r>
          </a:p>
          <a:p>
            <a:pPr lvl="1">
              <a:buFont typeface="Wingdings" panose="05000000000000000000" pitchFamily="2" charset="2"/>
              <a:buChar char="v"/>
            </a:pPr>
            <a:r>
              <a:rPr lang="en-IN" sz="2400" dirty="0" smtClean="0"/>
              <a:t>The </a:t>
            </a:r>
            <a:r>
              <a:rPr lang="en-IN" sz="2400" b="1" i="1" dirty="0"/>
              <a:t>maximum distance between any two nodes</a:t>
            </a:r>
            <a:r>
              <a:rPr lang="en-IN" sz="2400" dirty="0"/>
              <a:t>, </a:t>
            </a:r>
            <a:r>
              <a:rPr lang="en-IN" sz="2400" i="1" dirty="0"/>
              <a:t>where distance is the minimum number of hops</a:t>
            </a:r>
            <a:r>
              <a:rPr lang="en-IN" sz="2400" dirty="0"/>
              <a:t> (i.e., edges that must be traversed) </a:t>
            </a:r>
            <a:r>
              <a:rPr lang="en-IN" sz="2400" i="1" dirty="0"/>
              <a:t>on the path from one node to another</a:t>
            </a:r>
            <a:r>
              <a:rPr lang="en-IN" sz="2400" dirty="0"/>
              <a:t>, usually ignoring directionality. </a:t>
            </a:r>
            <a:endParaRPr lang="en-IN" sz="2400" dirty="0" smtClean="0"/>
          </a:p>
          <a:p>
            <a:pPr lvl="1">
              <a:buFont typeface="Wingdings" panose="05000000000000000000" pitchFamily="2" charset="2"/>
              <a:buChar char="v"/>
            </a:pPr>
            <a:r>
              <a:rPr lang="en-IN" sz="2400" dirty="0"/>
              <a:t>One liner “</a:t>
            </a:r>
            <a:r>
              <a:rPr lang="en-IN" sz="2400" b="1" i="1" dirty="0"/>
              <a:t>maximum-length shortest path between all possible </a:t>
            </a:r>
            <a:r>
              <a:rPr lang="en-IN" sz="2400" b="1" i="1" dirty="0" smtClean="0"/>
              <a:t>pairs</a:t>
            </a:r>
            <a:r>
              <a:rPr lang="en-IN" sz="2400" dirty="0" smtClean="0"/>
              <a:t>”</a:t>
            </a:r>
          </a:p>
          <a:p>
            <a:pPr lvl="1">
              <a:buFont typeface="Wingdings" panose="05000000000000000000" pitchFamily="2" charset="2"/>
              <a:buChar char="v"/>
            </a:pPr>
            <a:r>
              <a:rPr lang="en-IN" sz="2400" dirty="0" smtClean="0"/>
              <a:t>Intuitively</a:t>
            </a:r>
            <a:r>
              <a:rPr lang="en-IN" sz="2400" dirty="0"/>
              <a:t>, the diameter represents how much of a “small world” the graph is – how quickly one can get </a:t>
            </a:r>
            <a:r>
              <a:rPr lang="en-IN" sz="2400" dirty="0" smtClean="0"/>
              <a:t>from </a:t>
            </a:r>
            <a:r>
              <a:rPr lang="en-IN" sz="2400" dirty="0"/>
              <a:t>one “end” of the graph to </a:t>
            </a:r>
            <a:r>
              <a:rPr lang="en-IN" sz="2400" dirty="0" smtClean="0"/>
              <a:t>another.</a:t>
            </a:r>
          </a:p>
          <a:p>
            <a:pPr marL="57150" indent="0"/>
            <a:r>
              <a:rPr lang="en-IN" sz="2000" i="1" dirty="0" smtClean="0"/>
              <a:t>*</a:t>
            </a:r>
            <a:r>
              <a:rPr lang="en-IN" sz="2000" b="1" i="1" dirty="0" smtClean="0"/>
              <a:t>ANF [1]</a:t>
            </a:r>
            <a:r>
              <a:rPr lang="en-IN" sz="2000" i="1" dirty="0" smtClean="0"/>
              <a:t>: works O</a:t>
            </a:r>
            <a:r>
              <a:rPr lang="pt-BR" sz="2000" i="1" dirty="0" smtClean="0"/>
              <a:t>((</a:t>
            </a:r>
            <a:r>
              <a:rPr lang="pt-BR" sz="2000" i="1" dirty="0"/>
              <a:t>N + E)d) time and O(N) </a:t>
            </a:r>
            <a:r>
              <a:rPr lang="pt-BR" sz="2000" i="1" dirty="0" smtClean="0"/>
              <a:t>space</a:t>
            </a:r>
            <a:endParaRPr lang="en-IN" sz="2000" i="1" dirty="0" smtClean="0"/>
          </a:p>
        </p:txBody>
      </p:sp>
      <p:sp>
        <p:nvSpPr>
          <p:cNvPr id="3" name="Content Placeholder 2"/>
          <p:cNvSpPr>
            <a:spLocks noGrp="1"/>
          </p:cNvSpPr>
          <p:nvPr>
            <p:ph sz="quarter" idx="10"/>
          </p:nvPr>
        </p:nvSpPr>
        <p:spPr/>
        <p:txBody>
          <a:bodyPr/>
          <a:lstStyle/>
          <a:p>
            <a:r>
              <a:rPr lang="en-IN" dirty="0"/>
              <a:t>DIAMETER</a:t>
            </a:r>
          </a:p>
        </p:txBody>
      </p:sp>
      <p:sp>
        <p:nvSpPr>
          <p:cNvPr id="4" name="TextBox 3"/>
          <p:cNvSpPr txBox="1"/>
          <p:nvPr/>
        </p:nvSpPr>
        <p:spPr>
          <a:xfrm>
            <a:off x="304800" y="6211669"/>
            <a:ext cx="8458200" cy="646331"/>
          </a:xfrm>
          <a:prstGeom prst="rect">
            <a:avLst/>
          </a:prstGeom>
          <a:noFill/>
        </p:spPr>
        <p:txBody>
          <a:bodyPr wrap="square" rtlCol="0">
            <a:spAutoFit/>
          </a:bodyPr>
          <a:lstStyle/>
          <a:p>
            <a:r>
              <a:rPr lang="en-IN" dirty="0" smtClean="0"/>
              <a:t>[1] Christopher </a:t>
            </a:r>
            <a:r>
              <a:rPr lang="en-IN" dirty="0"/>
              <a:t>Palmer, Phil B. Gibbons, and Christos </a:t>
            </a:r>
            <a:r>
              <a:rPr lang="en-IN" dirty="0" err="1"/>
              <a:t>Faloutsos</a:t>
            </a:r>
            <a:r>
              <a:rPr lang="en-IN" dirty="0"/>
              <a:t>. </a:t>
            </a:r>
            <a:r>
              <a:rPr lang="en-IN" b="1" i="1" dirty="0"/>
              <a:t>ANF: A fast and scalable tool for data mining in massive graphs</a:t>
            </a:r>
            <a:r>
              <a:rPr lang="en-IN" dirty="0"/>
              <a:t>. </a:t>
            </a:r>
            <a:r>
              <a:rPr lang="en-IN" dirty="0" smtClean="0"/>
              <a:t>2002</a:t>
            </a:r>
            <a:r>
              <a:rPr lang="en-IN" dirty="0"/>
              <a:t>. ACM Press.</a:t>
            </a:r>
          </a:p>
        </p:txBody>
      </p:sp>
      <mc:AlternateContent xmlns:mc="http://schemas.openxmlformats.org/markup-compatibility/2006">
        <mc:Choice xmlns:p14="http://schemas.microsoft.com/office/powerpoint/2010/main" Requires="p14">
          <p:contentPart p14:bwMode="auto" r:id="rId2">
            <p14:nvContentPartPr>
              <p14:cNvPr id="5" name="Ink 4"/>
              <p14:cNvContentPartPr/>
              <p14:nvPr/>
            </p14:nvContentPartPr>
            <p14:xfrm>
              <a:off x="3907800" y="4175280"/>
              <a:ext cx="3069000" cy="1275840"/>
            </p14:xfrm>
          </p:contentPart>
        </mc:Choice>
        <mc:Fallback>
          <p:pic>
            <p:nvPicPr>
              <p:cNvPr id="5" name="Ink 4"/>
              <p:cNvPicPr/>
              <p:nvPr/>
            </p:nvPicPr>
            <p:blipFill>
              <a:blip r:embed="rId3"/>
              <a:stretch>
                <a:fillRect/>
              </a:stretch>
            </p:blipFill>
            <p:spPr>
              <a:xfrm>
                <a:off x="3899160" y="4165200"/>
                <a:ext cx="3080880" cy="1297080"/>
              </a:xfrm>
              <a:prstGeom prst="rect">
                <a:avLst/>
              </a:prstGeom>
            </p:spPr>
          </p:pic>
        </mc:Fallback>
      </mc:AlternateContent>
    </p:spTree>
    <p:extLst>
      <p:ext uri="{BB962C8B-B14F-4D97-AF65-F5344CB8AC3E}">
        <p14:creationId xmlns:p14="http://schemas.microsoft.com/office/powerpoint/2010/main" val="40377609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Diameter (for static graph):</a:t>
                </a:r>
              </a:p>
              <a:p>
                <a:pPr>
                  <a:buFont typeface="Wingdings" panose="05000000000000000000" pitchFamily="2" charset="2"/>
                  <a:buChar char="v"/>
                </a:pPr>
                <a:r>
                  <a:rPr lang="en-IN" dirty="0" smtClean="0"/>
                  <a:t>Hop-plot </a:t>
                </a:r>
                <a:r>
                  <a:rPr lang="en-IN" dirty="0"/>
                  <a:t>(for static graph):</a:t>
                </a:r>
              </a:p>
              <a:p>
                <a:pPr lvl="1">
                  <a:buFont typeface="Wingdings" panose="05000000000000000000" pitchFamily="2" charset="2"/>
                  <a:buChar char="v"/>
                </a:pPr>
                <a:r>
                  <a:rPr lang="en-IN" sz="2400" dirty="0"/>
                  <a:t>Starting from a node </a:t>
                </a:r>
                <a:r>
                  <a:rPr lang="en-IN" sz="2400" b="1" i="1" dirty="0"/>
                  <a:t>u</a:t>
                </a:r>
                <a:r>
                  <a:rPr lang="en-IN" sz="2400" dirty="0"/>
                  <a:t> in the graph, we find the number of nodes </a:t>
                </a:r>
                <a:r>
                  <a:rPr lang="en-IN" sz="2400" b="1" dirty="0" err="1"/>
                  <a:t>N</a:t>
                </a:r>
                <a:r>
                  <a:rPr lang="en-IN" sz="2400" b="1" baseline="-25000" dirty="0" err="1"/>
                  <a:t>h</a:t>
                </a:r>
                <a:r>
                  <a:rPr lang="en-IN" sz="2400" b="1" dirty="0"/>
                  <a:t>(</a:t>
                </a:r>
                <a:r>
                  <a:rPr lang="en-IN" sz="2400" b="1" i="1" dirty="0"/>
                  <a:t>u</a:t>
                </a:r>
                <a:r>
                  <a:rPr lang="en-IN" sz="2400" b="1" dirty="0"/>
                  <a:t>)</a:t>
                </a:r>
                <a:r>
                  <a:rPr lang="en-IN" sz="2400" dirty="0"/>
                  <a:t> in a </a:t>
                </a:r>
                <a:r>
                  <a:rPr lang="en-IN" sz="2400" dirty="0" smtClean="0"/>
                  <a:t>neighbourhood </a:t>
                </a:r>
                <a:r>
                  <a:rPr lang="en-IN" sz="2400" dirty="0"/>
                  <a:t>of </a:t>
                </a:r>
                <a:r>
                  <a:rPr lang="en-IN" sz="2400" b="1" i="1" dirty="0"/>
                  <a:t>h</a:t>
                </a:r>
                <a:r>
                  <a:rPr lang="en-IN" sz="2400" dirty="0"/>
                  <a:t> hops</a:t>
                </a:r>
                <a:r>
                  <a:rPr lang="en-IN" sz="2400" dirty="0" smtClean="0"/>
                  <a:t>.</a:t>
                </a:r>
              </a:p>
              <a:p>
                <a:pPr lvl="1">
                  <a:buFont typeface="Wingdings" panose="05000000000000000000" pitchFamily="2" charset="2"/>
                  <a:buChar char="v"/>
                </a:pPr>
                <a:r>
                  <a:rPr lang="en-IN" sz="2400" dirty="0" smtClean="0"/>
                  <a:t>We </a:t>
                </a:r>
                <a:r>
                  <a:rPr lang="en-IN" sz="2400" dirty="0"/>
                  <a:t>repeat this starting from each node in the graph, and sum the results to find the total </a:t>
                </a:r>
                <a:r>
                  <a:rPr lang="en-IN" sz="2400" dirty="0" smtClean="0"/>
                  <a:t>neighbourhood </a:t>
                </a:r>
                <a:r>
                  <a:rPr lang="en-IN" sz="2400" dirty="0"/>
                  <a:t>size </a:t>
                </a:r>
                <a:r>
                  <a:rPr lang="en-IN" sz="2400" b="1" dirty="0" err="1"/>
                  <a:t>N</a:t>
                </a:r>
                <a:r>
                  <a:rPr lang="en-IN" sz="2400" b="1" baseline="-25000" dirty="0" err="1"/>
                  <a:t>h</a:t>
                </a:r>
                <a:r>
                  <a:rPr lang="en-IN" sz="2400" dirty="0"/>
                  <a:t> for </a:t>
                </a:r>
                <a:r>
                  <a:rPr lang="en-IN" sz="2400" b="1" i="1" dirty="0"/>
                  <a:t>h</a:t>
                </a:r>
                <a:r>
                  <a:rPr lang="en-IN" sz="2400" dirty="0"/>
                  <a:t> hops </a:t>
                </a:r>
                <a:r>
                  <a:rPr lang="en-IN" sz="2400" dirty="0" smtClean="0"/>
                  <a:t>(</a:t>
                </a:r>
                <a14:m>
                  <m:oMath xmlns:m="http://schemas.openxmlformats.org/officeDocument/2006/math">
                    <m:sSub>
                      <m:sSubPr>
                        <m:ctrlPr>
                          <a:rPr lang="en-IN" sz="2400" b="1" i="1" smtClean="0">
                            <a:latin typeface="Cambria Math" panose="02040503050406030204" pitchFamily="18" charset="0"/>
                          </a:rPr>
                        </m:ctrlPr>
                      </m:sSubPr>
                      <m:e>
                        <m:r>
                          <a:rPr lang="en-IN" sz="2400" b="1" i="1" smtClean="0">
                            <a:latin typeface="Cambria Math" panose="02040503050406030204" pitchFamily="18" charset="0"/>
                          </a:rPr>
                          <m:t>𝑵</m:t>
                        </m:r>
                      </m:e>
                      <m:sub>
                        <m:r>
                          <a:rPr lang="en-IN" sz="2400" b="1" i="1" smtClean="0">
                            <a:latin typeface="Cambria Math" panose="02040503050406030204" pitchFamily="18" charset="0"/>
                          </a:rPr>
                          <m:t>𝒉</m:t>
                        </m:r>
                      </m:sub>
                    </m:sSub>
                    <m:r>
                      <a:rPr lang="en-IN" sz="2400" b="1" i="1" smtClean="0">
                        <a:latin typeface="Cambria Math" panose="02040503050406030204" pitchFamily="18" charset="0"/>
                      </a:rPr>
                      <m:t>= </m:t>
                    </m:r>
                    <m:nary>
                      <m:naryPr>
                        <m:chr m:val="∑"/>
                        <m:limLoc m:val="subSup"/>
                        <m:supHide m:val="on"/>
                        <m:ctrlPr>
                          <a:rPr lang="en-IN" sz="2400" b="1" i="1" smtClean="0">
                            <a:latin typeface="Cambria Math" panose="02040503050406030204" pitchFamily="18" charset="0"/>
                          </a:rPr>
                        </m:ctrlPr>
                      </m:naryPr>
                      <m:sub>
                        <m:r>
                          <m:rPr>
                            <m:brk m:alnAt="9"/>
                          </m:rPr>
                          <a:rPr lang="en-IN" sz="2400" b="1" i="1" smtClean="0">
                            <a:latin typeface="Cambria Math" panose="02040503050406030204" pitchFamily="18" charset="0"/>
                          </a:rPr>
                          <m:t>𝒖</m:t>
                        </m:r>
                      </m:sub>
                      <m:sup/>
                      <m:e>
                        <m:sSub>
                          <m:sSubPr>
                            <m:ctrlPr>
                              <a:rPr lang="en-IN" sz="2400" b="1" i="1" smtClean="0">
                                <a:latin typeface="Cambria Math" panose="02040503050406030204" pitchFamily="18" charset="0"/>
                              </a:rPr>
                            </m:ctrlPr>
                          </m:sSubPr>
                          <m:e>
                            <m:r>
                              <a:rPr lang="en-IN" sz="2400" b="1" i="1" smtClean="0">
                                <a:latin typeface="Cambria Math" panose="02040503050406030204" pitchFamily="18" charset="0"/>
                              </a:rPr>
                              <m:t>𝑵</m:t>
                            </m:r>
                          </m:e>
                          <m:sub>
                            <m:r>
                              <a:rPr lang="en-IN" sz="2400" b="1" i="1" smtClean="0">
                                <a:latin typeface="Cambria Math" panose="02040503050406030204" pitchFamily="18" charset="0"/>
                              </a:rPr>
                              <m:t>𝒉</m:t>
                            </m:r>
                          </m:sub>
                        </m:sSub>
                        <m:r>
                          <a:rPr lang="en-IN" sz="2400" b="1" i="1" smtClean="0">
                            <a:latin typeface="Cambria Math" panose="02040503050406030204" pitchFamily="18" charset="0"/>
                          </a:rPr>
                          <m:t>(</m:t>
                        </m:r>
                        <m:r>
                          <a:rPr lang="en-IN" sz="2400" b="1" i="1" smtClean="0">
                            <a:latin typeface="Cambria Math" panose="02040503050406030204" pitchFamily="18" charset="0"/>
                          </a:rPr>
                          <m:t>𝒖</m:t>
                        </m:r>
                        <m:r>
                          <a:rPr lang="en-IN" sz="2400" b="1" i="1" smtClean="0">
                            <a:latin typeface="Cambria Math" panose="02040503050406030204" pitchFamily="18" charset="0"/>
                          </a:rPr>
                          <m:t>)</m:t>
                        </m:r>
                      </m:e>
                    </m:nary>
                  </m:oMath>
                </a14:m>
                <a:r>
                  <a:rPr lang="en-IN" sz="2400" dirty="0" smtClean="0"/>
                  <a:t>). </a:t>
                </a:r>
              </a:p>
              <a:p>
                <a:pPr lvl="1">
                  <a:buFont typeface="Wingdings" panose="05000000000000000000" pitchFamily="2" charset="2"/>
                  <a:buChar char="v"/>
                </a:pPr>
                <a:r>
                  <a:rPr lang="en-IN" sz="2400" dirty="0" smtClean="0"/>
                  <a:t>The </a:t>
                </a:r>
                <a:r>
                  <a:rPr lang="en-IN" sz="2400" dirty="0"/>
                  <a:t>hop-plot is just the plot of </a:t>
                </a:r>
                <a:r>
                  <a:rPr lang="en-IN" sz="2400" b="1" dirty="0" err="1"/>
                  <a:t>N</a:t>
                </a:r>
                <a:r>
                  <a:rPr lang="en-IN" sz="2400" b="1" baseline="-25000" dirty="0" err="1"/>
                  <a:t>h</a:t>
                </a:r>
                <a:r>
                  <a:rPr lang="en-IN" sz="2400" dirty="0"/>
                  <a:t> versus </a:t>
                </a:r>
                <a:r>
                  <a:rPr lang="en-IN" sz="2400" b="1" dirty="0"/>
                  <a:t>h</a:t>
                </a:r>
                <a:r>
                  <a:rPr lang="en-IN" sz="2400" dirty="0"/>
                  <a: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963" t="-943" r="-444"/>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a:t>DIAMETER</a:t>
            </a:r>
          </a:p>
        </p:txBody>
      </p:sp>
      <p:pic>
        <p:nvPicPr>
          <p:cNvPr id="4" name="Picture 3"/>
          <p:cNvPicPr>
            <a:picLocks noChangeAspect="1"/>
          </p:cNvPicPr>
          <p:nvPr/>
        </p:nvPicPr>
        <p:blipFill>
          <a:blip r:embed="rId3"/>
          <a:stretch>
            <a:fillRect/>
          </a:stretch>
        </p:blipFill>
        <p:spPr>
          <a:xfrm>
            <a:off x="5105343" y="0"/>
            <a:ext cx="4038657" cy="2590800"/>
          </a:xfrm>
          <a:prstGeom prst="rect">
            <a:avLst/>
          </a:prstGeom>
        </p:spPr>
      </p:pic>
      <mc:AlternateContent xmlns:mc="http://schemas.openxmlformats.org/markup-compatibility/2006">
        <mc:Choice xmlns:p14="http://schemas.microsoft.com/office/powerpoint/2010/main" Requires="p14">
          <p:contentPart p14:bwMode="auto" r:id="rId4">
            <p14:nvContentPartPr>
              <p14:cNvPr id="5" name="Ink 4"/>
              <p14:cNvContentPartPr/>
              <p14:nvPr/>
            </p14:nvContentPartPr>
            <p14:xfrm>
              <a:off x="162360" y="268920"/>
              <a:ext cx="8696160" cy="6338160"/>
            </p14:xfrm>
          </p:contentPart>
        </mc:Choice>
        <mc:Fallback>
          <p:pic>
            <p:nvPicPr>
              <p:cNvPr id="5" name="Ink 4"/>
              <p:cNvPicPr/>
              <p:nvPr/>
            </p:nvPicPr>
            <p:blipFill>
              <a:blip r:embed="rId5"/>
              <a:stretch>
                <a:fillRect/>
              </a:stretch>
            </p:blipFill>
            <p:spPr>
              <a:xfrm>
                <a:off x="152280" y="258480"/>
                <a:ext cx="8717400" cy="6361560"/>
              </a:xfrm>
              <a:prstGeom prst="rect">
                <a:avLst/>
              </a:prstGeom>
            </p:spPr>
          </p:pic>
        </mc:Fallback>
      </mc:AlternateContent>
    </p:spTree>
    <p:extLst>
      <p:ext uri="{BB962C8B-B14F-4D97-AF65-F5344CB8AC3E}">
        <p14:creationId xmlns:p14="http://schemas.microsoft.com/office/powerpoint/2010/main" val="42725474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Diameter (for static graph):</a:t>
            </a:r>
          </a:p>
          <a:p>
            <a:pPr>
              <a:buFont typeface="Wingdings" panose="05000000000000000000" pitchFamily="2" charset="2"/>
              <a:buChar char="v"/>
            </a:pPr>
            <a:r>
              <a:rPr lang="en-IN" dirty="0" smtClean="0"/>
              <a:t>Hop-plot </a:t>
            </a:r>
            <a:r>
              <a:rPr lang="en-IN" dirty="0"/>
              <a:t>(for static graph):</a:t>
            </a:r>
          </a:p>
          <a:p>
            <a:pPr>
              <a:buFont typeface="Wingdings" panose="05000000000000000000" pitchFamily="2" charset="2"/>
              <a:buChar char="v"/>
            </a:pPr>
            <a:r>
              <a:rPr lang="en-IN" dirty="0"/>
              <a:t>Effective diameter </a:t>
            </a:r>
            <a:r>
              <a:rPr lang="en-IN" i="1" dirty="0"/>
              <a:t>or </a:t>
            </a:r>
            <a:r>
              <a:rPr lang="en-IN" i="1" dirty="0" smtClean="0"/>
              <a:t>eccentricity </a:t>
            </a:r>
            <a:r>
              <a:rPr lang="en-IN" dirty="0" smtClean="0"/>
              <a:t>(</a:t>
            </a:r>
            <a:r>
              <a:rPr lang="en-IN" dirty="0"/>
              <a:t>for static graph):</a:t>
            </a:r>
          </a:p>
          <a:p>
            <a:pPr lvl="1">
              <a:buFont typeface="Wingdings" panose="05000000000000000000" pitchFamily="2" charset="2"/>
              <a:buChar char="v"/>
            </a:pPr>
            <a:r>
              <a:rPr lang="en-IN" sz="2400" dirty="0"/>
              <a:t>This is the minimum number of hops in which some fraction (typically 90%) of all connected pairs of nodes can reach each </a:t>
            </a:r>
            <a:r>
              <a:rPr lang="en-IN" sz="2400" dirty="0" smtClean="0"/>
              <a:t>other.</a:t>
            </a:r>
          </a:p>
          <a:p>
            <a:pPr lvl="1">
              <a:buFont typeface="Wingdings" panose="05000000000000000000" pitchFamily="2" charset="2"/>
              <a:buChar char="v"/>
            </a:pPr>
            <a:endParaRPr lang="en-IN" sz="2400" dirty="0"/>
          </a:p>
        </p:txBody>
      </p:sp>
      <p:sp>
        <p:nvSpPr>
          <p:cNvPr id="3" name="Content Placeholder 2"/>
          <p:cNvSpPr>
            <a:spLocks noGrp="1"/>
          </p:cNvSpPr>
          <p:nvPr>
            <p:ph sz="quarter" idx="10"/>
          </p:nvPr>
        </p:nvSpPr>
        <p:spPr/>
        <p:txBody>
          <a:bodyPr/>
          <a:lstStyle/>
          <a:p>
            <a:r>
              <a:rPr lang="en-IN" dirty="0"/>
              <a:t>DIAMETER</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161280" y="1303560"/>
              <a:ext cx="8825400" cy="2631600"/>
            </p14:xfrm>
          </p:contentPart>
        </mc:Choice>
        <mc:Fallback>
          <p:pic>
            <p:nvPicPr>
              <p:cNvPr id="4" name="Ink 3"/>
              <p:cNvPicPr/>
              <p:nvPr/>
            </p:nvPicPr>
            <p:blipFill>
              <a:blip r:embed="rId3"/>
              <a:stretch>
                <a:fillRect/>
              </a:stretch>
            </p:blipFill>
            <p:spPr>
              <a:xfrm>
                <a:off x="151200" y="1292400"/>
                <a:ext cx="8847000" cy="2654640"/>
              </a:xfrm>
              <a:prstGeom prst="rect">
                <a:avLst/>
              </a:prstGeom>
            </p:spPr>
          </p:pic>
        </mc:Fallback>
      </mc:AlternateContent>
    </p:spTree>
    <p:extLst>
      <p:ext uri="{BB962C8B-B14F-4D97-AF65-F5344CB8AC3E}">
        <p14:creationId xmlns:p14="http://schemas.microsoft.com/office/powerpoint/2010/main" val="15946225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Diameter (for static graph):</a:t>
            </a:r>
          </a:p>
          <a:p>
            <a:pPr>
              <a:buFont typeface="Wingdings" panose="05000000000000000000" pitchFamily="2" charset="2"/>
              <a:buChar char="v"/>
            </a:pPr>
            <a:r>
              <a:rPr lang="en-IN" dirty="0" smtClean="0"/>
              <a:t>Hop-plot </a:t>
            </a:r>
            <a:r>
              <a:rPr lang="en-IN" dirty="0"/>
              <a:t>(for static graph):</a:t>
            </a:r>
          </a:p>
          <a:p>
            <a:pPr>
              <a:buFont typeface="Wingdings" panose="05000000000000000000" pitchFamily="2" charset="2"/>
              <a:buChar char="v"/>
            </a:pPr>
            <a:r>
              <a:rPr lang="en-IN" dirty="0"/>
              <a:t>Effective </a:t>
            </a:r>
            <a:r>
              <a:rPr lang="en-IN" dirty="0" smtClean="0"/>
              <a:t>diameter </a:t>
            </a:r>
            <a:r>
              <a:rPr lang="en-IN" i="1" dirty="0"/>
              <a:t>or eccentricity </a:t>
            </a:r>
            <a:r>
              <a:rPr lang="en-IN" dirty="0" smtClean="0"/>
              <a:t>(for </a:t>
            </a:r>
            <a:r>
              <a:rPr lang="en-IN" dirty="0"/>
              <a:t>static graph):</a:t>
            </a:r>
          </a:p>
          <a:p>
            <a:pPr>
              <a:buFont typeface="Wingdings" panose="05000000000000000000" pitchFamily="2" charset="2"/>
              <a:buChar char="v"/>
            </a:pPr>
            <a:r>
              <a:rPr lang="en-IN" dirty="0"/>
              <a:t>Characteristic path </a:t>
            </a:r>
            <a:r>
              <a:rPr lang="en-IN" dirty="0" smtClean="0"/>
              <a:t>length</a:t>
            </a:r>
          </a:p>
          <a:p>
            <a:pPr lvl="1">
              <a:buFont typeface="Wingdings" panose="05000000000000000000" pitchFamily="2" charset="2"/>
              <a:buChar char="v"/>
            </a:pPr>
            <a:r>
              <a:rPr lang="en-IN" sz="2400" dirty="0"/>
              <a:t>For each node in the graph, consider the shortest paths from it to every other node in the graph. </a:t>
            </a:r>
            <a:endParaRPr lang="en-IN" sz="2400" dirty="0" smtClean="0"/>
          </a:p>
          <a:p>
            <a:pPr lvl="1">
              <a:buFont typeface="Wingdings" panose="05000000000000000000" pitchFamily="2" charset="2"/>
              <a:buChar char="v"/>
            </a:pPr>
            <a:r>
              <a:rPr lang="en-IN" sz="2400" dirty="0" smtClean="0"/>
              <a:t>Take </a:t>
            </a:r>
            <a:r>
              <a:rPr lang="en-IN" sz="2400" dirty="0"/>
              <a:t>the average length of all these paths. </a:t>
            </a:r>
            <a:endParaRPr lang="en-IN" sz="2400" dirty="0" smtClean="0"/>
          </a:p>
          <a:p>
            <a:pPr lvl="1">
              <a:buFont typeface="Wingdings" panose="05000000000000000000" pitchFamily="2" charset="2"/>
              <a:buChar char="v"/>
            </a:pPr>
            <a:r>
              <a:rPr lang="en-IN" sz="2400" dirty="0" smtClean="0"/>
              <a:t>Now</a:t>
            </a:r>
            <a:r>
              <a:rPr lang="en-IN" sz="2400" dirty="0"/>
              <a:t>, consider the average path lengths for all possible starting nodes, and take their </a:t>
            </a:r>
            <a:r>
              <a:rPr lang="en-IN" sz="2400" b="1" i="1" dirty="0"/>
              <a:t>median</a:t>
            </a:r>
            <a:r>
              <a:rPr lang="en-IN" sz="2400" dirty="0"/>
              <a:t>. </a:t>
            </a:r>
            <a:endParaRPr lang="en-IN" sz="2400" dirty="0" smtClean="0"/>
          </a:p>
        </p:txBody>
      </p:sp>
      <p:sp>
        <p:nvSpPr>
          <p:cNvPr id="3" name="Content Placeholder 2"/>
          <p:cNvSpPr>
            <a:spLocks noGrp="1"/>
          </p:cNvSpPr>
          <p:nvPr>
            <p:ph sz="quarter" idx="10"/>
          </p:nvPr>
        </p:nvSpPr>
        <p:spPr/>
        <p:txBody>
          <a:bodyPr/>
          <a:lstStyle/>
          <a:p>
            <a:r>
              <a:rPr lang="en-IN" dirty="0"/>
              <a:t>DIAMETER</a:t>
            </a:r>
          </a:p>
        </p:txBody>
      </p:sp>
    </p:spTree>
    <p:extLst>
      <p:ext uri="{BB962C8B-B14F-4D97-AF65-F5344CB8AC3E}">
        <p14:creationId xmlns:p14="http://schemas.microsoft.com/office/powerpoint/2010/main" val="4130406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smtClean="0"/>
              <a:t>Diameter (for static graph):</a:t>
            </a:r>
          </a:p>
          <a:p>
            <a:pPr>
              <a:buFont typeface="Wingdings" panose="05000000000000000000" pitchFamily="2" charset="2"/>
              <a:buChar char="v"/>
            </a:pPr>
            <a:r>
              <a:rPr lang="en-IN" dirty="0" smtClean="0"/>
              <a:t>Hop-plot </a:t>
            </a:r>
            <a:r>
              <a:rPr lang="en-IN" dirty="0"/>
              <a:t>(for static graph):</a:t>
            </a:r>
          </a:p>
          <a:p>
            <a:pPr>
              <a:buFont typeface="Wingdings" panose="05000000000000000000" pitchFamily="2" charset="2"/>
              <a:buChar char="v"/>
            </a:pPr>
            <a:r>
              <a:rPr lang="en-IN" dirty="0"/>
              <a:t>Effective </a:t>
            </a:r>
            <a:r>
              <a:rPr lang="en-IN" dirty="0" smtClean="0"/>
              <a:t>diameter </a:t>
            </a:r>
            <a:r>
              <a:rPr lang="en-IN" i="1" dirty="0"/>
              <a:t>or eccentricity </a:t>
            </a:r>
            <a:r>
              <a:rPr lang="en-IN" dirty="0" smtClean="0"/>
              <a:t>(for </a:t>
            </a:r>
            <a:r>
              <a:rPr lang="en-IN" dirty="0"/>
              <a:t>static graph):</a:t>
            </a:r>
          </a:p>
          <a:p>
            <a:pPr>
              <a:buFont typeface="Wingdings" panose="05000000000000000000" pitchFamily="2" charset="2"/>
              <a:buChar char="v"/>
            </a:pPr>
            <a:r>
              <a:rPr lang="en-IN" dirty="0"/>
              <a:t>Characteristic path </a:t>
            </a:r>
            <a:r>
              <a:rPr lang="en-IN" dirty="0" smtClean="0"/>
              <a:t>length</a:t>
            </a:r>
          </a:p>
          <a:p>
            <a:pPr>
              <a:buFont typeface="Wingdings" panose="05000000000000000000" pitchFamily="2" charset="2"/>
              <a:buChar char="v"/>
            </a:pPr>
            <a:r>
              <a:rPr lang="en-IN" dirty="0"/>
              <a:t>Average diameter: </a:t>
            </a:r>
            <a:endParaRPr lang="en-IN" dirty="0" smtClean="0"/>
          </a:p>
          <a:p>
            <a:pPr lvl="1">
              <a:buFont typeface="Wingdings" panose="05000000000000000000" pitchFamily="2" charset="2"/>
              <a:buChar char="v"/>
            </a:pPr>
            <a:r>
              <a:rPr lang="en-IN" sz="2400" dirty="0" smtClean="0"/>
              <a:t>This </a:t>
            </a:r>
            <a:r>
              <a:rPr lang="en-IN" sz="2400" dirty="0"/>
              <a:t>is calculated in the same way as the characteristic path length, except that we take the </a:t>
            </a:r>
            <a:r>
              <a:rPr lang="en-IN" sz="2400" b="1" dirty="0"/>
              <a:t>mean</a:t>
            </a:r>
            <a:r>
              <a:rPr lang="en-IN" sz="2400" dirty="0"/>
              <a:t> of the average shortest path lengths over all nodes, </a:t>
            </a:r>
            <a:r>
              <a:rPr lang="en-IN" sz="2400" i="1" dirty="0"/>
              <a:t>instead of the median</a:t>
            </a:r>
            <a:r>
              <a:rPr lang="en-IN" sz="2400" dirty="0" smtClean="0"/>
              <a:t>.</a:t>
            </a:r>
          </a:p>
        </p:txBody>
      </p:sp>
      <p:sp>
        <p:nvSpPr>
          <p:cNvPr id="3" name="Content Placeholder 2"/>
          <p:cNvSpPr>
            <a:spLocks noGrp="1"/>
          </p:cNvSpPr>
          <p:nvPr>
            <p:ph sz="quarter" idx="10"/>
          </p:nvPr>
        </p:nvSpPr>
        <p:spPr/>
        <p:txBody>
          <a:bodyPr/>
          <a:lstStyle/>
          <a:p>
            <a:r>
              <a:rPr lang="en-IN" dirty="0"/>
              <a:t>DIAMETER</a:t>
            </a:r>
          </a:p>
        </p:txBody>
      </p:sp>
    </p:spTree>
    <p:extLst>
      <p:ext uri="{BB962C8B-B14F-4D97-AF65-F5344CB8AC3E}">
        <p14:creationId xmlns:p14="http://schemas.microsoft.com/office/powerpoint/2010/main" val="19708001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a:t>The advantage of eccentricity </a:t>
            </a:r>
            <a:r>
              <a:rPr lang="en-IN" dirty="0" smtClean="0"/>
              <a:t>is : </a:t>
            </a:r>
          </a:p>
          <a:p>
            <a:pPr lvl="1">
              <a:buFont typeface="Wingdings" panose="05000000000000000000" pitchFamily="2" charset="2"/>
              <a:buChar char="v"/>
            </a:pPr>
            <a:r>
              <a:rPr lang="en-IN" sz="2400" dirty="0" smtClean="0"/>
              <a:t>its </a:t>
            </a:r>
            <a:r>
              <a:rPr lang="en-IN" sz="2400" dirty="0"/>
              <a:t>definition works, as is, even for </a:t>
            </a:r>
            <a:r>
              <a:rPr lang="en-IN" sz="2400" i="1" dirty="0"/>
              <a:t>disconnected graphs</a:t>
            </a:r>
            <a:r>
              <a:rPr lang="en-IN" sz="2400" dirty="0"/>
              <a:t>, whereas we must consider only the largest component for the characteristic and average diameters. </a:t>
            </a:r>
            <a:endParaRPr lang="en-IN" sz="2400" dirty="0" smtClean="0"/>
          </a:p>
          <a:p>
            <a:pPr lvl="1">
              <a:buFont typeface="Wingdings" panose="05000000000000000000" pitchFamily="2" charset="2"/>
              <a:buChar char="v"/>
            </a:pPr>
            <a:r>
              <a:rPr lang="en-IN" sz="2400" dirty="0" smtClean="0"/>
              <a:t>Characteristic </a:t>
            </a:r>
            <a:r>
              <a:rPr lang="en-IN" sz="2400" dirty="0"/>
              <a:t>path length and eccentricity are less vulnerable to outliers than average diameter, but average diameter might be the better if we want worst case analysis.</a:t>
            </a:r>
            <a:endParaRPr lang="en-IN" sz="2400" dirty="0" smtClean="0"/>
          </a:p>
        </p:txBody>
      </p:sp>
      <p:sp>
        <p:nvSpPr>
          <p:cNvPr id="3" name="Content Placeholder 2"/>
          <p:cNvSpPr>
            <a:spLocks noGrp="1"/>
          </p:cNvSpPr>
          <p:nvPr>
            <p:ph sz="quarter" idx="10"/>
          </p:nvPr>
        </p:nvSpPr>
        <p:spPr/>
        <p:txBody>
          <a:bodyPr/>
          <a:lstStyle/>
          <a:p>
            <a:r>
              <a:rPr lang="en-IN" dirty="0"/>
              <a:t>DIAMETER</a:t>
            </a:r>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641880" y="2809080"/>
              <a:ext cx="272520" cy="1884600"/>
            </p14:xfrm>
          </p:contentPart>
        </mc:Choice>
        <mc:Fallback>
          <p:pic>
            <p:nvPicPr>
              <p:cNvPr id="4" name="Ink 3"/>
              <p:cNvPicPr/>
              <p:nvPr/>
            </p:nvPicPr>
            <p:blipFill>
              <a:blip r:embed="rId3"/>
              <a:stretch>
                <a:fillRect/>
              </a:stretch>
            </p:blipFill>
            <p:spPr>
              <a:xfrm>
                <a:off x="632160" y="2802240"/>
                <a:ext cx="291600" cy="1897200"/>
              </a:xfrm>
              <a:prstGeom prst="rect">
                <a:avLst/>
              </a:prstGeom>
            </p:spPr>
          </p:pic>
        </mc:Fallback>
      </mc:AlternateContent>
    </p:spTree>
    <p:extLst>
      <p:ext uri="{BB962C8B-B14F-4D97-AF65-F5344CB8AC3E}">
        <p14:creationId xmlns:p14="http://schemas.microsoft.com/office/powerpoint/2010/main" val="1682838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a:t>The diameters of several naturally occurring graphs have been calculated, and in almost all cases they are very small compared to the graph size</a:t>
            </a:r>
            <a:r>
              <a:rPr lang="en-IN" dirty="0" smtClean="0"/>
              <a:t>.</a:t>
            </a:r>
          </a:p>
          <a:p>
            <a:pPr>
              <a:buFont typeface="Wingdings" panose="05000000000000000000" pitchFamily="2" charset="2"/>
              <a:buChar char="v"/>
            </a:pPr>
            <a:endParaRPr lang="en-IN" sz="2400" dirty="0" smtClean="0"/>
          </a:p>
        </p:txBody>
      </p:sp>
      <p:sp>
        <p:nvSpPr>
          <p:cNvPr id="3" name="Content Placeholder 2"/>
          <p:cNvSpPr>
            <a:spLocks noGrp="1"/>
          </p:cNvSpPr>
          <p:nvPr>
            <p:ph sz="quarter" idx="10"/>
          </p:nvPr>
        </p:nvSpPr>
        <p:spPr/>
        <p:txBody>
          <a:bodyPr/>
          <a:lstStyle/>
          <a:p>
            <a:r>
              <a:rPr lang="en-IN" dirty="0" smtClean="0"/>
              <a:t>DIAMETER (Examples)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073391102"/>
              </p:ext>
            </p:extLst>
          </p:nvPr>
        </p:nvGraphicFramePr>
        <p:xfrm>
          <a:off x="600073" y="2722563"/>
          <a:ext cx="8162927" cy="3708400"/>
        </p:xfrm>
        <a:graphic>
          <a:graphicData uri="http://schemas.openxmlformats.org/drawingml/2006/table">
            <a:tbl>
              <a:tblPr firstRow="1" bandRow="1">
                <a:tableStyleId>{5C22544A-7EE6-4342-B048-85BDC9FD1C3A}</a:tableStyleId>
              </a:tblPr>
              <a:tblGrid>
                <a:gridCol w="5495927">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370840">
                <a:tc>
                  <a:txBody>
                    <a:bodyPr/>
                    <a:lstStyle/>
                    <a:p>
                      <a:pPr algn="ctr"/>
                      <a:r>
                        <a:rPr lang="en-IN" dirty="0" smtClean="0"/>
                        <a:t>Type of Network</a:t>
                      </a:r>
                      <a:endParaRPr lang="en-IN" dirty="0"/>
                    </a:p>
                  </a:txBody>
                  <a:tcPr/>
                </a:tc>
                <a:tc>
                  <a:txBody>
                    <a:bodyPr/>
                    <a:lstStyle/>
                    <a:p>
                      <a:pPr algn="ctr"/>
                      <a:r>
                        <a:rPr lang="en-IN" dirty="0" smtClean="0"/>
                        <a:t>Diameter</a:t>
                      </a:r>
                      <a:endParaRPr lang="en-IN" dirty="0"/>
                    </a:p>
                  </a:txBody>
                  <a:tcPr/>
                </a:tc>
                <a:extLst>
                  <a:ext uri="{0D108BD9-81ED-4DB2-BD59-A6C34878D82A}">
                    <a16:rowId xmlns:a16="http://schemas.microsoft.com/office/drawing/2014/main" val="10000"/>
                  </a:ext>
                </a:extLst>
              </a:tr>
              <a:tr h="370840">
                <a:tc>
                  <a:txBody>
                    <a:bodyPr/>
                    <a:lstStyle/>
                    <a:p>
                      <a:r>
                        <a:rPr lang="en-IN" sz="1800" b="0" i="0" u="none" strike="noStrike" kern="1200" baseline="0" dirty="0" smtClean="0">
                          <a:solidFill>
                            <a:schemeClr val="dk1"/>
                          </a:solidFill>
                          <a:latin typeface="+mn-lt"/>
                          <a:ea typeface="+mn-ea"/>
                          <a:cs typeface="+mn-cs"/>
                        </a:rPr>
                        <a:t>Internet AS level graph </a:t>
                      </a:r>
                      <a:r>
                        <a:rPr lang="en-IN" sz="1800" i="1" dirty="0" smtClean="0"/>
                        <a:t>(Autonomous system )</a:t>
                      </a:r>
                      <a:endParaRPr lang="en-IN" dirty="0"/>
                    </a:p>
                  </a:txBody>
                  <a:tcPr/>
                </a:tc>
                <a:tc>
                  <a:txBody>
                    <a:bodyPr/>
                    <a:lstStyle/>
                    <a:p>
                      <a:pPr algn="ctr"/>
                      <a:r>
                        <a:rPr lang="en-IN" dirty="0" smtClean="0"/>
                        <a:t>4</a:t>
                      </a:r>
                      <a:endParaRPr lang="en-IN" dirty="0"/>
                    </a:p>
                  </a:txBody>
                  <a:tcPr/>
                </a:tc>
                <a:extLst>
                  <a:ext uri="{0D108BD9-81ED-4DB2-BD59-A6C34878D82A}">
                    <a16:rowId xmlns:a16="http://schemas.microsoft.com/office/drawing/2014/main" val="10001"/>
                  </a:ext>
                </a:extLst>
              </a:tr>
              <a:tr h="370840">
                <a:tc>
                  <a:txBody>
                    <a:bodyPr/>
                    <a:lstStyle/>
                    <a:p>
                      <a:r>
                        <a:rPr lang="en-IN" dirty="0" smtClean="0"/>
                        <a:t>Router level graph</a:t>
                      </a:r>
                      <a:endParaRPr lang="en-IN" dirty="0"/>
                    </a:p>
                  </a:txBody>
                  <a:tcPr/>
                </a:tc>
                <a:tc>
                  <a:txBody>
                    <a:bodyPr/>
                    <a:lstStyle/>
                    <a:p>
                      <a:pPr algn="ctr"/>
                      <a:r>
                        <a:rPr lang="en-IN" dirty="0" smtClean="0"/>
                        <a:t>12</a:t>
                      </a:r>
                      <a:endParaRPr lang="en-IN" dirty="0"/>
                    </a:p>
                  </a:txBody>
                  <a:tcPr/>
                </a:tc>
                <a:extLst>
                  <a:ext uri="{0D108BD9-81ED-4DB2-BD59-A6C34878D82A}">
                    <a16:rowId xmlns:a16="http://schemas.microsoft.com/office/drawing/2014/main" val="10002"/>
                  </a:ext>
                </a:extLst>
              </a:tr>
              <a:tr h="370840">
                <a:tc>
                  <a:txBody>
                    <a:bodyPr/>
                    <a:lstStyle/>
                    <a:p>
                      <a:r>
                        <a:rPr lang="en-IN" sz="1800" b="0" i="0" u="none" strike="noStrike" kern="1200" baseline="0" dirty="0" smtClean="0">
                          <a:solidFill>
                            <a:schemeClr val="dk1"/>
                          </a:solidFill>
                          <a:latin typeface="+mn-lt"/>
                          <a:ea typeface="+mn-ea"/>
                          <a:cs typeface="+mn-cs"/>
                        </a:rPr>
                        <a:t>97%-effective diameter for the Internet Router graph</a:t>
                      </a:r>
                      <a:endParaRPr lang="en-IN" dirty="0"/>
                    </a:p>
                  </a:txBody>
                  <a:tcPr/>
                </a:tc>
                <a:tc>
                  <a:txBody>
                    <a:bodyPr/>
                    <a:lstStyle/>
                    <a:p>
                      <a:pPr algn="ctr"/>
                      <a:r>
                        <a:rPr lang="en-IN" dirty="0" smtClean="0"/>
                        <a:t>15</a:t>
                      </a:r>
                      <a:endParaRPr lang="en-IN" dirty="0"/>
                    </a:p>
                  </a:txBody>
                  <a:tcPr/>
                </a:tc>
                <a:extLst>
                  <a:ext uri="{0D108BD9-81ED-4DB2-BD59-A6C34878D82A}">
                    <a16:rowId xmlns:a16="http://schemas.microsoft.com/office/drawing/2014/main" val="10003"/>
                  </a:ext>
                </a:extLst>
              </a:tr>
              <a:tr h="370840">
                <a:tc>
                  <a:txBody>
                    <a:bodyPr/>
                    <a:lstStyle/>
                    <a:p>
                      <a:r>
                        <a:rPr lang="en-IN" sz="1800" b="0" i="0" u="none" strike="noStrike" kern="1200" baseline="0" dirty="0" smtClean="0">
                          <a:solidFill>
                            <a:schemeClr val="dk1"/>
                          </a:solidFill>
                          <a:latin typeface="+mn-lt"/>
                          <a:ea typeface="+mn-ea"/>
                          <a:cs typeface="+mn-cs"/>
                        </a:rPr>
                        <a:t>WWW, when a path exists at all)- directed</a:t>
                      </a:r>
                      <a:endParaRPr lang="en-IN" dirty="0"/>
                    </a:p>
                  </a:txBody>
                  <a:tcPr/>
                </a:tc>
                <a:tc>
                  <a:txBody>
                    <a:bodyPr/>
                    <a:lstStyle/>
                    <a:p>
                      <a:pPr algn="ctr"/>
                      <a:r>
                        <a:rPr lang="en-IN" dirty="0" smtClean="0"/>
                        <a:t>16</a:t>
                      </a:r>
                      <a:endParaRPr lang="en-IN" dirty="0"/>
                    </a:p>
                  </a:txBody>
                  <a:tcPr/>
                </a:tc>
                <a:extLst>
                  <a:ext uri="{0D108BD9-81ED-4DB2-BD59-A6C34878D82A}">
                    <a16:rowId xmlns:a16="http://schemas.microsoft.com/office/drawing/2014/main" val="100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baseline="0" dirty="0" smtClean="0">
                          <a:solidFill>
                            <a:schemeClr val="dk1"/>
                          </a:solidFill>
                          <a:latin typeface="+mn-lt"/>
                          <a:ea typeface="+mn-ea"/>
                          <a:cs typeface="+mn-cs"/>
                        </a:rPr>
                        <a:t>WWW, when a path exists at all)- undirected</a:t>
                      </a:r>
                      <a:endParaRPr lang="en-IN" dirty="0" smtClean="0"/>
                    </a:p>
                  </a:txBody>
                  <a:tcPr/>
                </a:tc>
                <a:tc>
                  <a:txBody>
                    <a:bodyPr/>
                    <a:lstStyle/>
                    <a:p>
                      <a:pPr algn="ctr"/>
                      <a:r>
                        <a:rPr lang="en-IN" dirty="0" smtClean="0"/>
                        <a:t>7</a:t>
                      </a:r>
                      <a:endParaRPr lang="en-IN" dirty="0"/>
                    </a:p>
                  </a:txBody>
                  <a:tcPr/>
                </a:tc>
                <a:extLst>
                  <a:ext uri="{0D108BD9-81ED-4DB2-BD59-A6C34878D82A}">
                    <a16:rowId xmlns:a16="http://schemas.microsoft.com/office/drawing/2014/main" val="10005"/>
                  </a:ext>
                </a:extLst>
              </a:tr>
              <a:tr h="370840">
                <a:tc>
                  <a:txBody>
                    <a:bodyPr/>
                    <a:lstStyle/>
                    <a:p>
                      <a:r>
                        <a:rPr lang="en-IN" sz="1800" b="0" i="0" u="none" strike="noStrike" kern="1200" baseline="0" dirty="0" smtClean="0">
                          <a:solidFill>
                            <a:schemeClr val="dk1"/>
                          </a:solidFill>
                          <a:latin typeface="+mn-lt"/>
                          <a:ea typeface="+mn-ea"/>
                          <a:cs typeface="+mn-cs"/>
                        </a:rPr>
                        <a:t>Facebook social Network</a:t>
                      </a:r>
                      <a:endParaRPr lang="en-IN" dirty="0" smtClean="0"/>
                    </a:p>
                  </a:txBody>
                  <a:tcPr/>
                </a:tc>
                <a:tc>
                  <a:txBody>
                    <a:bodyPr/>
                    <a:lstStyle/>
                    <a:p>
                      <a:pPr algn="ctr"/>
                      <a:r>
                        <a:rPr lang="en-IN" dirty="0" smtClean="0"/>
                        <a:t>4</a:t>
                      </a:r>
                      <a:endParaRPr lang="en-IN" dirty="0"/>
                    </a:p>
                  </a:txBody>
                  <a:tcPr/>
                </a:tc>
                <a:extLst>
                  <a:ext uri="{0D108BD9-81ED-4DB2-BD59-A6C34878D82A}">
                    <a16:rowId xmlns:a16="http://schemas.microsoft.com/office/drawing/2014/main" val="10006"/>
                  </a:ext>
                </a:extLst>
              </a:tr>
              <a:tr h="370840">
                <a:tc>
                  <a:txBody>
                    <a:bodyPr/>
                    <a:lstStyle/>
                    <a:p>
                      <a:r>
                        <a:rPr lang="en-IN" dirty="0" smtClean="0"/>
                        <a:t>Yahoo web</a:t>
                      </a:r>
                    </a:p>
                  </a:txBody>
                  <a:tcPr/>
                </a:tc>
                <a:tc>
                  <a:txBody>
                    <a:bodyPr/>
                    <a:lstStyle/>
                    <a:p>
                      <a:pPr algn="ctr"/>
                      <a:r>
                        <a:rPr lang="en-IN" dirty="0" smtClean="0"/>
                        <a:t>7</a:t>
                      </a:r>
                      <a:endParaRPr lang="en-IN" dirty="0"/>
                    </a:p>
                  </a:txBody>
                  <a:tcPr/>
                </a:tc>
                <a:extLst>
                  <a:ext uri="{0D108BD9-81ED-4DB2-BD59-A6C34878D82A}">
                    <a16:rowId xmlns:a16="http://schemas.microsoft.com/office/drawing/2014/main" val="10007"/>
                  </a:ext>
                </a:extLst>
              </a:tr>
              <a:tr h="370840">
                <a:tc>
                  <a:txBody>
                    <a:bodyPr/>
                    <a:lstStyle/>
                    <a:p>
                      <a:r>
                        <a:rPr lang="de-DE" sz="1800" b="0" i="0" u="none" strike="noStrike" kern="1200" baseline="0" dirty="0" smtClean="0">
                          <a:solidFill>
                            <a:schemeClr val="dk1"/>
                          </a:solidFill>
                          <a:latin typeface="+mn-lt"/>
                          <a:ea typeface="+mn-ea"/>
                          <a:cs typeface="+mn-cs"/>
                        </a:rPr>
                        <a:t>instant-messenger (IM) network in Microsoft</a:t>
                      </a:r>
                      <a:endParaRPr lang="en-IN" dirty="0" smtClean="0"/>
                    </a:p>
                  </a:txBody>
                  <a:tcPr/>
                </a:tc>
                <a:tc>
                  <a:txBody>
                    <a:bodyPr/>
                    <a:lstStyle/>
                    <a:p>
                      <a:pPr algn="ctr"/>
                      <a:r>
                        <a:rPr lang="en-IN" dirty="0" smtClean="0"/>
                        <a:t>7</a:t>
                      </a:r>
                      <a:endParaRPr lang="en-IN" dirty="0"/>
                    </a:p>
                  </a:txBody>
                  <a:tcPr/>
                </a:tc>
                <a:extLst>
                  <a:ext uri="{0D108BD9-81ED-4DB2-BD59-A6C34878D82A}">
                    <a16:rowId xmlns:a16="http://schemas.microsoft.com/office/drawing/2014/main" val="10008"/>
                  </a:ext>
                </a:extLst>
              </a:tr>
              <a:tr h="370840">
                <a:tc>
                  <a:txBody>
                    <a:bodyPr/>
                    <a:lstStyle/>
                    <a:p>
                      <a:r>
                        <a:rPr lang="en-IN" sz="1800" b="0" i="0" u="none" strike="noStrike" kern="1200" baseline="0" dirty="0" smtClean="0">
                          <a:solidFill>
                            <a:schemeClr val="dk1"/>
                          </a:solidFill>
                          <a:latin typeface="+mn-lt"/>
                          <a:ea typeface="+mn-ea"/>
                          <a:cs typeface="+mn-cs"/>
                        </a:rPr>
                        <a:t>network of actors</a:t>
                      </a:r>
                      <a:endParaRPr lang="en-IN" dirty="0" smtClean="0"/>
                    </a:p>
                  </a:txBody>
                  <a:tcPr/>
                </a:tc>
                <a:tc>
                  <a:txBody>
                    <a:bodyPr/>
                    <a:lstStyle/>
                    <a:p>
                      <a:pPr algn="ctr"/>
                      <a:r>
                        <a:rPr lang="en-IN" dirty="0" smtClean="0"/>
                        <a:t>3.65</a:t>
                      </a:r>
                      <a:endParaRPr lang="en-IN" dirty="0"/>
                    </a:p>
                  </a:txBody>
                  <a:tcPr/>
                </a:tc>
                <a:extLst>
                  <a:ext uri="{0D108BD9-81ED-4DB2-BD59-A6C34878D82A}">
                    <a16:rowId xmlns:a16="http://schemas.microsoft.com/office/drawing/2014/main" val="10009"/>
                  </a:ext>
                </a:extLst>
              </a:tr>
            </a:tbl>
          </a:graphicData>
        </a:graphic>
      </p:graphicFrame>
      <mc:AlternateContent xmlns:mc="http://schemas.openxmlformats.org/markup-compatibility/2006">
        <mc:Choice xmlns:p14="http://schemas.microsoft.com/office/powerpoint/2010/main" Requires="p14">
          <p:contentPart p14:bwMode="auto" r:id="rId2">
            <p14:nvContentPartPr>
              <p14:cNvPr id="5" name="Ink 4"/>
              <p14:cNvContentPartPr/>
              <p14:nvPr/>
            </p14:nvContentPartPr>
            <p14:xfrm>
              <a:off x="290160" y="72720"/>
              <a:ext cx="8057520" cy="6258240"/>
            </p14:xfrm>
          </p:contentPart>
        </mc:Choice>
        <mc:Fallback>
          <p:pic>
            <p:nvPicPr>
              <p:cNvPr id="5" name="Ink 4"/>
              <p:cNvPicPr/>
              <p:nvPr/>
            </p:nvPicPr>
            <p:blipFill>
              <a:blip r:embed="rId3"/>
              <a:stretch>
                <a:fillRect/>
              </a:stretch>
            </p:blipFill>
            <p:spPr>
              <a:xfrm>
                <a:off x="277560" y="60480"/>
                <a:ext cx="8079120" cy="6280200"/>
              </a:xfrm>
              <a:prstGeom prst="rect">
                <a:avLst/>
              </a:prstGeom>
            </p:spPr>
          </p:pic>
        </mc:Fallback>
      </mc:AlternateContent>
    </p:spTree>
    <p:extLst>
      <p:ext uri="{BB962C8B-B14F-4D97-AF65-F5344CB8AC3E}">
        <p14:creationId xmlns:p14="http://schemas.microsoft.com/office/powerpoint/2010/main" val="15927741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IN"/>
          </a:p>
        </p:txBody>
      </p:sp>
      <p:sp>
        <p:nvSpPr>
          <p:cNvPr id="3" name="Content Placeholder 2"/>
          <p:cNvSpPr>
            <a:spLocks noGrp="1"/>
          </p:cNvSpPr>
          <p:nvPr>
            <p:ph sz="quarter" idx="10"/>
          </p:nvPr>
        </p:nvSpPr>
        <p:spPr>
          <a:xfrm>
            <a:off x="304800" y="152400"/>
            <a:ext cx="6781800" cy="1143000"/>
          </a:xfrm>
        </p:spPr>
        <p:txBody>
          <a:bodyPr/>
          <a:lstStyle/>
          <a:p>
            <a:r>
              <a:rPr lang="en-IN" dirty="0" smtClean="0"/>
              <a:t>Degree distribution (Power Law)</a:t>
            </a:r>
            <a:endParaRPr lang="en-IN" dirty="0"/>
          </a:p>
        </p:txBody>
      </p:sp>
      <p:pic>
        <p:nvPicPr>
          <p:cNvPr id="4" name="Picture 3"/>
          <p:cNvPicPr>
            <a:picLocks noChangeAspect="1"/>
          </p:cNvPicPr>
          <p:nvPr/>
        </p:nvPicPr>
        <p:blipFill>
          <a:blip r:embed="rId2"/>
          <a:stretch>
            <a:fillRect/>
          </a:stretch>
        </p:blipFill>
        <p:spPr>
          <a:xfrm>
            <a:off x="0" y="1600200"/>
            <a:ext cx="9144000" cy="4465853"/>
          </a:xfrm>
          <a:prstGeom prst="rect">
            <a:avLst/>
          </a:prstGeom>
        </p:spPr>
      </p:pic>
      <p:sp>
        <p:nvSpPr>
          <p:cNvPr id="5" name="TextBox 4"/>
          <p:cNvSpPr txBox="1"/>
          <p:nvPr/>
        </p:nvSpPr>
        <p:spPr>
          <a:xfrm>
            <a:off x="685800" y="6135688"/>
            <a:ext cx="3733800" cy="369332"/>
          </a:xfrm>
          <a:prstGeom prst="rect">
            <a:avLst/>
          </a:prstGeom>
          <a:noFill/>
        </p:spPr>
        <p:txBody>
          <a:bodyPr wrap="square" rtlCol="0">
            <a:spAutoFit/>
          </a:bodyPr>
          <a:lstStyle/>
          <a:p>
            <a:r>
              <a:rPr lang="en-IN" dirty="0"/>
              <a:t>[Broder et al. 2000]</a:t>
            </a:r>
            <a:endParaRPr lang="en-IN" b="1" dirty="0"/>
          </a:p>
        </p:txBody>
      </p:sp>
      <mc:AlternateContent xmlns:mc="http://schemas.openxmlformats.org/markup-compatibility/2006">
        <mc:Choice xmlns:p14="http://schemas.microsoft.com/office/powerpoint/2010/main" Requires="p14">
          <p:contentPart p14:bwMode="auto" r:id="rId3">
            <p14:nvContentPartPr>
              <p14:cNvPr id="6" name="Ink 5"/>
              <p14:cNvContentPartPr/>
              <p14:nvPr/>
            </p14:nvContentPartPr>
            <p14:xfrm>
              <a:off x="120960" y="1053360"/>
              <a:ext cx="8544600" cy="5098320"/>
            </p14:xfrm>
          </p:contentPart>
        </mc:Choice>
        <mc:Fallback>
          <p:pic>
            <p:nvPicPr>
              <p:cNvPr id="6" name="Ink 5"/>
              <p:cNvPicPr/>
              <p:nvPr/>
            </p:nvPicPr>
            <p:blipFill>
              <a:blip r:embed="rId4"/>
              <a:stretch>
                <a:fillRect/>
              </a:stretch>
            </p:blipFill>
            <p:spPr>
              <a:xfrm>
                <a:off x="111240" y="1045440"/>
                <a:ext cx="8564040" cy="5117040"/>
              </a:xfrm>
              <a:prstGeom prst="rect">
                <a:avLst/>
              </a:prstGeom>
            </p:spPr>
          </p:pic>
        </mc:Fallback>
      </mc:AlternateContent>
    </p:spTree>
    <p:extLst>
      <p:ext uri="{BB962C8B-B14F-4D97-AF65-F5344CB8AC3E}">
        <p14:creationId xmlns:p14="http://schemas.microsoft.com/office/powerpoint/2010/main" val="24965909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304800" y="1600200"/>
                <a:ext cx="8534400" cy="4525963"/>
              </a:xfrm>
            </p:spPr>
            <p:txBody>
              <a:bodyPr>
                <a:normAutofit/>
              </a:bodyPr>
              <a:lstStyle/>
              <a:p>
                <a:pPr>
                  <a:buFont typeface="Wingdings" panose="05000000000000000000" pitchFamily="2" charset="2"/>
                  <a:buChar char="v"/>
                </a:pPr>
                <a:r>
                  <a:rPr lang="en-IN" dirty="0" smtClean="0"/>
                  <a:t>Apart from small diameter, in small-world networks the clustering coefficient </a:t>
                </a:r>
                <a:r>
                  <a:rPr lang="en-IN" dirty="0"/>
                  <a:t>is also high</a:t>
                </a:r>
              </a:p>
              <a:p>
                <a:pPr>
                  <a:buFont typeface="Wingdings" panose="05000000000000000000" pitchFamily="2" charset="2"/>
                  <a:buChar char="v"/>
                </a:pPr>
                <a:r>
                  <a:rPr lang="en-IN" dirty="0" smtClean="0"/>
                  <a:t>Clustering </a:t>
                </a:r>
                <a:r>
                  <a:rPr lang="en-IN" dirty="0"/>
                  <a:t>coefficient is a measure of the degree to which the nodes in </a:t>
                </a:r>
                <a:r>
                  <a:rPr lang="en-IN" dirty="0" smtClean="0"/>
                  <a:t>a graph </a:t>
                </a:r>
                <a:r>
                  <a:rPr lang="en-IN" dirty="0"/>
                  <a:t>tend to cluster </a:t>
                </a:r>
                <a:r>
                  <a:rPr lang="en-IN" dirty="0" smtClean="0"/>
                  <a:t>together.</a:t>
                </a:r>
              </a:p>
              <a:p>
                <a:pPr>
                  <a:buFont typeface="Wingdings" panose="05000000000000000000" pitchFamily="2" charset="2"/>
                  <a:buChar char="v"/>
                </a:pPr>
                <a:r>
                  <a:rPr lang="en-IN" dirty="0" smtClean="0"/>
                  <a:t>It has a relatively high values in many graphs.</a:t>
                </a:r>
                <a:endParaRPr lang="en-IN" dirty="0"/>
              </a:p>
              <a:p>
                <a:pPr>
                  <a:buFont typeface="Wingdings" panose="05000000000000000000" pitchFamily="2" charset="2"/>
                  <a:buChar char="v"/>
                </a:pPr>
                <a:r>
                  <a:rPr lang="en-IN" dirty="0" smtClean="0"/>
                  <a:t>There </a:t>
                </a:r>
                <a:r>
                  <a:rPr lang="en-IN" dirty="0"/>
                  <a:t>are two types of clustering coefficient</a:t>
                </a:r>
              </a:p>
              <a:p>
                <a:pPr lvl="1">
                  <a:buFont typeface="Wingdings" panose="05000000000000000000" pitchFamily="2" charset="2"/>
                  <a:buChar char="v"/>
                </a:pPr>
                <a:r>
                  <a:rPr lang="en-IN" sz="2400" dirty="0" smtClean="0"/>
                  <a:t>Global </a:t>
                </a:r>
                <a:r>
                  <a:rPr lang="en-IN" sz="2400" dirty="0"/>
                  <a:t>(entire </a:t>
                </a:r>
                <a:r>
                  <a:rPr lang="en-IN" sz="2400" dirty="0" smtClean="0"/>
                  <a:t>graph)</a:t>
                </a:r>
                <a14:m>
                  <m:oMath xmlns:m="http://schemas.openxmlformats.org/officeDocument/2006/math">
                    <m:r>
                      <a:rPr lang="en-IN" sz="2400" b="0" i="0" smtClean="0">
                        <a:latin typeface="Cambria Math" panose="02040503050406030204" pitchFamily="18" charset="0"/>
                      </a:rPr>
                      <m:t>: </m:t>
                    </m:r>
                    <m:r>
                      <a:rPr lang="en-IN" sz="2400" b="1" i="1" smtClean="0">
                        <a:solidFill>
                          <a:srgbClr val="0070C0"/>
                        </a:solidFill>
                        <a:latin typeface="Cambria Math" panose="02040503050406030204" pitchFamily="18" charset="0"/>
                      </a:rPr>
                      <m:t>𝒄</m:t>
                    </m:r>
                    <m:r>
                      <a:rPr lang="en-IN" sz="2400" b="1" i="1" smtClean="0">
                        <a:solidFill>
                          <a:srgbClr val="0070C0"/>
                        </a:solidFill>
                        <a:latin typeface="Cambria Math" panose="02040503050406030204" pitchFamily="18" charset="0"/>
                      </a:rPr>
                      <m:t>=(</m:t>
                    </m:r>
                    <m:f>
                      <m:fPr>
                        <m:ctrlPr>
                          <a:rPr lang="en-IN" sz="2400" b="1" i="1" smtClean="0">
                            <a:solidFill>
                              <a:srgbClr val="0070C0"/>
                            </a:solidFill>
                            <a:latin typeface="Cambria Math" panose="02040503050406030204" pitchFamily="18" charset="0"/>
                          </a:rPr>
                        </m:ctrlPr>
                      </m:fPr>
                      <m:num>
                        <m:r>
                          <a:rPr lang="en-IN" sz="2400" b="1" i="1" smtClean="0">
                            <a:solidFill>
                              <a:srgbClr val="0070C0"/>
                            </a:solidFill>
                            <a:latin typeface="Cambria Math" panose="02040503050406030204" pitchFamily="18" charset="0"/>
                          </a:rPr>
                          <m:t>𝟑</m:t>
                        </m:r>
                        <m:r>
                          <a:rPr lang="en-IN" sz="2400" b="1" i="1" smtClean="0">
                            <a:solidFill>
                              <a:srgbClr val="0070C0"/>
                            </a:solidFill>
                            <a:latin typeface="Cambria Math" panose="02040503050406030204" pitchFamily="18" charset="0"/>
                          </a:rPr>
                          <m:t> ∗(# </m:t>
                        </m:r>
                        <m:r>
                          <a:rPr lang="en-IN" sz="2400" b="1" i="1" smtClean="0">
                            <a:solidFill>
                              <a:srgbClr val="0070C0"/>
                            </a:solidFill>
                            <a:latin typeface="Cambria Math" panose="02040503050406030204" pitchFamily="18" charset="0"/>
                          </a:rPr>
                          <m:t>𝒕𝒓𝒊𝒂𝒏𝒈𝒍𝒆𝒔</m:t>
                        </m:r>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𝒊𝒏</m:t>
                        </m:r>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𝒕𝒉𝒆</m:t>
                        </m:r>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𝒈𝒓𝒂𝒑𝒉</m:t>
                        </m:r>
                        <m:r>
                          <a:rPr lang="en-IN" sz="2400" b="1" i="1" smtClean="0">
                            <a:solidFill>
                              <a:srgbClr val="0070C0"/>
                            </a:solidFill>
                            <a:latin typeface="Cambria Math" panose="02040503050406030204" pitchFamily="18" charset="0"/>
                          </a:rPr>
                          <m:t>)</m:t>
                        </m:r>
                      </m:num>
                      <m:den>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𝒄𝒐𝒏𝒏𝒆𝒄𝒕𝒆𝒅</m:t>
                        </m:r>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𝒕𝒓𝒊𝒑𝒍𝒆𝒔</m:t>
                        </m:r>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𝒊𝒏</m:t>
                        </m:r>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𝒕𝒉𝒆</m:t>
                        </m:r>
                        <m:r>
                          <a:rPr lang="en-IN" sz="2400" b="1" i="1" smtClean="0">
                            <a:solidFill>
                              <a:srgbClr val="0070C0"/>
                            </a:solidFill>
                            <a:latin typeface="Cambria Math" panose="02040503050406030204" pitchFamily="18" charset="0"/>
                          </a:rPr>
                          <m:t> </m:t>
                        </m:r>
                        <m:r>
                          <a:rPr lang="en-IN" sz="2400" b="1" i="1" smtClean="0">
                            <a:solidFill>
                              <a:srgbClr val="0070C0"/>
                            </a:solidFill>
                            <a:latin typeface="Cambria Math" panose="02040503050406030204" pitchFamily="18" charset="0"/>
                          </a:rPr>
                          <m:t>𝒈𝒓𝒂𝒑𝒉</m:t>
                        </m:r>
                      </m:den>
                    </m:f>
                    <m:r>
                      <a:rPr lang="en-IN" sz="2400" b="1" i="1" smtClean="0">
                        <a:solidFill>
                          <a:srgbClr val="0070C0"/>
                        </a:solidFill>
                        <a:latin typeface="Cambria Math" panose="02040503050406030204" pitchFamily="18" charset="0"/>
                      </a:rPr>
                      <m:t>)</m:t>
                    </m:r>
                  </m:oMath>
                </a14:m>
                <a:endParaRPr lang="en-IN" sz="2400" b="1" dirty="0">
                  <a:solidFill>
                    <a:srgbClr val="0070C0"/>
                  </a:solidFill>
                </a:endParaRPr>
              </a:p>
              <a:p>
                <a:pPr lvl="1">
                  <a:buFont typeface="Wingdings" panose="05000000000000000000" pitchFamily="2" charset="2"/>
                  <a:buChar char="v"/>
                </a:pPr>
                <a:r>
                  <a:rPr lang="en-IN" sz="2400" dirty="0" smtClean="0"/>
                  <a:t>Local </a:t>
                </a:r>
                <a:r>
                  <a:rPr lang="en-IN" sz="2400" dirty="0"/>
                  <a:t>(individual vertices)</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local clustering coefficient is related to the small world phenomenon</a:t>
                </a:r>
              </a:p>
              <a:p>
                <a:pPr>
                  <a:buFont typeface="Wingdings" panose="05000000000000000000" pitchFamily="2" charset="2"/>
                  <a:buChar char="v"/>
                </a:pPr>
                <a:endParaRPr lang="en-IN"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304800" y="1600200"/>
                <a:ext cx="8534400" cy="4525963"/>
              </a:xfrm>
              <a:blipFill rotWithShape="0">
                <a:blip r:embed="rId2"/>
                <a:stretch>
                  <a:fillRect l="-929" t="-943" r="-714" b="-1348"/>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a:t>Clustering coefficient</a:t>
            </a:r>
          </a:p>
        </p:txBody>
      </p:sp>
      <mc:AlternateContent xmlns:mc="http://schemas.openxmlformats.org/markup-compatibility/2006">
        <mc:Choice xmlns:p14="http://schemas.microsoft.com/office/powerpoint/2010/main" Requires="p14">
          <p:contentPart p14:bwMode="auto" r:id="rId3">
            <p14:nvContentPartPr>
              <p14:cNvPr id="4" name="Ink 3"/>
              <p14:cNvContentPartPr/>
              <p14:nvPr/>
            </p14:nvContentPartPr>
            <p14:xfrm>
              <a:off x="479160" y="2415600"/>
              <a:ext cx="8393760" cy="2750760"/>
            </p14:xfrm>
          </p:contentPart>
        </mc:Choice>
        <mc:Fallback>
          <p:pic>
            <p:nvPicPr>
              <p:cNvPr id="4" name="Ink 3"/>
              <p:cNvPicPr/>
              <p:nvPr/>
            </p:nvPicPr>
            <p:blipFill>
              <a:blip r:embed="rId4"/>
              <a:stretch>
                <a:fillRect/>
              </a:stretch>
            </p:blipFill>
            <p:spPr>
              <a:xfrm>
                <a:off x="470160" y="2406960"/>
                <a:ext cx="8413560" cy="2770200"/>
              </a:xfrm>
              <a:prstGeom prst="rect">
                <a:avLst/>
              </a:prstGeom>
            </p:spPr>
          </p:pic>
        </mc:Fallback>
      </mc:AlternateContent>
    </p:spTree>
    <p:extLst>
      <p:ext uri="{BB962C8B-B14F-4D97-AF65-F5344CB8AC3E}">
        <p14:creationId xmlns:p14="http://schemas.microsoft.com/office/powerpoint/2010/main" val="12035642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b="1" dirty="0"/>
              <a:t>Real</a:t>
            </a:r>
            <a:r>
              <a:rPr lang="en-IN" dirty="0"/>
              <a:t> social networks tend to have many more triangles than </a:t>
            </a:r>
            <a:r>
              <a:rPr lang="en-IN" b="1" dirty="0"/>
              <a:t>random</a:t>
            </a:r>
            <a:r>
              <a:rPr lang="en-IN" dirty="0"/>
              <a:t>, because friends of friends often become friends themselves</a:t>
            </a:r>
            <a:r>
              <a:rPr lang="en-IN" dirty="0" smtClean="0"/>
              <a:t>.</a:t>
            </a:r>
          </a:p>
          <a:p>
            <a:pPr>
              <a:buFont typeface="Wingdings" panose="05000000000000000000" pitchFamily="2" charset="2"/>
              <a:buChar char="v"/>
            </a:pPr>
            <a:r>
              <a:rPr lang="en-IN" dirty="0"/>
              <a:t>Let </a:t>
            </a:r>
            <a:r>
              <a:rPr lang="en-IN" b="1" dirty="0" smtClean="0"/>
              <a:t>∆</a:t>
            </a:r>
            <a:r>
              <a:rPr lang="en-IN" dirty="0" smtClean="0"/>
              <a:t> </a:t>
            </a:r>
            <a:r>
              <a:rPr lang="en-IN" dirty="0"/>
              <a:t>be the number of triangles in a graph, and </a:t>
            </a:r>
            <a:r>
              <a:rPr lang="en-IN" b="1" dirty="0"/>
              <a:t>∆</a:t>
            </a:r>
            <a:r>
              <a:rPr lang="en-IN" b="1" baseline="-25000" dirty="0" err="1"/>
              <a:t>i</a:t>
            </a:r>
            <a:r>
              <a:rPr lang="en-IN" dirty="0"/>
              <a:t> </a:t>
            </a:r>
            <a:r>
              <a:rPr lang="en-IN" dirty="0" smtClean="0"/>
              <a:t>the </a:t>
            </a:r>
            <a:r>
              <a:rPr lang="en-IN" dirty="0"/>
              <a:t>number of triangles that node </a:t>
            </a:r>
            <a:r>
              <a:rPr lang="en-IN" b="1" i="1" dirty="0" err="1" smtClean="0"/>
              <a:t>i</a:t>
            </a:r>
            <a:r>
              <a:rPr lang="en-IN" b="1" i="1" dirty="0" smtClean="0"/>
              <a:t> </a:t>
            </a:r>
            <a:r>
              <a:rPr lang="en-IN" dirty="0" smtClean="0"/>
              <a:t>participates in. </a:t>
            </a:r>
          </a:p>
          <a:p>
            <a:pPr lvl="1">
              <a:buFont typeface="Wingdings" panose="05000000000000000000" pitchFamily="2" charset="2"/>
              <a:buChar char="v"/>
            </a:pPr>
            <a:r>
              <a:rPr lang="en-IN" sz="2400" dirty="0"/>
              <a:t>The first, </a:t>
            </a:r>
            <a:r>
              <a:rPr lang="en-IN" sz="2400" i="1" dirty="0"/>
              <a:t>triangle participation law </a:t>
            </a:r>
            <a:r>
              <a:rPr lang="en-IN" sz="2400" dirty="0"/>
              <a:t>or TPL, says that the distribution of </a:t>
            </a:r>
            <a:r>
              <a:rPr lang="en-IN" sz="2400" b="1" dirty="0"/>
              <a:t>∆</a:t>
            </a:r>
            <a:r>
              <a:rPr lang="en-IN" sz="2400" b="1" baseline="-25000" dirty="0" err="1"/>
              <a:t>i</a:t>
            </a:r>
            <a:r>
              <a:rPr lang="en-IN" sz="2400" i="1" dirty="0" smtClean="0"/>
              <a:t> </a:t>
            </a:r>
            <a:r>
              <a:rPr lang="en-IN" sz="2400" dirty="0"/>
              <a:t>follows a </a:t>
            </a:r>
            <a:r>
              <a:rPr lang="en-IN" sz="2400" dirty="0" smtClean="0"/>
              <a:t>power law </a:t>
            </a:r>
            <a:r>
              <a:rPr lang="en-IN" sz="2400" dirty="0"/>
              <a:t>with exponent </a:t>
            </a:r>
            <a:r>
              <a:rPr lang="en-IN" sz="2400" i="1" dirty="0"/>
              <a:t>σ</a:t>
            </a:r>
            <a:r>
              <a:rPr lang="en-IN" sz="2400" dirty="0"/>
              <a:t>. The TPL intuitively states that while many nodes have only a few triangles </a:t>
            </a:r>
            <a:r>
              <a:rPr lang="en-IN" sz="2400" dirty="0" smtClean="0"/>
              <a:t>in their neighbourhoods, </a:t>
            </a:r>
            <a:r>
              <a:rPr lang="en-IN" sz="2400" dirty="0"/>
              <a:t>a few nodes participate in a huge number of </a:t>
            </a:r>
            <a:r>
              <a:rPr lang="en-IN" sz="2400" dirty="0" smtClean="0"/>
              <a:t>triangles.</a:t>
            </a:r>
          </a:p>
          <a:p>
            <a:pPr marL="57150" indent="0"/>
            <a:r>
              <a:rPr lang="en-IN" dirty="0" smtClean="0"/>
              <a:t>The </a:t>
            </a:r>
            <a:r>
              <a:rPr lang="en-IN" dirty="0"/>
              <a:t>number of triangles </a:t>
            </a:r>
            <a:r>
              <a:rPr lang="en-IN" b="1" dirty="0"/>
              <a:t>∆</a:t>
            </a:r>
            <a:r>
              <a:rPr lang="en-IN" b="1" baseline="-25000" dirty="0" err="1"/>
              <a:t>i</a:t>
            </a:r>
            <a:r>
              <a:rPr lang="en-IN" dirty="0" smtClean="0"/>
              <a:t> </a:t>
            </a:r>
            <a:r>
              <a:rPr lang="en-IN" dirty="0"/>
              <a:t>for node </a:t>
            </a:r>
            <a:r>
              <a:rPr lang="en-IN" b="1" i="1" dirty="0" err="1"/>
              <a:t>i</a:t>
            </a:r>
            <a:r>
              <a:rPr lang="en-IN" dirty="0"/>
              <a:t> is related to the clustering coefficient of </a:t>
            </a:r>
            <a:r>
              <a:rPr lang="en-IN" dirty="0" smtClean="0"/>
              <a:t>the graph.</a:t>
            </a:r>
            <a:endParaRPr lang="en-IN" dirty="0"/>
          </a:p>
        </p:txBody>
      </p:sp>
      <p:sp>
        <p:nvSpPr>
          <p:cNvPr id="3" name="Content Placeholder 2"/>
          <p:cNvSpPr>
            <a:spLocks noGrp="1"/>
          </p:cNvSpPr>
          <p:nvPr>
            <p:ph sz="quarter" idx="10"/>
          </p:nvPr>
        </p:nvSpPr>
        <p:spPr>
          <a:xfrm>
            <a:off x="304800" y="152400"/>
            <a:ext cx="8382000" cy="1143000"/>
          </a:xfrm>
        </p:spPr>
        <p:txBody>
          <a:bodyPr/>
          <a:lstStyle/>
          <a:p>
            <a:r>
              <a:rPr lang="en-IN" dirty="0"/>
              <a:t>TRIANGLE POWER </a:t>
            </a:r>
            <a:r>
              <a:rPr lang="en-IN" dirty="0" smtClean="0"/>
              <a:t>LAWS (TPL)</a:t>
            </a:r>
            <a:endParaRPr lang="en-IN" dirty="0"/>
          </a:p>
        </p:txBody>
      </p:sp>
    </p:spTree>
    <p:extLst>
      <p:ext uri="{BB962C8B-B14F-4D97-AF65-F5344CB8AC3E}">
        <p14:creationId xmlns:p14="http://schemas.microsoft.com/office/powerpoint/2010/main" val="27288912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superlinear relationship&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0"/>
            <a:ext cx="2133600" cy="1712231"/>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200" dirty="0"/>
              <a:t>Kang et al. </a:t>
            </a:r>
            <a:r>
              <a:rPr lang="en-IN" sz="2200" dirty="0" smtClean="0"/>
              <a:t>in 2011 [2], </a:t>
            </a:r>
            <a:r>
              <a:rPr lang="en-IN" sz="2200" dirty="0"/>
              <a:t>studied the </a:t>
            </a:r>
            <a:r>
              <a:rPr lang="en-IN" sz="2200" i="1" dirty="0"/>
              <a:t>Twitter </a:t>
            </a:r>
            <a:r>
              <a:rPr lang="en-IN" sz="2200" dirty="0"/>
              <a:t>graph. </a:t>
            </a:r>
            <a:r>
              <a:rPr lang="en-IN" sz="2200" dirty="0" smtClean="0"/>
              <a:t>DTPL scatter-plot is (</a:t>
            </a:r>
            <a:r>
              <a:rPr lang="en-IN" sz="2200" dirty="0"/>
              <a:t>degree </a:t>
            </a:r>
            <a:r>
              <a:rPr lang="en-IN" sz="2200" i="1" dirty="0"/>
              <a:t>d</a:t>
            </a:r>
            <a:r>
              <a:rPr lang="en-IN" sz="2200" i="1" baseline="-25000" dirty="0"/>
              <a:t>i</a:t>
            </a:r>
            <a:r>
              <a:rPr lang="en-IN" sz="2200" i="1" dirty="0"/>
              <a:t> </a:t>
            </a:r>
            <a:r>
              <a:rPr lang="en-IN" sz="2200" dirty="0"/>
              <a:t>vs </a:t>
            </a:r>
            <a:r>
              <a:rPr lang="en-IN" sz="2200" b="1" dirty="0"/>
              <a:t>∆</a:t>
            </a:r>
            <a:r>
              <a:rPr lang="en-IN" sz="2200" b="1" baseline="-25000" dirty="0" err="1"/>
              <a:t>i</a:t>
            </a:r>
            <a:r>
              <a:rPr lang="en-IN" sz="2200" b="1" baseline="-25000" dirty="0"/>
              <a:t> </a:t>
            </a:r>
            <a:r>
              <a:rPr lang="en-IN" sz="2200" i="1" dirty="0" smtClean="0"/>
              <a:t> </a:t>
            </a:r>
            <a:r>
              <a:rPr lang="en-IN" sz="2200" dirty="0"/>
              <a:t>), for Twitter </a:t>
            </a:r>
            <a:r>
              <a:rPr lang="en-IN" sz="2200" dirty="0" smtClean="0"/>
              <a:t>accounts.</a:t>
            </a:r>
          </a:p>
          <a:p>
            <a:pPr>
              <a:buFont typeface="Wingdings" panose="05000000000000000000" pitchFamily="2" charset="2"/>
              <a:buChar char="v"/>
            </a:pPr>
            <a:r>
              <a:rPr lang="en-IN" sz="2200" dirty="0"/>
              <a:t>We see that celebrities have high degree and reasonably connected followers, and some users, having </a:t>
            </a:r>
            <a:r>
              <a:rPr lang="en-IN" sz="2200" dirty="0" err="1"/>
              <a:t>superlinear</a:t>
            </a:r>
            <a:r>
              <a:rPr lang="en-IN" sz="2200" dirty="0"/>
              <a:t> </a:t>
            </a:r>
            <a:r>
              <a:rPr lang="en-IN" sz="2200" dirty="0" smtClean="0"/>
              <a:t>relationship of degree/triangles.</a:t>
            </a:r>
          </a:p>
          <a:p>
            <a:pPr>
              <a:buFont typeface="Wingdings" panose="05000000000000000000" pitchFamily="2" charset="2"/>
              <a:buChar char="v"/>
            </a:pPr>
            <a:r>
              <a:rPr lang="en-IN" sz="2200" dirty="0"/>
              <a:t>Those accounts have a relatively small degree ≈ 10</a:t>
            </a:r>
            <a:r>
              <a:rPr lang="en-IN" sz="2200" baseline="30000" dirty="0"/>
              <a:t>4</a:t>
            </a:r>
            <a:r>
              <a:rPr lang="en-IN" sz="2200" dirty="0"/>
              <a:t>, but participate in about 10</a:t>
            </a:r>
            <a:r>
              <a:rPr lang="en-IN" sz="2200" baseline="30000" dirty="0"/>
              <a:t>8</a:t>
            </a:r>
            <a:r>
              <a:rPr lang="en-IN" sz="2200" dirty="0"/>
              <a:t> triangles, </a:t>
            </a:r>
            <a:r>
              <a:rPr lang="en-IN" sz="2200" dirty="0" smtClean="0"/>
              <a:t>inspection </a:t>
            </a:r>
            <a:r>
              <a:rPr lang="en-IN" sz="2200" dirty="0"/>
              <a:t>shows that these are accounts of adult advertisers, and possibly the same person with multiple accounts; </a:t>
            </a:r>
            <a:r>
              <a:rPr lang="en-IN" sz="2200" dirty="0" smtClean="0"/>
              <a:t>following </a:t>
            </a:r>
            <a:r>
              <a:rPr lang="en-IN" sz="2200" dirty="0"/>
              <a:t>each other, to artificially boost their degrees and </a:t>
            </a:r>
            <a:r>
              <a:rPr lang="en-IN" sz="2200" dirty="0" smtClean="0"/>
              <a:t>credibility.</a:t>
            </a:r>
          </a:p>
          <a:p>
            <a:pPr>
              <a:buFont typeface="Wingdings" panose="05000000000000000000" pitchFamily="2" charset="2"/>
              <a:buChar char="v"/>
            </a:pPr>
            <a:r>
              <a:rPr lang="en-IN" sz="2200" i="1" dirty="0"/>
              <a:t>degree-triangle plots </a:t>
            </a:r>
            <a:r>
              <a:rPr lang="en-IN" sz="2200" dirty="0"/>
              <a:t>can be used to spot </a:t>
            </a:r>
            <a:r>
              <a:rPr lang="en-IN" sz="2200" b="1" dirty="0"/>
              <a:t>potentially dangerous accounts</a:t>
            </a:r>
            <a:r>
              <a:rPr lang="en-IN" sz="2200" dirty="0"/>
              <a:t> such as those of </a:t>
            </a:r>
            <a:r>
              <a:rPr lang="en-IN" sz="2200" b="1" i="1" dirty="0"/>
              <a:t>adult advertisers and spammers</a:t>
            </a:r>
            <a:r>
              <a:rPr lang="en-IN" sz="2200" dirty="0"/>
              <a:t>.</a:t>
            </a:r>
          </a:p>
        </p:txBody>
      </p:sp>
      <p:sp>
        <p:nvSpPr>
          <p:cNvPr id="3" name="Content Placeholder 2"/>
          <p:cNvSpPr>
            <a:spLocks noGrp="1"/>
          </p:cNvSpPr>
          <p:nvPr>
            <p:ph sz="quarter" idx="10"/>
          </p:nvPr>
        </p:nvSpPr>
        <p:spPr>
          <a:xfrm>
            <a:off x="304800" y="152400"/>
            <a:ext cx="6172200" cy="1143000"/>
          </a:xfrm>
        </p:spPr>
        <p:txBody>
          <a:bodyPr/>
          <a:lstStyle/>
          <a:p>
            <a:r>
              <a:rPr lang="en-IN" dirty="0" smtClean="0"/>
              <a:t>Degree TRIANGLE </a:t>
            </a:r>
            <a:r>
              <a:rPr lang="en-IN" dirty="0"/>
              <a:t>POWER </a:t>
            </a:r>
            <a:r>
              <a:rPr lang="en-IN" dirty="0" smtClean="0"/>
              <a:t>LAWS (DTPL)</a:t>
            </a:r>
            <a:endParaRPr lang="en-IN" dirty="0"/>
          </a:p>
        </p:txBody>
      </p:sp>
      <p:sp>
        <p:nvSpPr>
          <p:cNvPr id="4" name="AutoShape 2" descr="Image result for superlinear relationshi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p:cNvSpPr txBox="1"/>
          <p:nvPr/>
        </p:nvSpPr>
        <p:spPr>
          <a:xfrm>
            <a:off x="460375" y="6211669"/>
            <a:ext cx="8302625" cy="646331"/>
          </a:xfrm>
          <a:prstGeom prst="rect">
            <a:avLst/>
          </a:prstGeom>
          <a:noFill/>
        </p:spPr>
        <p:txBody>
          <a:bodyPr wrap="square" rtlCol="0">
            <a:spAutoFit/>
          </a:bodyPr>
          <a:lstStyle/>
          <a:p>
            <a:r>
              <a:rPr lang="en-IN" dirty="0" smtClean="0"/>
              <a:t>[2] U</a:t>
            </a:r>
            <a:r>
              <a:rPr lang="en-IN" dirty="0"/>
              <a:t>. Kang, </a:t>
            </a:r>
            <a:r>
              <a:rPr lang="en-IN" dirty="0" smtClean="0"/>
              <a:t>et al. “</a:t>
            </a:r>
            <a:r>
              <a:rPr lang="en-IN" b="1" i="1" dirty="0" smtClean="0"/>
              <a:t>Spectral </a:t>
            </a:r>
            <a:r>
              <a:rPr lang="en-IN" b="1" i="1" dirty="0"/>
              <a:t>analysis for billion-scale graphs: Discoveries and </a:t>
            </a:r>
            <a:r>
              <a:rPr lang="en-IN" b="1" i="1" dirty="0" smtClean="0"/>
              <a:t>implementation”</a:t>
            </a:r>
            <a:r>
              <a:rPr lang="en-IN" dirty="0" smtClean="0"/>
              <a:t>. In PAKDD </a:t>
            </a:r>
            <a:r>
              <a:rPr lang="en-IN" dirty="0"/>
              <a:t>(2), pages 13–25, 2011</a:t>
            </a:r>
          </a:p>
        </p:txBody>
      </p:sp>
    </p:spTree>
    <p:extLst>
      <p:ext uri="{BB962C8B-B14F-4D97-AF65-F5344CB8AC3E}">
        <p14:creationId xmlns:p14="http://schemas.microsoft.com/office/powerpoint/2010/main" val="37549621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a:t>Dynamics of Dynamic Graphs</a:t>
            </a:r>
          </a:p>
        </p:txBody>
      </p:sp>
    </p:spTree>
    <p:extLst>
      <p:ext uri="{BB962C8B-B14F-4D97-AF65-F5344CB8AC3E}">
        <p14:creationId xmlns:p14="http://schemas.microsoft.com/office/powerpoint/2010/main" val="26177304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pPr>
                  <a:buFont typeface="Wingdings" panose="05000000000000000000" pitchFamily="2" charset="2"/>
                  <a:buChar char="v"/>
                </a:pPr>
                <a:r>
                  <a:rPr lang="en-IN" dirty="0" smtClean="0"/>
                  <a:t>The graphs which changes with respect to time. </a:t>
                </a:r>
              </a:p>
              <a:p>
                <a:pPr>
                  <a:buFont typeface="Wingdings" panose="05000000000000000000" pitchFamily="2" charset="2"/>
                  <a:buChar char="v"/>
                </a:pPr>
                <a:r>
                  <a:rPr lang="en-IN" dirty="0" smtClean="0"/>
                  <a:t>They may either grow, shrink or split as the time passes.</a:t>
                </a:r>
              </a:p>
              <a:p>
                <a:pPr lvl="1">
                  <a:buFont typeface="Wingdings" panose="05000000000000000000" pitchFamily="2" charset="2"/>
                  <a:buChar char="v"/>
                </a:pPr>
                <a:r>
                  <a:rPr lang="en-IN" sz="2400" b="1" dirty="0"/>
                  <a:t>Densification</a:t>
                </a:r>
                <a:r>
                  <a:rPr lang="en-IN" sz="2400" b="1" dirty="0" smtClean="0"/>
                  <a:t>:</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Most real networks such as the web and social networks continue to become more </a:t>
                </a:r>
                <a:r>
                  <a:rPr lang="en-IN" b="1" dirty="0">
                    <a:latin typeface="Arial" panose="020B0604020202020204" pitchFamily="34" charset="0"/>
                    <a:cs typeface="Arial" panose="020B0604020202020204" pitchFamily="34" charset="0"/>
                  </a:rPr>
                  <a:t>dense</a:t>
                </a:r>
                <a:r>
                  <a:rPr lang="en-IN" dirty="0">
                    <a:latin typeface="Arial" panose="020B0604020202020204" pitchFamily="34" charset="0"/>
                    <a:cs typeface="Arial" panose="020B0604020202020204" pitchFamily="34" charset="0"/>
                  </a:rPr>
                  <a:t> over time.</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This law states </a:t>
                </a:r>
                <a:r>
                  <a:rPr lang="en-IN" dirty="0" smtClean="0">
                    <a:latin typeface="Arial" panose="020B0604020202020204" pitchFamily="34" charset="0"/>
                    <a:cs typeface="Arial" panose="020B0604020202020204" pitchFamily="34" charset="0"/>
                  </a:rPr>
                  <a:t>that: The </a:t>
                </a:r>
                <a:r>
                  <a:rPr lang="en-IN" dirty="0">
                    <a:latin typeface="Arial" panose="020B0604020202020204" pitchFamily="34" charset="0"/>
                    <a:cs typeface="Arial" panose="020B0604020202020204" pitchFamily="34" charset="0"/>
                  </a:rPr>
                  <a:t>number of </a:t>
                </a:r>
                <a:r>
                  <a:rPr lang="en-IN" b="1" dirty="0">
                    <a:latin typeface="Arial" panose="020B0604020202020204" pitchFamily="34" charset="0"/>
                    <a:cs typeface="Arial" panose="020B0604020202020204" pitchFamily="34" charset="0"/>
                  </a:rPr>
                  <a:t>nodes</a:t>
                </a:r>
                <a:r>
                  <a:rPr lang="en-IN" dirty="0">
                    <a:latin typeface="Arial" panose="020B0604020202020204" pitchFamily="34" charset="0"/>
                    <a:cs typeface="Arial" panose="020B0604020202020204" pitchFamily="34" charset="0"/>
                  </a:rPr>
                  <a:t> in the network </a:t>
                </a:r>
                <a:r>
                  <a:rPr lang="en-IN" b="1" i="1" dirty="0">
                    <a:latin typeface="Arial" panose="020B0604020202020204" pitchFamily="34" charset="0"/>
                    <a:cs typeface="Arial" panose="020B0604020202020204" pitchFamily="34" charset="0"/>
                  </a:rPr>
                  <a:t>increases </a:t>
                </a:r>
                <a:r>
                  <a:rPr lang="en-IN" b="1" i="1" dirty="0" err="1">
                    <a:latin typeface="Arial" panose="020B0604020202020204" pitchFamily="34" charset="0"/>
                    <a:cs typeface="Arial" panose="020B0604020202020204" pitchFamily="34" charset="0"/>
                  </a:rPr>
                  <a:t>superlinearly</a:t>
                </a:r>
                <a:r>
                  <a:rPr lang="en-IN" b="1"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with the number of nodes over time, whereas the number of </a:t>
                </a:r>
                <a:r>
                  <a:rPr lang="en-IN" b="1" dirty="0">
                    <a:latin typeface="Arial" panose="020B0604020202020204" pitchFamily="34" charset="0"/>
                    <a:cs typeface="Arial" panose="020B0604020202020204" pitchFamily="34" charset="0"/>
                  </a:rPr>
                  <a:t>edges</a:t>
                </a:r>
                <a:r>
                  <a:rPr lang="en-IN" dirty="0">
                    <a:latin typeface="Arial" panose="020B0604020202020204" pitchFamily="34" charset="0"/>
                    <a:cs typeface="Arial" panose="020B0604020202020204" pitchFamily="34" charset="0"/>
                  </a:rPr>
                  <a:t> </a:t>
                </a:r>
                <a:r>
                  <a:rPr lang="en-IN" b="1" i="1" dirty="0">
                    <a:latin typeface="Arial" panose="020B0604020202020204" pitchFamily="34" charset="0"/>
                    <a:cs typeface="Arial" panose="020B0604020202020204" pitchFamily="34" charset="0"/>
                  </a:rPr>
                  <a:t>increases </a:t>
                </a:r>
                <a:r>
                  <a:rPr lang="en-IN" b="1" i="1" dirty="0" err="1">
                    <a:latin typeface="Arial" panose="020B0604020202020204" pitchFamily="34" charset="0"/>
                    <a:cs typeface="Arial" panose="020B0604020202020204" pitchFamily="34" charset="0"/>
                  </a:rPr>
                  <a:t>superlinearly</a:t>
                </a:r>
                <a:r>
                  <a:rPr lang="en-IN" b="1"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over time. </a:t>
                </a:r>
                <a:endParaRPr lang="en-IN"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In </a:t>
                </a:r>
                <a:r>
                  <a:rPr lang="en-IN" dirty="0">
                    <a:latin typeface="Arial" panose="020B0604020202020204" pitchFamily="34" charset="0"/>
                    <a:cs typeface="Arial" panose="020B0604020202020204" pitchFamily="34" charset="0"/>
                  </a:rPr>
                  <a:t>other words</a:t>
                </a:r>
                <a:r>
                  <a:rPr lang="en-IN" dirty="0" smtClean="0">
                    <a:latin typeface="Arial" panose="020B0604020202020204" pitchFamily="34" charset="0"/>
                    <a:cs typeface="Arial" panose="020B0604020202020204" pitchFamily="34" charset="0"/>
                  </a:rPr>
                  <a:t>, if </a:t>
                </a:r>
                <a:r>
                  <a:rPr lang="en-IN" b="1" i="1" dirty="0" smtClean="0">
                    <a:latin typeface="Arial" panose="020B0604020202020204" pitchFamily="34" charset="0"/>
                    <a:cs typeface="Arial" panose="020B0604020202020204" pitchFamily="34" charset="0"/>
                  </a:rPr>
                  <a:t>n(t)</a:t>
                </a:r>
                <a:r>
                  <a:rPr lang="en-IN" i="1"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and </a:t>
                </a:r>
                <a:r>
                  <a:rPr lang="en-IN" b="1" i="1" dirty="0">
                    <a:latin typeface="Arial" panose="020B0604020202020204" pitchFamily="34" charset="0"/>
                    <a:cs typeface="Arial" panose="020B0604020202020204" pitchFamily="34" charset="0"/>
                  </a:rPr>
                  <a:t>e(t)</a:t>
                </a:r>
                <a:r>
                  <a:rPr lang="en-IN" dirty="0">
                    <a:latin typeface="Arial" panose="020B0604020202020204" pitchFamily="34" charset="0"/>
                    <a:cs typeface="Arial" panose="020B0604020202020204" pitchFamily="34" charset="0"/>
                  </a:rPr>
                  <a:t> represent the number of edges and nodes in the network at time </a:t>
                </a:r>
                <a:r>
                  <a:rPr lang="en-IN" b="1" i="1" dirty="0">
                    <a:latin typeface="Arial" panose="020B0604020202020204" pitchFamily="34" charset="0"/>
                    <a:cs typeface="Arial" panose="020B0604020202020204" pitchFamily="34" charset="0"/>
                  </a:rPr>
                  <a:t>t</a:t>
                </a:r>
                <a:r>
                  <a:rPr lang="en-IN" dirty="0">
                    <a:latin typeface="Arial" panose="020B0604020202020204" pitchFamily="34" charset="0"/>
                    <a:cs typeface="Arial" panose="020B0604020202020204" pitchFamily="34" charset="0"/>
                  </a:rPr>
                  <a:t>, then we </a:t>
                </a:r>
                <a:r>
                  <a:rPr lang="en-IN" dirty="0" smtClean="0">
                    <a:latin typeface="Arial" panose="020B0604020202020204" pitchFamily="34" charset="0"/>
                    <a:cs typeface="Arial" panose="020B0604020202020204" pitchFamily="34" charset="0"/>
                  </a:rPr>
                  <a:t>have: (Densification Power Law: DPL)  </a:t>
                </a:r>
              </a:p>
              <a:p>
                <a:pPr marL="914400" lvl="2" indent="0">
                  <a:buNone/>
                </a:pPr>
                <a14:m>
                  <m:oMathPara xmlns:m="http://schemas.openxmlformats.org/officeDocument/2006/math">
                    <m:oMathParaPr>
                      <m:jc m:val="centerGroup"/>
                    </m:oMathParaPr>
                    <m:oMath xmlns:m="http://schemas.openxmlformats.org/officeDocument/2006/math">
                      <m:r>
                        <a:rPr lang="en-IN" sz="2800" b="1" i="1" smtClean="0">
                          <a:latin typeface="Cambria Math" panose="02040503050406030204" pitchFamily="18" charset="0"/>
                        </a:rPr>
                        <m:t>𝒆</m:t>
                      </m:r>
                      <m:d>
                        <m:dPr>
                          <m:ctrlPr>
                            <a:rPr lang="en-IN" sz="2800" b="1" i="1" smtClean="0">
                              <a:latin typeface="Cambria Math" panose="02040503050406030204" pitchFamily="18" charset="0"/>
                            </a:rPr>
                          </m:ctrlPr>
                        </m:dPr>
                        <m:e>
                          <m:r>
                            <a:rPr lang="en-IN" sz="2800" b="1" i="1" smtClean="0">
                              <a:latin typeface="Cambria Math" panose="02040503050406030204" pitchFamily="18" charset="0"/>
                            </a:rPr>
                            <m:t>𝒕</m:t>
                          </m:r>
                        </m:e>
                      </m:d>
                      <m:r>
                        <a:rPr lang="en-IN" sz="2800" b="1" i="1" smtClean="0">
                          <a:latin typeface="Cambria Math" panose="02040503050406030204" pitchFamily="18" charset="0"/>
                        </a:rPr>
                        <m:t> </m:t>
                      </m:r>
                      <m:r>
                        <a:rPr lang="en-IN" sz="2800" b="1" i="1" smtClean="0">
                          <a:latin typeface="Cambria Math" panose="02040503050406030204" pitchFamily="18" charset="0"/>
                          <a:ea typeface="Cambria Math" panose="02040503050406030204" pitchFamily="18" charset="0"/>
                        </a:rPr>
                        <m:t>∝ </m:t>
                      </m:r>
                      <m:sSup>
                        <m:sSupPr>
                          <m:ctrlPr>
                            <a:rPr lang="en-IN" sz="2800" b="1" i="1" smtClean="0">
                              <a:latin typeface="Cambria Math" panose="02040503050406030204" pitchFamily="18" charset="0"/>
                              <a:ea typeface="Cambria Math" panose="02040503050406030204" pitchFamily="18" charset="0"/>
                            </a:rPr>
                          </m:ctrlPr>
                        </m:sSupPr>
                        <m:e>
                          <m:r>
                            <a:rPr lang="en-IN" sz="2800" b="1" i="1" smtClean="0">
                              <a:latin typeface="Cambria Math" panose="02040503050406030204" pitchFamily="18" charset="0"/>
                              <a:ea typeface="Cambria Math" panose="02040503050406030204" pitchFamily="18" charset="0"/>
                            </a:rPr>
                            <m:t>𝒏</m:t>
                          </m:r>
                          <m:r>
                            <a:rPr lang="en-IN" sz="2800" b="1" i="1" smtClean="0">
                              <a:latin typeface="Cambria Math" panose="02040503050406030204" pitchFamily="18" charset="0"/>
                              <a:ea typeface="Cambria Math" panose="02040503050406030204" pitchFamily="18" charset="0"/>
                            </a:rPr>
                            <m:t>(</m:t>
                          </m:r>
                          <m:r>
                            <a:rPr lang="en-IN" sz="2800" b="1" i="1" smtClean="0">
                              <a:latin typeface="Cambria Math" panose="02040503050406030204" pitchFamily="18" charset="0"/>
                              <a:ea typeface="Cambria Math" panose="02040503050406030204" pitchFamily="18" charset="0"/>
                            </a:rPr>
                            <m:t>𝒕</m:t>
                          </m:r>
                          <m:r>
                            <a:rPr lang="en-IN" sz="2800" b="1" i="1" smtClean="0">
                              <a:latin typeface="Cambria Math" panose="02040503050406030204" pitchFamily="18" charset="0"/>
                              <a:ea typeface="Cambria Math" panose="02040503050406030204" pitchFamily="18" charset="0"/>
                            </a:rPr>
                            <m:t>)</m:t>
                          </m:r>
                        </m:e>
                        <m:sup>
                          <m:r>
                            <a:rPr lang="en-IN" sz="2800" b="1" i="1" smtClean="0">
                              <a:latin typeface="Cambria Math" panose="02040503050406030204" pitchFamily="18" charset="0"/>
                              <a:ea typeface="Cambria Math" panose="02040503050406030204" pitchFamily="18" charset="0"/>
                            </a:rPr>
                            <m:t>𝜶</m:t>
                          </m:r>
                        </m:sup>
                      </m:sSup>
                      <m:r>
                        <a:rPr lang="en-IN" sz="2800" b="0" i="1" smtClean="0">
                          <a:latin typeface="Cambria Math" panose="02040503050406030204" pitchFamily="18" charset="0"/>
                          <a:ea typeface="Cambria Math" panose="02040503050406030204" pitchFamily="18" charset="0"/>
                        </a:rPr>
                        <m:t> , 1≤ </m:t>
                      </m:r>
                      <m:r>
                        <a:rPr lang="en-IN" sz="2800" b="0" i="1" smtClean="0">
                          <a:latin typeface="Cambria Math" panose="02040503050406030204" pitchFamily="18" charset="0"/>
                          <a:ea typeface="Cambria Math" panose="02040503050406030204" pitchFamily="18" charset="0"/>
                        </a:rPr>
                        <m:t>𝛼</m:t>
                      </m:r>
                      <m:r>
                        <a:rPr lang="en-IN" sz="2800" b="0" i="1" smtClean="0">
                          <a:latin typeface="Cambria Math" panose="02040503050406030204" pitchFamily="18" charset="0"/>
                          <a:ea typeface="Cambria Math" panose="02040503050406030204" pitchFamily="18" charset="0"/>
                        </a:rPr>
                        <m:t>≤2 </m:t>
                      </m:r>
                    </m:oMath>
                  </m:oMathPara>
                </a14:m>
                <a:endParaRPr lang="en-IN" sz="2800" b="0" i="1" dirty="0" smtClean="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0">
                <a:blip r:embed="rId2"/>
                <a:stretch>
                  <a:fillRect l="-815" t="-1617"/>
                </a:stretch>
              </a:blipFill>
            </p:spPr>
            <p:txBody>
              <a:bodyPr/>
              <a:lstStyle/>
              <a:p>
                <a:r>
                  <a:rPr lang="en-IN">
                    <a:noFill/>
                  </a:rPr>
                  <a:t> </a:t>
                </a:r>
              </a:p>
            </p:txBody>
          </p:sp>
        </mc:Fallback>
      </mc:AlternateContent>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pic>
        <p:nvPicPr>
          <p:cNvPr id="4" name="Picture 4" descr="Image result for superlinear relationship&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0192" y="0"/>
            <a:ext cx="2373808" cy="1905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5" name="Ink 4"/>
              <p14:cNvContentPartPr/>
              <p14:nvPr/>
            </p14:nvContentPartPr>
            <p14:xfrm>
              <a:off x="509040" y="2540520"/>
              <a:ext cx="141120" cy="156240"/>
            </p14:xfrm>
          </p:contentPart>
        </mc:Choice>
        <mc:Fallback>
          <p:pic>
            <p:nvPicPr>
              <p:cNvPr id="5" name="Ink 4"/>
              <p:cNvPicPr/>
              <p:nvPr/>
            </p:nvPicPr>
            <p:blipFill>
              <a:blip r:embed="rId5"/>
              <a:stretch>
                <a:fillRect/>
              </a:stretch>
            </p:blipFill>
            <p:spPr>
              <a:xfrm>
                <a:off x="500040" y="2530440"/>
                <a:ext cx="159840" cy="174240"/>
              </a:xfrm>
              <a:prstGeom prst="rect">
                <a:avLst/>
              </a:prstGeom>
            </p:spPr>
          </p:pic>
        </mc:Fallback>
      </mc:AlternateContent>
    </p:spTree>
    <p:extLst>
      <p:ext uri="{BB962C8B-B14F-4D97-AF65-F5344CB8AC3E}">
        <p14:creationId xmlns:p14="http://schemas.microsoft.com/office/powerpoint/2010/main" val="3795017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rmAutofit/>
          </a:bodyPr>
          <a:lstStyle/>
          <a:p>
            <a:pPr>
              <a:buFont typeface="Wingdings" panose="05000000000000000000" pitchFamily="2" charset="2"/>
              <a:buChar char="v"/>
            </a:pPr>
            <a:r>
              <a:rPr lang="en-IN" dirty="0" smtClean="0"/>
              <a:t>The graphs which changes with respect to time. </a:t>
            </a:r>
          </a:p>
          <a:p>
            <a:pPr>
              <a:buFont typeface="Wingdings" panose="05000000000000000000" pitchFamily="2" charset="2"/>
              <a:buChar char="v"/>
            </a:pPr>
            <a:r>
              <a:rPr lang="en-IN" dirty="0" smtClean="0"/>
              <a:t>They may either grow, shrink or split as the time passes.</a:t>
            </a:r>
          </a:p>
          <a:p>
            <a:pPr lvl="1">
              <a:buFont typeface="Wingdings" panose="05000000000000000000" pitchFamily="2" charset="2"/>
              <a:buChar char="v"/>
            </a:pPr>
            <a:r>
              <a:rPr lang="en-IN" sz="2400" b="1" dirty="0"/>
              <a:t>Shrinking Diameters:</a:t>
            </a:r>
            <a:endParaRPr lang="en-IN" sz="2400" b="1" dirty="0" smtClean="0"/>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The small world phenomenon of graphs is well known. </a:t>
            </a:r>
            <a:endParaRPr lang="en-IN"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It </a:t>
            </a:r>
            <a:r>
              <a:rPr lang="en-IN" dirty="0">
                <a:latin typeface="Arial" panose="020B0604020202020204" pitchFamily="34" charset="0"/>
                <a:cs typeface="Arial" panose="020B0604020202020204" pitchFamily="34" charset="0"/>
              </a:rPr>
              <a:t>was shown </a:t>
            </a:r>
            <a:r>
              <a:rPr lang="en-IN" dirty="0" smtClean="0">
                <a:latin typeface="Arial" panose="020B0604020202020204" pitchFamily="34" charset="0"/>
                <a:cs typeface="Arial" panose="020B0604020202020204" pitchFamily="34" charset="0"/>
              </a:rPr>
              <a:t>by researchers [3] </a:t>
            </a:r>
            <a:r>
              <a:rPr lang="en-IN" dirty="0">
                <a:latin typeface="Arial" panose="020B0604020202020204" pitchFamily="34" charset="0"/>
                <a:cs typeface="Arial" panose="020B0604020202020204" pitchFamily="34" charset="0"/>
              </a:rPr>
              <a:t>that the </a:t>
            </a:r>
            <a:r>
              <a:rPr lang="en-IN" b="1" i="1" dirty="0">
                <a:latin typeface="Arial" panose="020B0604020202020204" pitchFamily="34" charset="0"/>
                <a:cs typeface="Arial" panose="020B0604020202020204" pitchFamily="34" charset="0"/>
              </a:rPr>
              <a:t>average path length</a:t>
            </a:r>
            <a:r>
              <a:rPr lang="en-IN" dirty="0">
                <a:latin typeface="Arial" panose="020B0604020202020204" pitchFamily="34" charset="0"/>
                <a:cs typeface="Arial" panose="020B0604020202020204" pitchFamily="34" charset="0"/>
              </a:rPr>
              <a:t> between two MSN messenger users is </a:t>
            </a:r>
            <a:r>
              <a:rPr lang="en-IN" b="1" i="1" dirty="0">
                <a:latin typeface="Arial" panose="020B0604020202020204" pitchFamily="34" charset="0"/>
                <a:cs typeface="Arial" panose="020B0604020202020204" pitchFamily="34" charset="0"/>
              </a:rPr>
              <a:t>6.6</a:t>
            </a:r>
            <a:r>
              <a:rPr lang="en-IN" dirty="0">
                <a:latin typeface="Arial" panose="020B0604020202020204" pitchFamily="34" charset="0"/>
                <a:cs typeface="Arial" panose="020B0604020202020204" pitchFamily="34" charset="0"/>
              </a:rPr>
              <a:t>. </a:t>
            </a:r>
            <a:endParaRPr lang="en-IN"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This </a:t>
            </a:r>
            <a:r>
              <a:rPr lang="en-IN" dirty="0">
                <a:latin typeface="Arial" panose="020B0604020202020204" pitchFamily="34" charset="0"/>
                <a:cs typeface="Arial" panose="020B0604020202020204" pitchFamily="34" charset="0"/>
              </a:rPr>
              <a:t>can be considered a verification of the (internet version of the) widely known rule of “</a:t>
            </a:r>
            <a:r>
              <a:rPr lang="en-IN" b="1" i="1" dirty="0">
                <a:latin typeface="Arial" panose="020B0604020202020204" pitchFamily="34" charset="0"/>
                <a:cs typeface="Arial" panose="020B0604020202020204" pitchFamily="34" charset="0"/>
              </a:rPr>
              <a:t>six degrees of separation</a:t>
            </a:r>
            <a:r>
              <a:rPr lang="en-IN" dirty="0">
                <a:latin typeface="Arial" panose="020B0604020202020204" pitchFamily="34" charset="0"/>
                <a:cs typeface="Arial" panose="020B0604020202020204" pitchFamily="34" charset="0"/>
              </a:rPr>
              <a:t>” in (generic) social networks. </a:t>
            </a:r>
            <a:endParaRPr lang="en-IN" sz="2800" b="0" i="1" dirty="0" smtClean="0">
              <a:latin typeface="Arial" panose="020B0604020202020204" pitchFamily="34" charset="0"/>
              <a:ea typeface="Cambria Math" panose="02040503050406030204" pitchFamily="18"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sp>
        <p:nvSpPr>
          <p:cNvPr id="4" name="TextBox 3"/>
          <p:cNvSpPr txBox="1"/>
          <p:nvPr/>
        </p:nvSpPr>
        <p:spPr>
          <a:xfrm>
            <a:off x="342900" y="6273225"/>
            <a:ext cx="7924800" cy="584775"/>
          </a:xfrm>
          <a:prstGeom prst="rect">
            <a:avLst/>
          </a:prstGeom>
          <a:noFill/>
        </p:spPr>
        <p:txBody>
          <a:bodyPr wrap="square" rtlCol="0">
            <a:spAutoFit/>
          </a:bodyPr>
          <a:lstStyle/>
          <a:p>
            <a:r>
              <a:rPr lang="en-IN" sz="1600" dirty="0" smtClean="0"/>
              <a:t>[3] J</a:t>
            </a:r>
            <a:r>
              <a:rPr lang="en-IN" sz="1600" dirty="0"/>
              <a:t>. </a:t>
            </a:r>
            <a:r>
              <a:rPr lang="en-IN" sz="1600" dirty="0" err="1"/>
              <a:t>Leskovec</a:t>
            </a:r>
            <a:r>
              <a:rPr lang="en-IN" sz="1600" dirty="0"/>
              <a:t>, E. Horvitz. </a:t>
            </a:r>
            <a:r>
              <a:rPr lang="en-IN" sz="1600" b="1" dirty="0"/>
              <a:t>Planetary-Scale Views on a Large Instant Messaging Network</a:t>
            </a:r>
            <a:r>
              <a:rPr lang="en-IN" sz="1600" dirty="0"/>
              <a:t>, WWW Conference, 2008.</a:t>
            </a:r>
          </a:p>
        </p:txBody>
      </p:sp>
    </p:spTree>
    <p:extLst>
      <p:ext uri="{BB962C8B-B14F-4D97-AF65-F5344CB8AC3E}">
        <p14:creationId xmlns:p14="http://schemas.microsoft.com/office/powerpoint/2010/main" val="122948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rmAutofit/>
          </a:bodyPr>
          <a:lstStyle/>
          <a:p>
            <a:pPr>
              <a:buFont typeface="Wingdings" panose="05000000000000000000" pitchFamily="2" charset="2"/>
              <a:buChar char="v"/>
            </a:pPr>
            <a:r>
              <a:rPr lang="en-IN" dirty="0" smtClean="0"/>
              <a:t>The graphs which changes with respect to time. </a:t>
            </a:r>
          </a:p>
          <a:p>
            <a:pPr>
              <a:buFont typeface="Wingdings" panose="05000000000000000000" pitchFamily="2" charset="2"/>
              <a:buChar char="v"/>
            </a:pPr>
            <a:r>
              <a:rPr lang="en-IN" dirty="0" smtClean="0"/>
              <a:t>They may either grow, shrink or split as the time passes.</a:t>
            </a:r>
          </a:p>
          <a:p>
            <a:pPr lvl="1">
              <a:buFont typeface="Wingdings" panose="05000000000000000000" pitchFamily="2" charset="2"/>
              <a:buChar char="v"/>
            </a:pPr>
            <a:r>
              <a:rPr lang="en-IN" sz="2400" b="1" dirty="0"/>
              <a:t>Shrinking Diameters:</a:t>
            </a:r>
            <a:endParaRPr lang="en-IN" sz="2400" b="1" dirty="0" smtClean="0"/>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It was further shown in </a:t>
            </a:r>
            <a:r>
              <a:rPr lang="en-IN" dirty="0" smtClean="0">
                <a:latin typeface="Arial" panose="020B0604020202020204" pitchFamily="34" charset="0"/>
                <a:cs typeface="Arial" panose="020B0604020202020204" pitchFamily="34" charset="0"/>
              </a:rPr>
              <a:t>[4], </a:t>
            </a:r>
            <a:r>
              <a:rPr lang="en-IN" dirty="0">
                <a:latin typeface="Arial" panose="020B0604020202020204" pitchFamily="34" charset="0"/>
                <a:cs typeface="Arial" panose="020B0604020202020204" pitchFamily="34" charset="0"/>
              </a:rPr>
              <a:t>that the </a:t>
            </a:r>
            <a:r>
              <a:rPr lang="en-IN" b="1" i="1" dirty="0">
                <a:latin typeface="Arial" panose="020B0604020202020204" pitchFamily="34" charset="0"/>
                <a:cs typeface="Arial" panose="020B0604020202020204" pitchFamily="34" charset="0"/>
              </a:rPr>
              <a:t>diameters</a:t>
            </a:r>
            <a:r>
              <a:rPr lang="en-IN" dirty="0">
                <a:latin typeface="Arial" panose="020B0604020202020204" pitchFamily="34" charset="0"/>
                <a:cs typeface="Arial" panose="020B0604020202020204" pitchFamily="34" charset="0"/>
              </a:rPr>
              <a:t> of massive networks such as the web continue to </a:t>
            </a:r>
            <a:r>
              <a:rPr lang="en-IN" b="1" i="1" dirty="0">
                <a:latin typeface="Arial" panose="020B0604020202020204" pitchFamily="34" charset="0"/>
                <a:cs typeface="Arial" panose="020B0604020202020204" pitchFamily="34" charset="0"/>
              </a:rPr>
              <a:t>shrink over time</a:t>
            </a:r>
            <a:r>
              <a:rPr lang="en-IN" dirty="0">
                <a:latin typeface="Arial" panose="020B0604020202020204" pitchFamily="34" charset="0"/>
                <a:cs typeface="Arial" panose="020B0604020202020204" pitchFamily="34" charset="0"/>
              </a:rPr>
              <a:t>.</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b="1" i="1" dirty="0" smtClean="0">
                <a:latin typeface="Arial" panose="020B0604020202020204" pitchFamily="34" charset="0"/>
                <a:cs typeface="Arial" panose="020B0604020202020204" pitchFamily="34" charset="0"/>
              </a:rPr>
              <a:t>edges </a:t>
            </a:r>
            <a:r>
              <a:rPr lang="en-IN" b="1" i="1" dirty="0">
                <a:latin typeface="Arial" panose="020B0604020202020204" pitchFamily="34" charset="0"/>
                <a:cs typeface="Arial" panose="020B0604020202020204" pitchFamily="34" charset="0"/>
              </a:rPr>
              <a:t>are added more rapidly to the network than </a:t>
            </a:r>
            <a:r>
              <a:rPr lang="en-IN" b="1" i="1" dirty="0" smtClean="0">
                <a:latin typeface="Arial" panose="020B0604020202020204" pitchFamily="34" charset="0"/>
                <a:cs typeface="Arial" panose="020B0604020202020204" pitchFamily="34" charset="0"/>
              </a:rPr>
              <a:t>nodes</a:t>
            </a:r>
            <a:r>
              <a:rPr lang="en-IN" dirty="0" smtClean="0">
                <a:latin typeface="Arial" panose="020B0604020202020204" pitchFamily="34" charset="0"/>
                <a:cs typeface="Arial" panose="020B0604020202020204" pitchFamily="34" charset="0"/>
              </a:rPr>
              <a:t>.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As </a:t>
            </a:r>
            <a:r>
              <a:rPr lang="en-IN" dirty="0">
                <a:latin typeface="Arial" panose="020B0604020202020204" pitchFamily="34" charset="0"/>
                <a:cs typeface="Arial" panose="020B0604020202020204" pitchFamily="34" charset="0"/>
              </a:rPr>
              <a:t>more edges are added to the graph it becomes possible to traverse from one node to another with the use of a fewer number of edges. </a:t>
            </a:r>
            <a:endParaRPr lang="en-IN" sz="2800" b="0" i="1" dirty="0" smtClean="0">
              <a:latin typeface="Arial" panose="020B0604020202020204" pitchFamily="34" charset="0"/>
              <a:ea typeface="Cambria Math" panose="02040503050406030204" pitchFamily="18"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sp>
        <p:nvSpPr>
          <p:cNvPr id="4" name="TextBox 3"/>
          <p:cNvSpPr txBox="1"/>
          <p:nvPr/>
        </p:nvSpPr>
        <p:spPr>
          <a:xfrm>
            <a:off x="457200" y="6273225"/>
            <a:ext cx="7924800" cy="584775"/>
          </a:xfrm>
          <a:prstGeom prst="rect">
            <a:avLst/>
          </a:prstGeom>
          <a:noFill/>
        </p:spPr>
        <p:txBody>
          <a:bodyPr wrap="square" rtlCol="0">
            <a:spAutoFit/>
          </a:bodyPr>
          <a:lstStyle/>
          <a:p>
            <a:r>
              <a:rPr lang="en-IN" sz="1600" dirty="0" smtClean="0"/>
              <a:t>[4] </a:t>
            </a:r>
            <a:r>
              <a:rPr lang="en-IN" sz="1600" dirty="0"/>
              <a:t>J. </a:t>
            </a:r>
            <a:r>
              <a:rPr lang="en-IN" sz="1600" dirty="0" err="1"/>
              <a:t>Leskovec</a:t>
            </a:r>
            <a:r>
              <a:rPr lang="en-IN" sz="1600" dirty="0"/>
              <a:t>, J. Kleinberg, C. </a:t>
            </a:r>
            <a:r>
              <a:rPr lang="en-IN" sz="1600" dirty="0" err="1"/>
              <a:t>Faloutsos</a:t>
            </a:r>
            <a:r>
              <a:rPr lang="en-IN" sz="1600" dirty="0"/>
              <a:t>. </a:t>
            </a:r>
            <a:r>
              <a:rPr lang="en-IN" sz="1600" dirty="0" smtClean="0"/>
              <a:t>“</a:t>
            </a:r>
            <a:r>
              <a:rPr lang="en-IN" sz="1600" b="1" i="1" dirty="0" smtClean="0"/>
              <a:t>Graphs </a:t>
            </a:r>
            <a:r>
              <a:rPr lang="en-IN" sz="1600" b="1" i="1" dirty="0"/>
              <a:t>over time: Densification laws, shrinking diameters and possible explanations</a:t>
            </a:r>
            <a:r>
              <a:rPr lang="en-IN" sz="1600" dirty="0" smtClean="0"/>
              <a:t>.” </a:t>
            </a:r>
            <a:r>
              <a:rPr lang="en-IN" sz="1600" dirty="0"/>
              <a:t>ACM KDD Conference , 2005.</a:t>
            </a:r>
          </a:p>
        </p:txBody>
      </p:sp>
    </p:spTree>
    <p:extLst>
      <p:ext uri="{BB962C8B-B14F-4D97-AF65-F5344CB8AC3E}">
        <p14:creationId xmlns:p14="http://schemas.microsoft.com/office/powerpoint/2010/main" val="285711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sz="2200" dirty="0" err="1"/>
              <a:t>McGlohon</a:t>
            </a:r>
            <a:r>
              <a:rPr lang="en-IN" sz="2200" dirty="0"/>
              <a:t> et al</a:t>
            </a:r>
            <a:r>
              <a:rPr lang="en-IN" sz="2200" dirty="0" smtClean="0"/>
              <a:t>. in 2010 [5] </a:t>
            </a:r>
            <a:r>
              <a:rPr lang="en-IN" sz="2200" dirty="0"/>
              <a:t>noticed </a:t>
            </a:r>
            <a:r>
              <a:rPr lang="en-IN" sz="2200" dirty="0" smtClean="0"/>
              <a:t>while studying </a:t>
            </a:r>
            <a:r>
              <a:rPr lang="en-IN" sz="2200" dirty="0"/>
              <a:t>the effective diameter of the graphs, </a:t>
            </a:r>
            <a:r>
              <a:rPr lang="en-IN" sz="2200" dirty="0" smtClean="0"/>
              <a:t>that </a:t>
            </a:r>
          </a:p>
          <a:p>
            <a:pPr lvl="1">
              <a:buFont typeface="Wingdings" panose="05000000000000000000" pitchFamily="2" charset="2"/>
              <a:buChar char="v"/>
            </a:pPr>
            <a:r>
              <a:rPr lang="en-IN" sz="2200" dirty="0" smtClean="0"/>
              <a:t>There </a:t>
            </a:r>
            <a:r>
              <a:rPr lang="en-IN" sz="2200" dirty="0"/>
              <a:t>is often a point in </a:t>
            </a:r>
            <a:r>
              <a:rPr lang="en-IN" sz="2200" dirty="0" smtClean="0"/>
              <a:t>time (</a:t>
            </a:r>
            <a:r>
              <a:rPr lang="en-IN" sz="2200" b="1" i="1" dirty="0" smtClean="0"/>
              <a:t>Gelling Point</a:t>
            </a:r>
            <a:r>
              <a:rPr lang="en-IN" sz="2200" dirty="0" smtClean="0"/>
              <a:t>) </a:t>
            </a:r>
            <a:r>
              <a:rPr lang="en-IN" sz="2200" dirty="0"/>
              <a:t>when the diameter </a:t>
            </a:r>
            <a:r>
              <a:rPr lang="en-IN" sz="2200" dirty="0" smtClean="0"/>
              <a:t>spikes. </a:t>
            </a:r>
          </a:p>
          <a:p>
            <a:pPr lvl="1">
              <a:buFont typeface="Wingdings" panose="05000000000000000000" pitchFamily="2" charset="2"/>
              <a:buChar char="v"/>
            </a:pPr>
            <a:r>
              <a:rPr lang="en-IN" sz="2200" dirty="0" smtClean="0"/>
              <a:t>Before </a:t>
            </a:r>
            <a:r>
              <a:rPr lang="en-IN" sz="2200" dirty="0"/>
              <a:t>that point, the graph typically consists of a collection of small, disconnected components. </a:t>
            </a:r>
            <a:endParaRPr lang="en-IN" sz="2200" dirty="0" smtClean="0"/>
          </a:p>
          <a:p>
            <a:pPr lvl="1">
              <a:buFont typeface="Wingdings" panose="05000000000000000000" pitchFamily="2" charset="2"/>
              <a:buChar char="v"/>
            </a:pPr>
            <a:r>
              <a:rPr lang="en-IN" sz="2200" dirty="0" smtClean="0"/>
              <a:t>This </a:t>
            </a:r>
            <a:r>
              <a:rPr lang="en-IN" sz="2200" dirty="0"/>
              <a:t>“</a:t>
            </a:r>
            <a:r>
              <a:rPr lang="en-IN" sz="2200" b="1" i="1" dirty="0"/>
              <a:t>gelling point</a:t>
            </a:r>
            <a:r>
              <a:rPr lang="en-IN" sz="2200" dirty="0"/>
              <a:t>” seems to also be the time where the </a:t>
            </a:r>
            <a:r>
              <a:rPr lang="en-IN" sz="2200" b="1" dirty="0"/>
              <a:t>Giant Connected Component </a:t>
            </a:r>
            <a:r>
              <a:rPr lang="en-IN" sz="2200" dirty="0"/>
              <a:t>(GCC) forms and “takes off,” in the sense that the vast majority </a:t>
            </a:r>
            <a:r>
              <a:rPr lang="en-IN" sz="2200" dirty="0" smtClean="0"/>
              <a:t>of nodes </a:t>
            </a:r>
            <a:r>
              <a:rPr lang="en-IN" sz="2200" dirty="0"/>
              <a:t>belong to it, and, as new nodes appear, they mainly tend to join the GCC, making it even larger. </a:t>
            </a:r>
            <a:endParaRPr lang="en-IN" sz="2200" dirty="0" smtClean="0"/>
          </a:p>
          <a:p>
            <a:pPr lvl="1">
              <a:buFont typeface="Wingdings" panose="05000000000000000000" pitchFamily="2" charset="2"/>
              <a:buChar char="v"/>
            </a:pPr>
            <a:r>
              <a:rPr lang="en-IN" sz="2200" dirty="0" smtClean="0"/>
              <a:t>We </a:t>
            </a:r>
            <a:r>
              <a:rPr lang="en-IN" sz="2200" dirty="0"/>
              <a:t>shall refer to the rest of the connected components as “NLCC” (non-largest connected components). </a:t>
            </a:r>
            <a:r>
              <a:rPr lang="en-IN" sz="2200" dirty="0" smtClean="0"/>
              <a:t>. </a:t>
            </a:r>
            <a:endParaRPr lang="en-IN" sz="2200" b="0" i="1" dirty="0" smtClean="0">
              <a:ea typeface="Cambria Math" panose="02040503050406030204" pitchFamily="18" charset="0"/>
            </a:endParaRPr>
          </a:p>
        </p:txBody>
      </p:sp>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sp>
        <p:nvSpPr>
          <p:cNvPr id="5" name="TextBox 4"/>
          <p:cNvSpPr txBox="1"/>
          <p:nvPr/>
        </p:nvSpPr>
        <p:spPr>
          <a:xfrm>
            <a:off x="381000" y="6248400"/>
            <a:ext cx="7315200" cy="596314"/>
          </a:xfrm>
          <a:prstGeom prst="rect">
            <a:avLst/>
          </a:prstGeom>
          <a:noFill/>
        </p:spPr>
        <p:txBody>
          <a:bodyPr wrap="square" rtlCol="0">
            <a:spAutoFit/>
          </a:bodyPr>
          <a:lstStyle/>
          <a:p>
            <a:r>
              <a:rPr lang="en-IN" sz="1600" dirty="0" smtClean="0"/>
              <a:t>[5] Mary </a:t>
            </a:r>
            <a:r>
              <a:rPr lang="en-IN" sz="1600" dirty="0" err="1"/>
              <a:t>McGlohon</a:t>
            </a:r>
            <a:r>
              <a:rPr lang="en-IN" sz="1600" dirty="0"/>
              <a:t>. </a:t>
            </a:r>
            <a:r>
              <a:rPr lang="en-IN" sz="1600" dirty="0" smtClean="0"/>
              <a:t>“</a:t>
            </a:r>
            <a:r>
              <a:rPr lang="en-IN" sz="1600" b="1" i="1" dirty="0" smtClean="0"/>
              <a:t>Structural analysis of networks: Observations and applications</a:t>
            </a:r>
            <a:r>
              <a:rPr lang="en-IN" sz="1600" dirty="0" smtClean="0"/>
              <a:t>.” </a:t>
            </a:r>
            <a:r>
              <a:rPr lang="en-IN" sz="1600" dirty="0"/>
              <a:t>Ph.D. </a:t>
            </a:r>
            <a:r>
              <a:rPr lang="en-IN" sz="1600" dirty="0" smtClean="0"/>
              <a:t>thesis, 2010</a:t>
            </a:r>
            <a:r>
              <a:rPr lang="en-IN" sz="1600" dirty="0"/>
              <a:t>.</a:t>
            </a:r>
          </a:p>
        </p:txBody>
      </p:sp>
    </p:spTree>
    <p:extLst>
      <p:ext uri="{BB962C8B-B14F-4D97-AF65-F5344CB8AC3E}">
        <p14:creationId xmlns:p14="http://schemas.microsoft.com/office/powerpoint/2010/main" val="1636611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dirty="0" err="1"/>
              <a:t>McGlohon</a:t>
            </a:r>
            <a:r>
              <a:rPr lang="en-IN" dirty="0"/>
              <a:t> et al</a:t>
            </a:r>
            <a:r>
              <a:rPr lang="en-IN" dirty="0" smtClean="0"/>
              <a:t>. in 2010 [5] also noticed that the weighted graphs also follow the (weighted) Power law.</a:t>
            </a:r>
          </a:p>
          <a:p>
            <a:pPr>
              <a:buFont typeface="Wingdings" panose="05000000000000000000" pitchFamily="2" charset="2"/>
              <a:buChar char="v"/>
            </a:pPr>
            <a:r>
              <a:rPr lang="en-IN" b="1" dirty="0"/>
              <a:t>Weight Power Law (WPL</a:t>
            </a:r>
            <a:r>
              <a:rPr lang="en-IN" b="1" dirty="0" smtClean="0"/>
              <a:t>):</a:t>
            </a:r>
          </a:p>
          <a:p>
            <a:pPr lvl="1">
              <a:buFont typeface="Wingdings" panose="05000000000000000000" pitchFamily="2" charset="2"/>
              <a:buChar char="v"/>
            </a:pPr>
            <a:r>
              <a:rPr lang="en-IN" sz="2400" b="1" dirty="0" smtClean="0"/>
              <a:t> </a:t>
            </a:r>
            <a:r>
              <a:rPr lang="en-IN" sz="2400" dirty="0"/>
              <a:t>Let </a:t>
            </a:r>
            <a:r>
              <a:rPr lang="en-IN" sz="2400" i="1" dirty="0"/>
              <a:t>E(t)</a:t>
            </a:r>
            <a:r>
              <a:rPr lang="en-IN" sz="2400" dirty="0"/>
              <a:t>, </a:t>
            </a:r>
            <a:r>
              <a:rPr lang="en-IN" sz="2400" i="1" dirty="0"/>
              <a:t>W(t) </a:t>
            </a:r>
            <a:r>
              <a:rPr lang="en-IN" sz="2400" dirty="0"/>
              <a:t>be the number of edges and </a:t>
            </a:r>
            <a:r>
              <a:rPr lang="en-IN" sz="2400" dirty="0" smtClean="0"/>
              <a:t>total weight </a:t>
            </a:r>
            <a:r>
              <a:rPr lang="en-IN" sz="2400" dirty="0"/>
              <a:t>of a graph, at time </a:t>
            </a:r>
            <a:r>
              <a:rPr lang="en-IN" sz="2400" i="1" dirty="0"/>
              <a:t>t </a:t>
            </a:r>
            <a:r>
              <a:rPr lang="en-IN" sz="2400" dirty="0"/>
              <a:t>. </a:t>
            </a:r>
            <a:endParaRPr lang="en-IN" sz="2400" dirty="0" smtClean="0"/>
          </a:p>
          <a:p>
            <a:pPr lvl="1">
              <a:buFont typeface="Wingdings" panose="05000000000000000000" pitchFamily="2" charset="2"/>
              <a:buChar char="v"/>
            </a:pPr>
            <a:r>
              <a:rPr lang="en-IN" sz="2400" dirty="0" smtClean="0"/>
              <a:t>Then</a:t>
            </a:r>
            <a:r>
              <a:rPr lang="en-IN" sz="2400" dirty="0"/>
              <a:t>, they follow a power </a:t>
            </a:r>
            <a:r>
              <a:rPr lang="en-IN" sz="2400" dirty="0" smtClean="0"/>
              <a:t>law </a:t>
            </a:r>
          </a:p>
          <a:p>
            <a:pPr marL="457200" lvl="1" indent="0" algn="ctr">
              <a:buNone/>
            </a:pPr>
            <a:r>
              <a:rPr lang="en-IN" sz="2400" b="1" i="1" dirty="0" smtClean="0"/>
              <a:t>W(t</a:t>
            </a:r>
            <a:r>
              <a:rPr lang="en-IN" sz="2400" b="1" i="1" dirty="0"/>
              <a:t>) = </a:t>
            </a:r>
            <a:r>
              <a:rPr lang="en-IN" sz="2400" b="1" i="1" dirty="0" smtClean="0"/>
              <a:t>E(t)</a:t>
            </a:r>
            <a:r>
              <a:rPr lang="en-IN" sz="2400" b="1" i="1" baseline="30000" dirty="0" smtClean="0"/>
              <a:t>w</a:t>
            </a:r>
            <a:r>
              <a:rPr lang="en-IN" sz="2400" i="1" baseline="30000" dirty="0" smtClean="0"/>
              <a:t>,</a:t>
            </a:r>
            <a:r>
              <a:rPr lang="en-IN" sz="2400" i="1" dirty="0" smtClean="0"/>
              <a:t> </a:t>
            </a:r>
            <a:r>
              <a:rPr lang="en-IN" sz="2400" dirty="0"/>
              <a:t>where </a:t>
            </a:r>
            <a:r>
              <a:rPr lang="en-IN" sz="2400" b="1" i="1" dirty="0"/>
              <a:t>w</a:t>
            </a:r>
            <a:r>
              <a:rPr lang="en-IN" sz="2400" i="1" dirty="0"/>
              <a:t> </a:t>
            </a:r>
            <a:r>
              <a:rPr lang="en-IN" sz="2400" dirty="0"/>
              <a:t>is the </a:t>
            </a:r>
            <a:r>
              <a:rPr lang="en-IN" sz="2400" i="1" dirty="0"/>
              <a:t>weight </a:t>
            </a:r>
            <a:r>
              <a:rPr lang="en-IN" sz="2400" i="1" dirty="0" smtClean="0"/>
              <a:t>exponent.</a:t>
            </a:r>
          </a:p>
          <a:p>
            <a:pPr marL="457200" lvl="1" indent="0" algn="ctr">
              <a:buNone/>
            </a:pPr>
            <a:endParaRPr lang="en-IN" sz="2400" i="1" baseline="30000" dirty="0" smtClean="0"/>
          </a:p>
        </p:txBody>
      </p:sp>
      <p:sp>
        <p:nvSpPr>
          <p:cNvPr id="3" name="Content Placeholder 2"/>
          <p:cNvSpPr>
            <a:spLocks noGrp="1"/>
          </p:cNvSpPr>
          <p:nvPr>
            <p:ph sz="quarter" idx="10"/>
          </p:nvPr>
        </p:nvSpPr>
        <p:spPr/>
        <p:txBody>
          <a:bodyPr/>
          <a:lstStyle/>
          <a:p>
            <a:r>
              <a:rPr lang="en-IN" dirty="0"/>
              <a:t>Dynamics of Dynamic Graphs (Time Evolving Graphs</a:t>
            </a:r>
            <a:r>
              <a:rPr lang="en-IN" dirty="0" smtClean="0"/>
              <a:t>)</a:t>
            </a:r>
            <a:endParaRPr lang="en-IN" dirty="0"/>
          </a:p>
        </p:txBody>
      </p:sp>
      <p:sp>
        <p:nvSpPr>
          <p:cNvPr id="5" name="TextBox 4"/>
          <p:cNvSpPr txBox="1"/>
          <p:nvPr/>
        </p:nvSpPr>
        <p:spPr>
          <a:xfrm>
            <a:off x="381000" y="6248400"/>
            <a:ext cx="7315200" cy="596314"/>
          </a:xfrm>
          <a:prstGeom prst="rect">
            <a:avLst/>
          </a:prstGeom>
          <a:noFill/>
        </p:spPr>
        <p:txBody>
          <a:bodyPr wrap="square" rtlCol="0">
            <a:spAutoFit/>
          </a:bodyPr>
          <a:lstStyle/>
          <a:p>
            <a:r>
              <a:rPr lang="en-IN" sz="1600" dirty="0" smtClean="0"/>
              <a:t>[5] Mary </a:t>
            </a:r>
            <a:r>
              <a:rPr lang="en-IN" sz="1600" dirty="0" err="1"/>
              <a:t>McGlohon</a:t>
            </a:r>
            <a:r>
              <a:rPr lang="en-IN" sz="1600" dirty="0"/>
              <a:t>. </a:t>
            </a:r>
            <a:r>
              <a:rPr lang="en-IN" sz="1600" dirty="0" smtClean="0"/>
              <a:t>“</a:t>
            </a:r>
            <a:r>
              <a:rPr lang="en-IN" sz="1600" b="1" i="1" dirty="0" smtClean="0"/>
              <a:t>Structural analysis of networks: Observations and applications</a:t>
            </a:r>
            <a:r>
              <a:rPr lang="en-IN" sz="1600" dirty="0" smtClean="0"/>
              <a:t>.” </a:t>
            </a:r>
            <a:r>
              <a:rPr lang="en-IN" sz="1600" dirty="0"/>
              <a:t>Ph.D. </a:t>
            </a:r>
            <a:r>
              <a:rPr lang="en-IN" sz="1600" dirty="0" smtClean="0"/>
              <a:t>thesis, 2010</a:t>
            </a:r>
            <a:r>
              <a:rPr lang="en-IN" sz="1600" dirty="0"/>
              <a:t>.</a:t>
            </a:r>
          </a:p>
        </p:txBody>
      </p:sp>
    </p:spTree>
    <p:extLst>
      <p:ext uri="{BB962C8B-B14F-4D97-AF65-F5344CB8AC3E}">
        <p14:creationId xmlns:p14="http://schemas.microsoft.com/office/powerpoint/2010/main" val="2475479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IN" dirty="0"/>
              <a:t>D. Cook, L. Holder, </a:t>
            </a:r>
            <a:r>
              <a:rPr lang="en-IN" b="1" dirty="0"/>
              <a:t>Mining Graph Data</a:t>
            </a:r>
            <a:r>
              <a:rPr lang="en-IN" dirty="0"/>
              <a:t>, </a:t>
            </a:r>
            <a:r>
              <a:rPr lang="en-IN" i="1" dirty="0"/>
              <a:t>John Wiley &amp; Sons </a:t>
            </a:r>
            <a:r>
              <a:rPr lang="en-IN" i="1" dirty="0" err="1"/>
              <a:t>Inc</a:t>
            </a:r>
            <a:r>
              <a:rPr lang="en-IN" dirty="0"/>
              <a:t>, 2007</a:t>
            </a:r>
            <a:r>
              <a:rPr lang="en-IN" dirty="0" smtClean="0"/>
              <a:t>.</a:t>
            </a:r>
          </a:p>
          <a:p>
            <a:pPr marL="457200" indent="-457200">
              <a:buFont typeface="+mj-lt"/>
              <a:buAutoNum type="arabicPeriod"/>
            </a:pPr>
            <a:r>
              <a:rPr lang="en-US" dirty="0"/>
              <a:t>Agarwal </a:t>
            </a:r>
            <a:r>
              <a:rPr lang="en-US" dirty="0" err="1"/>
              <a:t>Charu</a:t>
            </a:r>
            <a:r>
              <a:rPr lang="en-US" dirty="0"/>
              <a:t> C. and Wang </a:t>
            </a:r>
            <a:r>
              <a:rPr lang="en-US" dirty="0" err="1"/>
              <a:t>Haixun</a:t>
            </a:r>
            <a:r>
              <a:rPr lang="en-US" dirty="0"/>
              <a:t>, </a:t>
            </a:r>
            <a:r>
              <a:rPr lang="en-US" b="1" i="1" dirty="0"/>
              <a:t>“Managing and Mining Graph Data</a:t>
            </a:r>
            <a:r>
              <a:rPr lang="en-US" b="1" i="1" dirty="0" smtClean="0"/>
              <a:t>”</a:t>
            </a:r>
            <a:r>
              <a:rPr lang="en-US" i="1" dirty="0" smtClean="0"/>
              <a:t>, 2010.</a:t>
            </a:r>
          </a:p>
          <a:p>
            <a:pPr marL="457200" indent="-457200">
              <a:buFont typeface="+mj-lt"/>
              <a:buAutoNum type="arabicPeriod"/>
            </a:pPr>
            <a:r>
              <a:rPr lang="en-IN" dirty="0" err="1"/>
              <a:t>Deepayan</a:t>
            </a:r>
            <a:r>
              <a:rPr lang="en-IN" dirty="0"/>
              <a:t> </a:t>
            </a:r>
            <a:r>
              <a:rPr lang="en-IN" dirty="0" err="1"/>
              <a:t>Chakrabarti</a:t>
            </a:r>
            <a:r>
              <a:rPr lang="en-IN" dirty="0"/>
              <a:t>; Christos </a:t>
            </a:r>
            <a:r>
              <a:rPr lang="en-IN" dirty="0" err="1"/>
              <a:t>Faloutsos</a:t>
            </a:r>
            <a:r>
              <a:rPr lang="en-IN" dirty="0"/>
              <a:t>, "</a:t>
            </a:r>
            <a:r>
              <a:rPr lang="en-IN" b="1" i="1" dirty="0"/>
              <a:t>Graph Mining: Laws, Tools, and Case Studies</a:t>
            </a:r>
            <a:r>
              <a:rPr lang="en-IN" dirty="0"/>
              <a:t>," </a:t>
            </a:r>
            <a:r>
              <a:rPr lang="en-IN" dirty="0" smtClean="0"/>
              <a:t>Morgan </a:t>
            </a:r>
            <a:r>
              <a:rPr lang="en-IN" dirty="0"/>
              <a:t>&amp; Claypool, </a:t>
            </a:r>
            <a:r>
              <a:rPr lang="en-IN" dirty="0" smtClean="0"/>
              <a:t>2012.</a:t>
            </a:r>
            <a:endParaRPr lang="en-IN" dirty="0"/>
          </a:p>
        </p:txBody>
      </p:sp>
      <p:sp>
        <p:nvSpPr>
          <p:cNvPr id="3" name="Content Placeholder 2"/>
          <p:cNvSpPr>
            <a:spLocks noGrp="1"/>
          </p:cNvSpPr>
          <p:nvPr>
            <p:ph sz="quarter" idx="10"/>
          </p:nvPr>
        </p:nvSpPr>
        <p:spPr/>
        <p:txBody>
          <a:bodyPr/>
          <a:lstStyle/>
          <a:p>
            <a:r>
              <a:rPr lang="en-IN" dirty="0" smtClean="0"/>
              <a:t>Reference</a:t>
            </a:r>
            <a:endParaRPr lang="en-IN" dirty="0"/>
          </a:p>
        </p:txBody>
      </p:sp>
    </p:spTree>
    <p:extLst>
      <p:ext uri="{BB962C8B-B14F-4D97-AF65-F5344CB8AC3E}">
        <p14:creationId xmlns:p14="http://schemas.microsoft.com/office/powerpoint/2010/main" val="210643523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smtClean="0"/>
              <a:t>Thank You</a:t>
            </a:r>
            <a:endParaRPr lang="en-IN" dirty="0"/>
          </a:p>
        </p:txBody>
      </p:sp>
    </p:spTree>
    <p:extLst>
      <p:ext uri="{BB962C8B-B14F-4D97-AF65-F5344CB8AC3E}">
        <p14:creationId xmlns:p14="http://schemas.microsoft.com/office/powerpoint/2010/main" val="2788924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16001</TotalTime>
  <Words>3163</Words>
  <Application>Microsoft Office PowerPoint</Application>
  <PresentationFormat>On-screen Show (4:3)</PresentationFormat>
  <Paragraphs>300</Paragraphs>
  <Slides>42</Slides>
  <Notes>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Cambria Math</vt:lpstr>
      <vt:lpstr>Wingdings</vt:lpstr>
      <vt:lpstr>Office Theme</vt:lpstr>
      <vt:lpstr>Graphs - Algorithms and Mining (DSE**  ZG521)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Administrator</dc:creator>
  <cp:lastModifiedBy>Admin</cp:lastModifiedBy>
  <cp:revision>717</cp:revision>
  <dcterms:created xsi:type="dcterms:W3CDTF">2006-08-16T00:00:00Z</dcterms:created>
  <dcterms:modified xsi:type="dcterms:W3CDTF">2021-12-04T12:47:15Z</dcterms:modified>
</cp:coreProperties>
</file>