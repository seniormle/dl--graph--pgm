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537" r:id="rId2"/>
    <p:sldId id="538" r:id="rId3"/>
    <p:sldId id="540" r:id="rId4"/>
    <p:sldId id="541" r:id="rId5"/>
    <p:sldId id="545" r:id="rId6"/>
    <p:sldId id="542" r:id="rId7"/>
    <p:sldId id="667" r:id="rId8"/>
    <p:sldId id="663" r:id="rId9"/>
    <p:sldId id="661" r:id="rId10"/>
    <p:sldId id="662" r:id="rId11"/>
    <p:sldId id="600" r:id="rId12"/>
    <p:sldId id="652" r:id="rId13"/>
    <p:sldId id="596" r:id="rId14"/>
    <p:sldId id="656" r:id="rId15"/>
    <p:sldId id="597" r:id="rId16"/>
    <p:sldId id="58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Graphs - Algorithms and Mining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2AE5-15C8-4ECC-BBB9-9FED33E39EC5}" type="datetime1">
              <a:rPr lang="en-IN" smtClean="0"/>
              <a:t>20-11-2021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92E00-3475-4C5E-BFA9-581BF4DDDF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24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1:03:42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13174 5281 205 0,'0'0'42'0,"0"0"64"15,-14-71-30-15,14 54-6 16,0 3-9-16,0 5-21 15,0-1-23-15,2 0-17 16,7 1 0-16,0 3 0 16,0 0 0-16,-6 3 0 15,3 2-1-15,-3 1-2 16,4 0-4-16,-1 0-85 16,-3 0-173-16</inkml:trace>
  <inkml:trace contextRef="#ctx0" brushRef="#br0" timeOffset="924.0635">13104 5308 572 0,'0'0'214'0,"0"0"-122"16,0 0-87-16,0 0 8 15,0 0 44-15,55-92 3 16,-34 53 2-16,1-2-58 0,1 0 4 16,-1-1 3-16,-5-1-11 15,-4 0 6-15,-4 1-6 16,-5 1 10-16,-2 7 1 15,-2 5-3-15,0 5 3 16,0 12 2-16,0 7 12 16,-3 3 2-16,-4 2-27 15,-3 4 5-15,-3 20 0 16,-4 11-5-16,-3 8 0 16,6 3 3-16,-2-3 0 15,2 1 4-15,3 0-1 16,1-1-5-16,3 3 26 0,1-2-27 15,6-1 0-15,0-1 8 16,0-4-7-16,0-5 7 16,7-3-8-16,2-7 1 15,2-7 0-15,0-4-1 16,-1-7-3-16,2-3 1 16,1-2-12-16,-1 0 4 15,3-17-2-15,-1-1-48 16,-3-2-17-16,-5 0-90 15,-3-1-141-15,-3 3-267 16</inkml:trace>
  <inkml:trace contextRef="#ctx0" brushRef="#br0" timeOffset="3372.7872">13228 4913 613 0,'0'0'142'0,"0"0"-70"15,0 0-47-15,0 0 26 16,0 0 14-16,0 0-16 15,0-15-49-15,0 15-4 16,-2 1-4-16,-4 13 8 16,-4 9 0-16,-5 5 4 15,-2 8-3-15,-4 7 28 16,1 9 16-16,3 3 3 0,4 5 10 16,10-4-42-16,3-6-6 15,3-10 13-15,19-9-22 16,5-9 4-16,7-10-5 15,7-9 0-15,3-3-2 16,6-12 2-16,0-18 0 16,-2-8 2-16,-5-9-2 15,-8-4-3-15,-7-4-1 16,-7-2 4-16,-9-2-3 16,-6 1 3-16,-6 0 0 15,0-1 7-15,-3 7-7 0,-5 10 6 16,1 10 5-1,2 13-11-15,1 10 42 0,1 6-40 16,2 3 10-16,1 0-5 16,0 8-6-16,0 21-1 15,0 15 0-15,0 9 3 16,0 6 15-16,0-2-18 16,1 0 7-16,2-3 15 15,0-4-16-15,-2-5-3 16,2-9-3-16,0-11 8 15,-1-8-4-15,2-10-4 16,-2-5-2-16,1-2-5 16,7-12 2-16,4-15-3 15,4-7-23-15,4 3-17 16,0 7 43-16,1 12-27 0,-5 7 2 16,2 5 14-16,0 0-8 15,-2 8 10-15,1 3 11 16,0 2 3-16,-1-2-4 15,3-4 4-15,-3-2-5 16,2-5 3-16,-7 0-12 16,-1 0 5-16,-6-3-14 15,-6-3 2-15,0 3 11 16,0 3 10-16,0 0-9 16,-5 0 6-16,-4 7 5 15,1 10-2-15,3 3 12 16,5-1-6-16,0 0 19 0,0-2-25 15,13-4 0-15,-1-5-1 16,6-5 2-16,0-3-1 16,0 0 0-16,0-10-14 15,-3-10 2-15,-8-3-54 16,-5-2-14-16,-2 1 49 16,0 4-15-16,-15 5 33 15,-4 7 8-15,-2 8 1 16,3 0-12-16,1 6 13 15,5 11 3-15,6 3 9 16,5-1 0-16,1-2 10 16,0-4-16-16,15-6 2 15,6-5 3-15,4-2-8 16,0-3 0-16,4-17 3 16,-4-7-3-16,-2-7-8 0,-4 0 7 15,-7-2 1 1,-5 5 11-16,-4 2-1 0,-3 0 30 15,0 5 48-15,0 6-35 16,-1 6 10-16,-1 5-12 16,2 7 0-16,0 0-34 15,0 0-17-15,0 12 0 16,0 9-7-16,3 7 14 16,8 0-7-16,-2 2 3 15,0 4 1-15,1 0 21 0,-3 2-25 16,0-5 0-1,-1 1 15-15,-3-6-8 0,-2-6-5 16,2-7-2-16,-3-7 1 16,0-3 1-16,0-3-2 15,0 0 0-15,0-19 23 16,0-11-19-16,-7-13-3 16,1-10-1-16,-1-8 1 15,7-6-10-15,0-2-6 16,0 0-23-16,3 11 38 15,14 10-19-15,1 15 18 16,4 13-9-16,2 9 10 16,-1 11-7-16,3 0 6 15,-1 10 1-15,-2 20-10 16,-6 11 11-16,-6 4-2 0,-8 3 0 16,-3-1 1-16,-9-2 32 15,-16-3-15-15,-3-4-1 16,-4-5 25-16,2-6-35 15,4-11 9-15,5-7-14 16,7-6 5-16,3-3-12 16,6 0 2-16,5-9-67 15,0-7-10-15,12 0-101 16,16 0 26-16,3 5 50 16,4 5 33-16,-7 2 34 15,-5 4 39-15,2 0 0 16,-1 0 121-16,1 0-26 0,2 0-19 15,3-1-29-15,0-8 14 16,-2-8 9-16,-4-2-54 16,3-6 7-16,-3-6 18 15,-4-6-40-15,-3-3 9 16,-6-4-7-16,-6 4-2 16,-5 6 5-16,0 6-6 15,0 11 0-15,0 6 32 16,-5 8-10-16,1 3-7 15,-4 0-15-15,-1 20 0 16,1 10 2-16,-1 7-2 16,8 2 0-16,1-1 7 15,0-4-2-15,7-5-5 16,6-2 2-16,6-10 0 16,3-5-2-16,3-7 0 0,2-5 0 15,3 0-6-15,0-20 6 16,-1-4-14-16,-3-1-20 15,-4 4-9-15,-8 4 28 16,-5 10-4-16,-4 7 11 16,-3 0 4-16,1 0-20 15,-2 7 18-15,2 5-10 16,2-1-79-16,2-5-89 16,4-6-461-16</inkml:trace>
  <inkml:trace contextRef="#ctx0" brushRef="#br0" timeOffset="3852.3804">15547 4473 836 0,'0'0'191'0,"0"0"-99"16,0 0-6-16,0 0-14 15,0 0-39-15,0 0-4 16,0 11-28-16,0 19 14 16,4 6 39-16,2 4-49 15,-2 2 23-15,2 5-5 16,-2-2-15-16,-1-1 14 0,-2-7-22 15,-1-8 0 1,0-8 5-16,0-9 1 0,2-4-12 16,1-6-3-16,0-2-61 15,3 0-45-15,1-7-216 16</inkml:trace>
  <inkml:trace contextRef="#ctx0" brushRef="#br0" timeOffset="4068.8046">15807 4860 111 0,'0'0'839'16,"0"0"-820"-16,0 0 22 16,0 0 53-16,0 0-3 0,13 101-24 15,-13-64-41-15,0 1-10 16,-9-1-16-16,-1-6 0 15,1-4-1-15,7-10-78 16,2-15-168-16,0-2-543 16</inkml:trace>
  <inkml:trace contextRef="#ctx0" brushRef="#br0" timeOffset="4479.7076">16126 4379 863 0,'0'0'126'16,"0"0"-118"-16,0 0 75 15,0 0 14-15,0 0-60 16,0 0-14-16,98-44 10 15,-74 56-30-15,-4 9 8 16,-7 8-5-16,-10 3-5 16,-3 2 18-16,0 3-19 15,-16-4 1-15,0-6 5 16,0-3-1-16,6-12-5 0,5-1 0 16,4-9 0-16,1-2 7 15,0 0-7-15,0 0 4 16,6 0-4-16,12 0 5 15,9 0 0-15,5 4 5 16,-2 0-9-16,-3 3-1 16,1 1-3-16,-2 0-2 15,-1 0-2-15,-4-5-119 16,-3-3-295-16</inkml:trace>
  <inkml:trace contextRef="#ctx0" brushRef="#br0" timeOffset="7696.6656">11816 5801 293 0,'0'0'517'16,"0"0"-406"-16,0 0-78 0,0 0 5 15,0 0 81-15,71-84-53 16,-35 52-30-16,5-4-9 16,2-1-7-16,5-4 9 15,-3 4-23-15,-3 1-3 16,-2 0 4-16,-6 5-7 16,-4 3 6-16,-5 3-2 15,-6 2-3-15,-6 3-2 16,-8 3-13-16,-5 3-13 15,0 3-12-15,0 4-61 16,-20 2-61-16,-8 5-46 16,-10 0-191-16</inkml:trace>
  <inkml:trace contextRef="#ctx0" brushRef="#br0" timeOffset="7956.6226">12024 5291 572 0,'0'0'146'0,"0"0"-143"16,0 0 16-16,0 0 78 15,0 0-10-15,100-45-36 16,-60 37-22-16,2 0 8 16,-3 8 5-16,-4 0-36 15,-3 10 9-15,-5 10 17 16,-5 8-8-16,-9 2 2 16,-6 8 2-16,-7 3 12 15,0 3-2-15,-16-1-28 0,-4 1-1 16,1-4 1-1,-1-4-5-15,5-3-10 0,7-4-37 16,3-12-154-16,3-9-283 16</inkml:trace>
  <inkml:trace contextRef="#ctx0" brushRef="#br0" timeOffset="37012.7135">979 13020 467 0,'0'0'100'0,"0"0"-73"15,0 0 13-15,0 0 73 16,0 0-22-16,0 0-26 16,0 0-22-16,-23 0-2 15,20 0-19-15,0 0 2 16,2 0 13-16,-2 0-29 16,1 0 4-16,2 0 12 15,0 0-1-15,0 0-3 16,0 0-7-16,0 0-11 15,0 0 14-15,0 0-16 16,0 0 0-16,0 2 5 16,0 0-4-16,6 0 0 0,5-2 14 15,5 3-5-15,-1-3 13 16,3 0-6-16,0 0-9 16,1 0 9-16,-1 0-10 15,1 0-1-15,1 0 2 16,1-3-3-16,3 3 3 15,0-2-8-15,-2 2 0 16,2 0 11-16,-3 0-10 16,-3 0 2-16,-2 0 2 15,-1 0-2-15,-3 0 9 16,1 2-7-16,-2-2-5 16,2 3 1-16,4-1 4 0,-3 0-4 15,0-1-1-15,-2 1 0 16,-1-2-1-16,-1 0 6 15,-1 0-5-15,-2 0 3 16,1 0 0-16,-5 0-2 16,-2 0-1-16,-1 0 0 15,0 0 4-15,0 0-4 16,0-5-3-16,0-3-11 16,0-3-55-16,-1-4-73 15,-10 1-224-15</inkml:trace>
  <inkml:trace contextRef="#ctx0" brushRef="#br0" timeOffset="37522.8585">1264 12779 825 0,'0'0'57'0,"0"0"-30"16,0 0-15-16,0 0 74 15,0 0-18-15,0 0-36 16,-3 3-19-16,25-2-13 16,5 3 26-16,4 0 2 15,3 1-19-15,-3 2 15 0,-2-1-23 16,-1 4 1-16,-2 1 4 15,-4 6-2-15,2 0-3 16,-3 0 2-16,-3 3-3 16,0-1 3-16,-4 0-2 15,0 3-1-15,-2 0 11 16,-2 1-9-16,-5 2 12 16,-1 3 4-16,-4 2-4 15,0-3 6-15,0 0-2 16,0-2-12-16,-4 0 22 15,-8-1-26-15,3-4 13 16,-3-2-8-16,2-2 1 16,-2-2 5-16,-4-2-12 0,2 0-1 15,-2-4 7 1,1 0-5-16,0-4 0 0,3-1-2 16,0-2-19-16,0-1-34 15,0 0-100-15,3 0-156 16</inkml:trace>
  <inkml:trace contextRef="#ctx0" brushRef="#br0" timeOffset="51606.8886">876 16644 498 0,'0'0'95'16,"0"0"-92"-16,0 0 7 16,0 0-8-16,0 0 21 15,0 0 20-15,0 0-38 16,-17-3 17-16,17 3 89 16,0 0-35-16,-1 0 26 15,-1 0-23-15,0 0-17 16,2 0-11-16,-1 0-34 15,1 0-4-15,0 0 1 0,0 0-11 16,0 0-3-16,3 0 1 16,8-1 0-16,6-1 0 15,0-2-1-15,4-1 0 16,0 0 5-16,-3 1-5 16,3-1-3-16,-5 2 3 15,-1 1 5-15,-1-1-5 16,-3 2-2-16,-3-1 2 15,-2 1 0-15,-4 1 0 16,2 0-33-16,-1 0-8 0,1 0-55 16,1 0-22-1,-5 0-71-15,0 7-239 0</inkml:trace>
  <inkml:trace contextRef="#ctx0" brushRef="#br0" timeOffset="52025.3278">940 16977 525 0,'0'0'208'0,"0"0"-185"16,0 0-16-16,0 0 64 15,0 0-19-15,0 0-9 16,61-4-15-16,-40 1-2 16,1 1 6-16,-1 1-1 15,-2-3-5-15,1 4-9 16,1-2 11-16,-2 2-20 15,-1 0 14-15,0-3-9 16,-3 3 0-16,0-2-10 16,-2 0-3-16,-1 2 0 0,-4-1 8 15,-6-1-6 1,6 1-2-16,-6-3 1 16,1-1 0-16,-3 0-1 0,0-2-77 15,0-6-140-15,-8-1-212 16</inkml:trace>
  <inkml:trace contextRef="#ctx0" brushRef="#br0" timeOffset="52689.7129">804 16365 658 0,'0'0'103'0,"0"0"-42"16,0 0-18-16,0 0 61 16,0 0-48-16,0 0-56 15,-4-2 0-15,19 2 3 16,4 0 25-16,9 3-5 0,2 4-3 16,6 2 1-16,0 0 4 15,4 5-19-15,0 3-3 16,-1 3 1-16,3 0 2 15,-2 7-4-15,5 1-2 16,0-1 4-16,3 2-8 16,-5-1 10-16,-3 0-9 15,-6 4 5-15,-5 0-4 16,-2 2 1-16,-2 2-2 16,-3 0 6-16,-4-2 0 15,1-1-3-15,-5-4 0 16,1 0-1-16,-5 0-3 0,-4-1 4 15,-5-2 1-15,-1 4 1 16,0 2 5-16,-1 2 2 16,-15 3 10-16,-8 1-10 15,-3 2 4-15,-6 0 4 16,-4 1 7-16,1-7-16 16,-1-6 6-16,3-6-14 15,1-2 2-15,0-7 1 16,6-4-3-16,-1-1-2 15,7-5-28-15,-3-3-89 16,4 0-149-16</inkml:trace>
  <inkml:trace contextRef="#ctx0" brushRef="#br0" timeOffset="96012.8305">816 14543 602 0,'0'0'100'0,"0"0"-22"15,0 0-14-15,0 0 45 16,0 0-27-16,0 0-32 16,0 0 1-16,-16 0-24 0,16 0-1 15,0 0 10 1,0 0-15-16,0 0-15 0,0 0 4 15,0 0-1-15,0 0-8 16,0 0 2-16,0 0-3 16,7 0 0-16,8 0 8 15,6 0-14-15,0 0 7 16,4-3-1-16,-1 2 10 16,0-4-10-16,0 3 0 15,-2-1-3-15,-1-1 7 16,-6 1-7-16,0 0 3 15,-2-2 0-15,-2 3-1 16,4-1 1-16,-6 0 0 16,-3 0 0-16,-2 3 4 0,-1 0-5 15,1 0 1 1,-2 0-13-16,1 0-28 0,0 0-40 16,-3 0-66-16,0 2-14 15,0 5-143-15</inkml:trace>
  <inkml:trace contextRef="#ctx0" brushRef="#br0" timeOffset="96473.4697">947 14758 472 0,'0'0'69'0,"0"0"-43"0,0 0 60 16,0 0 54-16,0 0-86 16,0 0-26-16,-4 2 8 15,4-2 19-15,1 0 8 16,8 0-27-16,2 0-1 16,4 0 20-16,-2 0-33 15,2 0 1-15,2 0-7 16,2 0 0-16,3 0 10 15,1-2-24-15,2-5-2 16,2 0 23-16,-3 0-17 0,-4-1 14 16,-3 2-20-1,-2 2 4-15,-3 0 11 0,-5 1-15 16,-2 2 0-16,0-2 12 16,0 3-8-16,-5 0-1 15,0 0-2-15,3 0 0 16,-3 0 3-16,0-1-4 15,0 1 0-15,0 0-10 16,0 0-4-16,0 0-45 16,0-2-11-16,0-1-82 15,-10-1-77-15,-2-3-202 16</inkml:trace>
  <inkml:trace contextRef="#ctx0" brushRef="#br0" timeOffset="97556.7136">1007 14367 229 0,'0'0'88'16,"0"0"32"-16,0 0-69 15,0 0 57-15,0 0 0 16,0 0-19-16,-30-17-31 0,23 14-10 16,4 3 10-1,0-2 22-15,0 1-27 0,-2-1-6 16,2 1-1-16,0 0-7 16,0 1-8-16,3-2-7 15,0 2-9-15,0 0 6 16,0 0-20-16,0 0-2 15,0 0 1-15,0 0-2 16,11 0 1-16,5 2 1 16,1 3 1-16,2 2 8 15,5-1-8-15,0 0-1 16,1 1 0-16,2 1 0 16,3 1-3-16,-2-1 3 15,2 4 0-15,3-2 5 0,0 3-2 16,-2 2-3-16,-1 0 0 15,0 2 0-15,-5 0-5 16,-1 0 3-16,-6 0 2 16,3 0 6-16,-4 2-6 15,-3-3-2-15,4-1 0 16,-6 0-4-16,-2-1 10 16,-4-1-9-16,0 3 10 15,-6 0-12-15,0 2 7 16,0 2 0-16,0 1 9 15,-13-1-8-15,-1-1 10 16,-2 1-3-16,-2 0-6 16,-3 1 22-16,-3 0-15 15,2 1-4-15,-2-3 8 16,0 1-12-16,-1-3 3 0,4-2-4 16,3-2 12-16,3-3-12 15,2 0 0-15,-2-3-1 16,4-2-5-16,-1 0-35 15,1-5-82-15,-3 0-219 16</inkml:trace>
  <inkml:trace contextRef="#ctx0" brushRef="#br0" timeOffset="104108.4234">2335 13640 268 0,'0'0'207'16,"0"0"-157"-16,0 0-13 15,0 0 37-15,0 0 42 0,0 0-34 16,0 0-48-16,0 0 17 15,0 0-6-15,0 0 35 16,0 0-34-16,0 0-2 16,0 0-20-16,-6 0-19 15,-2-3-5-15,2 1-6 16,-4 2 6-16,2 0 3 16,0 0-3-16,-4 0-3 15,-2 2-5-15,0 7 6 16,-2 2 2-16,1-1 5 0,0-1-1 15,1 2 4 1,2-2-7-16,-2 1-1 0,4 0 1 16,1 3 0-1,0-2-2-15,-3 1 1 0,6 1 0 16,1-2 7-16,-1 1-7 16,-1-2 2-16,1-3-2 15,0 4 7-15,0 2-1 16,-3 0-6-16,3 4 4 15,-4 0 7-15,1 3-7 16,-2 0 3-16,3-2 0 16,1 1-4-16,1-2 10 15,0 0-13-15,-1 0 3 16,1 0 5-16,0 1-3 16,0 0-5-16,0-2 7 0,4 1-6 15,-3-2 3 1,2 0-4-16,-2-1 2 0,-1 2 3 15,0 0-5-15,0 1-2 16,-1-2 2-16,1 2 1 16,0-1 6-16,0 1-7 15,0-3 0-15,-1 1 3 16,2 0-3-16,1 1 0 16,-1-2 1-16,2 1-1 15,3-2 0-15,-3-1 0 16,3 2 0-16,-2 1 0 15,-2-2 0-15,0 3-3 0,2-2 3 16,-1 2 0-16,-1 0 2 16,-1 1-2-16,0 0 2 15,1-3-4-15,-3 4 3 16,1-4-1-16,3 3 1 16,0-1-1-16,-2-2-2 15,2 2 2-15,0 0 0 16,2-3-3-16,-3 1 3 15,4 2 0-15,-2 1 0 16,-1 3 2-16,3 0-2 16,-3-1-1-16,3 1 1 15,0-4-2-15,0 1 2 16,0 1 0-16,0-4 0 16,0 1-4-16,0-1 4 15,0 3 0-15,0-4 0 0,2 1 4 16,1 0-4-16,0 3 0 15,1-3 0-15,-3 5 0 16,1 1 2-16,-2-3-2 16,0 0 3-16,0 0-4 15,0 0 1-15,0-2 0 16,0-1 0-16,0 0 2 16,0 1 5-16,0-3-7 15,0 1 0-15,0 0-5 16,0-1 8-16,0 2-6 15,0 0 3-15,0 0 0 16,0 1 0-16,0-2-5 0,1-2 5 16,2 0-3-1,2-2 3-15,-2 2-2 0,0-2 0 16,0-1 4-16,3 3 1 16,1-1-3-16,-2 0 0 15,2 1 0-15,1-2 0 16,2 3 0-16,-1 0 2 15,5 0 0-15,0 2 0 16,3-1-4-16,4 1 4 16,1 0-12-16,6 0-5 15,5 0-83-15,0 0-103 16,1-5-171-16</inkml:trace>
  <inkml:trace contextRef="#ctx0" brushRef="#br0" timeOffset="107304.3882">22770 13549 622 0,'0'0'80'0,"0"0"-43"0,0 0-31 15,0 0 47-15,0 0-8 16,0 0-25-16,0 0-2 15,-5-8-17-15,7 8 6 16,5 0 12-16,0 0-5 16,1 0 11-16,-1 0-18 15,5 0 3-15,2 0 21 16,0 3-20-16,4-1 4 16,2 3 3-16,0-2-6 15,2 1 11-15,0 0-19 16,3 0 1-16,0 1 12 15,2-1-15-15,-2 0 5 16,1 1-5-16,1 3 1 16,-3-2-2-16,0 3-1 15,-3-2 0-15,0 3 5 0,-3 1-2 16,-2 0-3-16,0 2 0 16,-2 3 0-16,-1-2 3 15,-2 1-3-15,1 2 0 16,-1 0 4-16,0 2-1 15,0 0-3-15,0 1 0 16,0 1 0-16,-1 1 9 16,2-2-9-16,-1 1 0 15,2 3 11-15,-1-2-10 16,1 3 1-16,0-1 5 0,0 2-6 16,0-2 9-16,-2-2-9 15,0 1-1-15,0-2 11 16,-2 0-10-16,1 1 2 15,-1 0-2-15,-1-2 2 16,-1-1 5-16,0-2-8 16,-1 2 0-16,-1 1 9 15,3 1-7-15,-4-2 4 16,0 3 0-16,1-2 2 16,-2 4 6-16,0-1-14 15,0 1 0-15,0 0 12 16,-2 0-11-16,2 0 1 15,-1 0 4-15,1-2-6 16,1-1 5-16,-3 1-5 16,1 0 0-16,-1-1 4 0,3 0 1 15,-4-2-8-15,1 0 3 16,-1-4 0-16,0 2 0 16,0-1 0-16,0-1 0 15,0 2 0-15,0 2 1 16,0 1-1-16,0 2 2 15,-4 0 0-15,0 2-4 16,0 1 1-16,1-2 1 16,2 0 1-16,-2-3 1 15,0 0-2-15,0-3 0 16,0-1 1-16,0 1 1 16,0-1-2-16,-2 0 0 0,3-1-2 15,-3-2 2-15,2-1 0 16,-3 2 2-16,0 0-1 15,-2 0-2-15,0 0-4 16,-1-2 5-16,0 1-1 16,1-2 3-16,-1 0-2 15,2 3 7-15,-1-5-7 16,0 4-4-16,0-3 2 16,2-1 4-16,-3 3 7 15,0 0-7-15,0 1-4 16,0 1 4-16,-3 2-2 15,0 1 0-15,0-2 0 16,1 0 0-16,-2 0 0 16,2-3 1-16,5-3 0 15,-2 1-1-15,2-3 0 0,0 1 0 16,-1-1 0-16,-1 0 0 16,2 0 0-16,0 0 0 15,-1-1 0-15,0 1 0 16,-1-3 0-16,-1 1-13 15,-3 3 11-15,2-2 2 16,-5 1 6-16,3-1-3 16,-4 1-3-16,-1-2 0 15,1 1-1-15,-2-2 1 16,1 0-1-16,2-3 2 0,-1 1 1 16,2 0-2-16,3-1 0 15,0 0-5-15,2-1 15 16,-3 0-12-16,3 3 2 15,-1-3 0-15,-2 0-3 16,3 0 8-16,-3 1-6 16,0 4 1-16,-1-1-2 15,-2 3 2-15,1-3 3 16,0 1-2-16,3-2 0 16,2 1-1-16,3-3 0 15,2 1-4-15,1-2-3 16,3 0-21-16,0 0-27 15,0 0-55-15,0 0-41 0,-3-2-74 16</inkml:trace>
  <inkml:trace contextRef="#ctx0" brushRef="#br0" timeOffset="141495.1914">14424 14750 119 0,'0'0'271'0,"0"0"-239"16,0 0-6-16,0 0-19 15,0 0 76-15,0 0-20 16,0 0-39-16,0 0-4 15,1 0 0-15,4 0 1 16,1 0 23-16,3 0-1 16,6 0-8-16,-2 0-8 15,5 0-6-15,3 0-5 16,-2 0 3-16,4-3-3 16,0-1 14-16,-1 0-29 0,-2-1-1 15,1 1 10-15,-4 0-10 16,2 0 4-16,-5 1-4 15,-4 1 0-15,-3 2-10 16,-4 0-8-16,-1 0-44 16,-2 0 13-16,0 0-34 15,-9 0-17-15,-12 3 97 16,-4 6-49-16,-5 1 43 16,2-2-4-16,2 2 13 15,-1-4 8-15,5-1-2 16,1 0 13-16,5-2 10 15,5-2 11-15,4 0 16 16,4 1-15-16,1-2-14 16,1 0 18-16,1 0-19 0,0 0 3 15,0 0-15-15,0 0-10 16,0 0 11-16,3 0-9 16,13 0-5-16,5 0 25 15,6 0-13-15,0 0 6 16,3-3-6-16,2-1-10 15,-3-1 12-15,-4 0-15 16,-1 2 0-16,-6 0 0 16,-2 0 1-16,-2-1 0 15,-3 1-1-15,-3 2-48 16,-5-1-32-16,-3-1-105 16,0-4-185-16</inkml:trace>
  <inkml:trace contextRef="#ctx0" brushRef="#br0" timeOffset="144434.1927">22055 14829 583 0,'0'0'53'16,"0"0"-41"-16,0 0 3 15,0 0-8-15,0 0 108 16,0 0-61-16,101-41-33 0,-62 31-2 16,3 0 11-16,-2 0-6 15,3 2 15-15,-5-2-33 16,1 2 0-16,-8 1-4 16,-3 0-1-16,-4 1-1 15,-3 1 0-15,-5 2-2 16,-4 0 2-16,-4 3-67 15,-5 0-47-15,-3 0-81 16,0 3-46-16</inkml:trace>
  <inkml:trace contextRef="#ctx0" brushRef="#br0" timeOffset="144711.4643">22159 14922 434 0,'0'0'91'0,"0"0"-56"15,0 0-30-15,0 0 52 16,0 0 60-16,0 0-62 16,-6 34-20-16,32-29-7 15,7-4 24-15,9-1-4 16,3 0-33-16,3 0-5 15,-3-7-5-15,-2-3-3 16,-4 4-2-16,-3 0-11 16,-2 1-86-16,0-2-88 0,-2-3-298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1:03:30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952 8102 104 0,'0'0'34'0,"0"0"47"0,0 0-69 0,0 0-1 16,0 0 17-16,-39 0 13 0,35-9-16 0,2 1 4 15,2 5-17-15,0 3 45 16,0-1-10-16,0 1-28 16,0 0-5-16,-1 0 6 15,-1 0 11-15,1 0 17 16,-1 0 11-16,2 0-17 15,0 0 1-15,-1 0-2 16,1 0-18-16,0 0 6 16,-2 0 5-16,2 0-6 15,-1 0 10-15,1 0-3 16,0 0-13-16,-3 0-1 16,3 0-5-16,0 0-2 0,0 0-6 15,0 0 9-15,0 0-7 16,0 0-3-16,0 0-1 15,0 0 3-15,0 0-8 16,7 0 1-16,11 0 15 16,2 0 0-16,2 0-1 15,3 0 6-15,2 0-4 16,6 0 3-16,1-3-16 16,2-5 6-16,3 2-8 15,4 0 5-15,-1 1-3 16,-1 1 3-16,-6 1-6 15,-2 2-2-15,-8-2 1 0,-5 3-2 16,-4-2 1 0,-7 2 0-16,-3 0 0 0,-2 0 6 15,-4 0-6-15,0 0 0 16,0 0 0 0,0 0 2-16,0 0-2 0,0 0 1 15,0 0 3-15,0 0-8 16,0 0-9-16,0 0-50 15,0 0-79-15,0 0-127 16,-7 0-203-16</inkml:trace>
  <inkml:trace contextRef="#ctx0" brushRef="#br0" timeOffset="472.7327">967 8683 555 0,'0'0'148'0,"0"0"-136"16,0 0-2-16,0 0 89 0,0 0-4 16,0 0-45-16,0 0-26 15,0 0-16-15,0 0 6 16,34 3 35-16,-7-7-4 16,3-4-16-16,7-2-12 15,3 0-5-15,0 0 4 16,5 1-13-16,0 0-3 15,0 3 2-15,-5-1 4 16,-7 3-6-16,-3-2 0 16,-8 4 3-16,-1-1 2 15,-3 1-2-15,-2-1 3 16,-4 2-1-16,-1-2 14 16,-4 2-14-16,-1 1 5 15,0 0-9-15,-4-2 3 16,-2 1-3-16,2-2 0 0,2-5 5 15,2-5-6-15,1-8-47 16,-4-5-103-16,-3-7-281 16</inkml:trace>
  <inkml:trace contextRef="#ctx0" brushRef="#br0" timeOffset="1215.2129">900 7742 529 0,'0'0'160'0,"0"0"-120"16,0 0-16-16,0 0 25 16,0 0-20-16,0 0-14 15,10-1 0-15,11 1 24 0,1 0 1 16,5 1 4-16,3 2-6 15,0 1-17-15,7 1 33 16,2 2-31-16,4 1-6 16,11 4-1-16,4 0-11 15,2 2 2-15,3 3 0 16,-5-1-2-16,-4 4-2 16,0-1 2-16,-3 2-3 15,-3 2-2-15,4-1 3 16,-7 5-3-16,-5-4 0 15,0 2 0-15,-4 0 2 16,-3 0 2-16,-3 3-3 0,-5 2 1 16,-1 0-2-1,-7 3 5-15,-4-1 0 0,-4-1-4 16,-6 1 1-16,-3 0 1 16,0 1 6-16,0 2 1 15,-9 3 2-15,-10 5 1 16,-8 4-1-16,-6 4 5 15,-9 4-5-15,-7 4 0 16,-11 5-9-16,-8 4 16 16,-7 1-10-16,-1 1 6 15,7-5-11-15,8-4 10 16,6-8-9-16,3-3-3 16,10-9 1-16,8-6-2 0,7-4 2 15,6-7-4-15,6-5 1 16,5-7 0-16,3-6-2 15,5-4-11-15,2-1-32 16,0-1-42-16,0 0-100 16,-3 0-259-16</inkml:trace>
  <inkml:trace contextRef="#ctx0" brushRef="#br0" timeOffset="8488.8267">2006 7078 160 0,'0'0'116'0,"0"0"-49"15,0 0-28-15,0 0 34 16,0 0-3-16,0 0-20 16,0 0 44-16,0-6-55 15,0 6-5-15,0 0-11 16,0 0-20-16,0 0 8 0,0 0-5 15,0 0-4 1,-1 0 21-16,-6 0-3 0,1 6-6 16,-2 4-14-16,0 2 0 15,0 0 6-15,3 0-3 16,0 1-5-16,3-1 2 16,-1 2 0-16,1 0 3 15,1 1-3-15,-1 3 0 16,1 4-2-16,1 0 2 15,-2 6 0-15,2-2 2 16,0 6 0-16,0-1-4 16,0 1 0-16,0 2 2 15,2-1 2-15,4 1-1 16,1-2-1-16,-1-5 0 0,4-3 1 16,-2 0-3-16,3-1 2 15,2 3 0-15,0-1-2 16,2 0 11-16,3 3-11 15,0 0 2-15,2 3 0 16,0 2 7-16,1-2-7 16,-1 0 0-16,2-3 0 15,-1 1 3-15,1-4-3 16,-1 0 0-16,3 2 0 16,0-2-6-16,1-1 6 15,2 1 0-15,-7-3 1 0,5 0 6 16,-3 2-10-1,-2 2 3-15,-1 1 0 0,5 1 0 16,-2 3 0-16,-3 0 0 16,4 2 2-16,-6-2-2 15,2-3 0-15,-3-1 0 16,1-1 4-16,-3-1-3 16,0 0-1-16,2 0 2 15,-2-2-6-15,-1 2 8 16,-1 2-7-16,0 3 3 15,1 0 0-15,-2 0 3 16,4 1-3-16,-3 2 0 16,-2-4 4-16,2-2-4 15,-1-4-2-15,-2-5 0 0,1-1 4 16,-1-5 1-16,-3 2-3 16,4-1 0-16,-4 1-8 15,0-1 16-15,0 1-11 16,0 2 5-16,0 0-2 15,0-2 2-15,2 1-2 16,1 1 0-16,5 1-4 16,3-2 4-16,8 2-4 15,7-1-51-15,-4-11-171 16</inkml:trace>
  <inkml:trace contextRef="#ctx0" brushRef="#br0" timeOffset="22723.686">13612 5987 870 0,'0'0'97'0,"0"0"-37"15,0 0-8-15,0 0 9 16,-85 35 6-16,70-16-31 15,2 3-7-15,4 5 3 16,2 6-27-16,7 3-4 16,0 5-1-16,0 1 0 0,15-1 6 15,7-5-4-15,5-8 1 16,2-9-3-16,6-11-1 16,4-8 1-16,1-2-1 15,4-22 2-15,-4-8 6 16,0-9-7-16,-9-5-8 15,-10 2-2-15,-6-1-3 16,-12 0 13-16,-3 0-1 16,0-1 1-16,-15 5 3 15,0 6-3-15,-1 7 0 16,2 11 2-16,4 3 5 16,0 7 2-16,5 4 1 0,2 3-5 15,3 0 5-15,-2 0-10 16,2 12-2-16,0 12-5 15,0 12 5-15,6 6 1 16,4 2 0-16,1-1 1 16,-2 0 7-16,-5-4-1 15,1-2-3-15,-2-6-1 16,0-9 4-16,-3-5-2 16,0-9-4-16,0-7 3 15,0-1-2-15,0-6 6 16,3-14-7-16,1-12 2 15,7-3-2-15,7 1-10 16,0 7-30-16,0 13-9 0,-2 8 41 16,1 6-12-1,-3 3 12-15,4 14 1 0,2 6 6 16,-2-1-1-16,-1-2 3 16,-1-1-1-16,0-4 32 15,-3-3-20-15,4-7-10 16,-1-4 11-16,2-1-13 15,4-5 3-15,-2-15-3 16,1-7-44-16,-1-2-156 16,-6-2-302-16</inkml:trace>
  <inkml:trace contextRef="#ctx0" brushRef="#br0" timeOffset="23092.9841">14544 5768 863 0,'0'0'98'16,"0"0"-97"-16,0 0 23 0,13 92 87 15,-9-54 2-15,4 3-49 16,0 0-33-16,0-3 8 16,-1-1-24-16,0-8 1 15,-2-4-1-15,-1-9-9 16,-2-4 1-16,0-7-7 15,-1-4 0-15,-1-1 0 16,0 0-17-16,0-12-63 16,0-9-139-16</inkml:trace>
  <inkml:trace contextRef="#ctx0" brushRef="#br0" timeOffset="25856.8625">13125 6922 859 0,'0'0'142'0,"0"0"-105"16,0 0-21-16,0 0 50 15,0 0-12-15,0 0 32 16,86-44-36-16,-53 19-14 16,3-4-7-16,-2-4-14 15,-3 1-6-15,-4-2-9 16,-8 4 4-16,-7 3 3 15,-8 4-6-15,-4-1-1 16,0 5 0-16,-16 1-5 0,-7 5-8 16,-3 5-3-1,-4 4-7-15,-1 4 17 0,1 0-5 16,1 0 9-16,6 6-1 16,10 0 6-16,5-3-2 15,7-3-1-15,1 0 0 16,1 0-14-16,17 0 7 15,14 0-17-15,5-7 24 16,8-4 3-16,0 1 3 16,-2 5-6-16,-6 5 0 15,-6 0 4-15,-7 1-4 16,-7 16-4-16,-9 6 3 16,-8 9 2-16,0 4-1 15,-8 5 13-15,-12 1-6 0,-1-1 27 16,2-5-32-16,4-7 7 15,4-5-3-15,6-9-6 16,5-5-2-16,0-10-8 16,5-5-106-16,9-20-268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1:07:11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17465 2204 638 0,'0'0'33'0,"0"0"6"16,0 0-10-16,0 0 13 15,0 0-3-15,0 0-17 16,0 0-11-16,0 0-2 15,-19 37 0-15,19-19 19 16,0 3-26-16,0 4 13 16,0 0 2-16,0 0-1 15,0 0-7-15,4-6-9 16,4-1 2-16,-2-4-1 16,1-4-1-16,0-3-3 15,4-7-28-15,3 0-135 0,-2-14-252 16</inkml:trace>
  <inkml:trace contextRef="#ctx0" brushRef="#br0" timeOffset="307.2382">17674 2155 390 0,'0'0'138'16,"0"0"-131"-16,0 0-2 15,0 0 42-15,0 79 25 0,4-56 1 16,4 1-49-16,1 0-4 16,-2-1 2-16,1-2-20 15,-4-3 4-15,1-2-6 16,-1-2 5-16,-2-5-4 15,-1 1-1-15,-1-5-62 16,0-5-129-16,0 0-299 16</inkml:trace>
  <inkml:trace contextRef="#ctx0" brushRef="#br0" timeOffset="726.0759">17341 2369 312 0,'0'0'217'0,"0"0"-164"16,0 0 37-16,0 0-56 15,0 0 12-15,0 0-2 16,-13 17-36-16,13-1 9 16,12 8 17-16,3 3 2 0,3 6 5 15,-3 4-30-15,7 2 0 16,-3 1 8-16,-1-5-7 16,3-1 8-16,-4-9-11 15,2-2-6-15,-1-7 6 16,1-8-9-16,4-4 0 15,2-4 12-15,3-3-10 16,4-18-2-16,3-8 3 16,-2-10-3-16,2-6-9 15,-1-3-32-15,-3 0-23 16,1 7-39-16,-4 10-102 16,-5 6-97-16</inkml:trace>
  <inkml:trace contextRef="#ctx0" brushRef="#br0" timeOffset="6440.834">8596 6909 219 0,'0'0'12'0,"0"0"-6"15,0 0 8-15,0 0 95 16,0 0-26-16,0 0-12 15,0 0-32-15,0 0 32 16,6-12 9-16,-6 12-17 16,0 0-9-16,0 0-4 15,0 0-21-15,0 0 14 16,0 0-36-16,0 0 6 16,0 0 7-16,0 0-12 0,0 0-5 15,0 0-3 1,0 0 0-16,0 0 0 0,2 0 0 15,-2 0 0-15,4 3 3 16,-1 6-2-16,2 1 6 16,-2 2-7-16,2 1 5 15,0 1 20-15,0 0-25 16,2 0 15-16,1 0-5 16,0 0-4-16,-2 0 0 15,3-4-6-15,-3 0 6 16,1-4-6-16,0 1 7 15,-3-4-7-15,-1-2 4 16,0 1-4-16,-1-2 1 16,4 0 8-16,1 0 43 15,0-10-4-15,3-5-31 16,3 1-4-16,-1-3-5 16,0 1-7-16,0 2 7 0,-3 0-8 15,1 0 0-15,2 3 6 16,0 0-5-16,1 1 1 15,-1 3-4-15,1 2-24 16,4 3-44-16,1 2-110 16,-2 0-49-16,-1 0-359 15</inkml:trace>
  <inkml:trace contextRef="#ctx0" brushRef="#br0" timeOffset="7858.5169">8188 9554 696 0,'0'0'48'0,"0"0"-13"15,0 0-17-15,0 0 67 16,0 0-6-16,0 0-48 16,0 0-13-16,0 0-15 15,0 0-2-15,0 0 1 16,0 0-2-16,0 7 0 16,0 0 22-16,0 6 9 15,0-1 3-15,4 5-5 16,3 0-14-16,-3 7 2 0,3-1-9 15,0 2-4-15,4 0 12 16,-2-2-15-16,0-1 3 16,0-5-4-16,-1-2 0 15,0-5 6-15,-2-4-6 16,-1-2 5-16,-2-3-8 16,1-1 5-16,0 0-2 15,4 0 21-15,1-7 7 16,7-12-5-16,1-5-12 15,2-5-5-15,0 1-5 16,2 0 9-16,0 2-8 16,0 2-2-16,-3 6-3 15,0 1 0-15,-5 5-12 16,-2 7-36-16,-2 3-28 16,0 2-84-16,-2 0-24 0,0 0-154 15</inkml:trace>
  <inkml:trace contextRef="#ctx0" brushRef="#br0" timeOffset="17891.1636">8539 7693 864 0,'0'0'67'0,"0"0"-28"16,0 0-4-16,0 0 1 0,-80-2 52 16,63 10-23-16,3 0-34 15,2 3-22-15,-1 0 3 16,6 2 2-16,1-1-14 15,5-2 0-15,1 1-1 16,0 0 1-16,3 0-5 16,16-1 2-16,7-3 3 15,9-2-1-15,1-4 1 16,0 3 0-16,-3-1 3 16,-6 3-1-16,-4 5-2 15,-6 2 3-15,-4 2-1 16,-6 3-4-16,-2 3 2 15,-5 3-6-15,0 1 6 0,-6 1 10 16,-10 0 11-16,-1-2 11 16,1-6-4-16,3-1 2 15,1-4-21-15,4-4-8 16,4-4 5-16,1-3 0 16,3-2-6-16,0 0 0 15,0 0-20-15,0 0-39 16,0-16-63-16,7-7-320 15</inkml:trace>
  <inkml:trace contextRef="#ctx0" brushRef="#br0" timeOffset="18201.3314">9005 7624 778 0,'0'0'225'15,"0"0"-163"-15,0 0-6 16,0 0 10-16,0 0-1 16,0 0-33-16,-34 38-9 15,23-9 6-15,2 5 3 16,0 2-23-16,2-1 10 0,1-1-16 15,0-4-1-15,2-4 2 16,2-5-3-16,-1-5-1 16,0-4-27-16,0-11-95 15,-6-1-106-15,-5-11-301 16</inkml:trace>
  <inkml:trace contextRef="#ctx0" brushRef="#br0" timeOffset="18351.9284">8744 7737 959 0,'0'0'102'16,"0"0"-8"-16,0 0-38 16,0 0-23-16,0 0-18 15,0 0-15-15,-4-5-3 16,27 19-1-16,12 4-4 16,8 1-192-16,0 0-195 0</inkml:trace>
  <inkml:trace contextRef="#ctx0" brushRef="#br0" timeOffset="18493.5489">9181 7994 845 0,'0'0'169'15,"0"0"-65"-15,0 0 6 16,0 0-11-16,0 0-41 16,0 0-48-16,4 0-10 15,1 0-104-15,0 0-249 16</inkml:trace>
  <inkml:trace contextRef="#ctx0" brushRef="#br0" timeOffset="19423.8984">9126 9939 739 0,'0'0'164'0,"0"0"-78"16,0 0-20-16,0 0 10 15,0 0-31-15,0 0-24 16,-106 61-12-16,57-21 11 16,1-3 17-16,8-2-16 15,12-8-14-15,15-6-7 16,9-7 0-16,4-2-1 16,1-3-15-16,22-2 15 15,12-3-4-15,6 0 10 16,4-4-4-16,1 0 0 15,-6 2 2-15,-2 4-2 0,-9 3-1 16,-9 4-5-16,-4 4 1 16,-12 4 2-16,-4 3 2 15,0 4 0-15,-20 3 2 16,-1 2 17-16,-3-2-4 16,1 1 8-16,4-6-2 15,6-7-2-15,5-9-9 16,4-5-10-16,4-5-1 15,0 0-1-15,0-2-78 16,7-23-130-16,8-9-342 16</inkml:trace>
  <inkml:trace contextRef="#ctx0" brushRef="#br0" timeOffset="19701.6902">9603 9958 908 0,'0'0'242'0,"0"0"-208"16,0 0-29-16,0 0 23 16,0 0 5-16,0 0-23 15,-5 49 1-15,-2-16 4 16,0 6 13-16,-4 4-6 0,0 1-4 15,0 0-11 1,0-10 8-16,0-4-13 0,2-7-2 16,-3-9 0-16,-2-3-21 15,-4-8-78-15,-6-3-199 16</inkml:trace>
  <inkml:trace contextRef="#ctx0" brushRef="#br0" timeOffset="19874.3556">9293 10077 892 0,'0'0'170'15,"0"0"-170"-15,0 0-4 0,0 0 4 16,0 0 17 0,0 0-16-16,97 87-1 0,-55-63-15 15,2-2-221-15,0-6-384 16</inkml:trace>
  <inkml:trace contextRef="#ctx0" brushRef="#br0" timeOffset="20013.9816">9782 10357 708 0,'0'0'137'16,"0"0"-4"-16,0 0 24 16,0 0-26-16,0 0-40 15,0 0-59-15,0 3-30 16,0-3-2-16,0-10-105 15,0-9-467-15</inkml:trace>
  <inkml:trace contextRef="#ctx0" brushRef="#br0" timeOffset="43290.5216">8678 8368 201 0,'0'0'101'0,"0"0"0"16,0 0-30-16,0 0 13 16,0 0 51-16,0 0-63 15,0 0-16-15,-9 0 9 16,8 0-20-16,-1 0 33 15,0 0 17-15,0 0-48 16,0 0-6-16,1 0-17 16,-1 0-7-16,2 0 27 15,0 0-42-15,0 0-1 16,0 0 5-16,0 0-4 16,0 0-3-16,14 0 1 15,7 0 0-15,4-3 0 16,2-1 4-16,-2-2-4 0,2 0 1 15,0-1 3 1,1 1-4-16,-2 2 0 0,-7-1 2 16,-4 1-9-16,-1 2 7 15,-7 2 0-15,-4 0 2 16,0-1 1-16,-3 1-3 16,0-2 0-16,1 2 0 15,-1-1 1-15,0 1-1 16,2-2-8-16,-1 1-37 15,5-3-67-15,1-5-115 16,3-2-322-16</inkml:trace>
  <inkml:trace contextRef="#ctx0" brushRef="#br0" timeOffset="44990.7512">9086 10931 568 0,'0'0'151'0,"0"0"-70"15,0 0-62-15,0 0 44 16,0 0 37-16,0 0-10 16,-11-5-18-16,11 5-53 15,0 0 6-15,0 0-13 16,0 0-2-16,0 0-4 15,0 0-6-15,0 0 0 16,3-1-1-16,13-4 8 16,11-1-7-16,6 0 2 0,3-3-1 15,0 2 4 1,4 0-5-16,-4 2 0 0,-3-2 2 16,-1 2 2-16,-5 1-5 15,-4 0 1-15,-4 0 0 16,-6 1-2-16,-7 3 2 15,-4-2 0-15,-2 2 3 16,0 0 2-16,0 0-5 16,0 0 1-16,0 0 0 15,0 0 2-15,0 0-3 16,0-1 0-16,0 1-4 16,3 0-1-16,1 0-92 15,3 0-136-15,-2 0-1 16</inkml:trace>
  <inkml:trace contextRef="#ctx0" brushRef="#br0" timeOffset="47083.8189">10550 7995 371 0,'0'0'161'16,"0"0"-96"-16,0 0 38 15,0 0-34-15,0 0 9 16,0 0-62-16,0 0 31 15,0 0-16-15,0 0-22 16,0 0 2-16,0 0-11 16,0 0 0-16,0 0-7 0,3 0 7 15,10 0 0-15,3 0-1 16,4 0 2-16,2 0 3 16,0 3-4-16,0-1 0 15,2 1 2-15,-4 2 4 16,6-2-6-16,1 1 0 15,3 1 0-15,3-3 0 16,1 2 0-16,2-1 0 16,4 3 0-16,2-2 6 15,1 0-8-15,2-2 4 16,4-2 1-16,3 0 3 16,7 0-6-16,5 0 0 15,2 0 11-15,-1 0-10 0,-3 0-1 16,-2-2 1-1,3 1 0-15,2 1 10 0,3 0-11 16,3 0 0-16,-4 0 6 16,-1 0 3-16,-5 5-11 15,-1 2 5-15,-4 0-3 16,-2-3 5-16,-2 1-5 16,-2-2 0-16,-2-2 0 15,-5 0 11-15,-2 2-11 16,-2-3 1-16,0 3 3 15,1 1-4-15,5 1 3 16,1 3-3-16,5-2 22 16,-3 2-15-16,1 2-8 15,3 0 3-15,-1 2-2 0,7 0 11 16,0 0-11-16,2-1 0 16,-1 3 1-16,1-3 1 15,-3 0-4-15,-4 2 4 16,-2-1-2-16,0 2 1 15,-5-1-1-15,2 0 0 16,-2 1 2-16,-1 0 1 16,-3 0-3-16,1-1 0 15,-3-1 0-15,2-3 5 16,-2 3-5-16,-3-4 0 16,-1 2 2-16,0-1-1 15,-3-2-2-15,-5 1 1 16,-3-1 0-16,1 1 0 0,-5 0-5 15,-4 3 5-15,0-2 1 16,-1 0 5-16,-2 1-6 16,2-1 0-16,-2-1 0 15,0 0-4-15,-2-1 4 16,1 0 0-16,1 0-1 16,0 1 6-16,0-3-5 15,-4 1 0-15,-1-3 0 16,-2 2-3-16,-1-3 3 15,-5 1 0-15,1-2-2 16,-1-1 6-16,-1 0-4 16,0 0 0-16,0 0 8 0,0 0-15 15,0 0 7 1,0 0-98-16,-10 0-111 0</inkml:trace>
  <inkml:trace contextRef="#ctx0" brushRef="#br0" timeOffset="48770.2659">10459 10236 536 0,'0'0'26'0,"0"0"-12"15,0 0-8-15,0 0-1 16,0 0-5-16,0 0 9 16,82-26 43-16,-49 14 29 15,4-1-49-15,7-3-21 16,2-1 11-16,4-3-20 0,1 0 4 16,3-3-5-16,3-2-1 15,3 1 7-15,2-2-7 16,4-2 0-16,2 0 26 15,10 0-19-15,2-2-2 16,-2 1-1-16,2-3-4 16,-5 1 8-16,-1 0-8 15,0-1 0-15,0 2-5 16,-7 2 13-16,-4-2-10 16,-6 5 2-16,-6 0 0 15,-1 2 2-15,-2 0-2 16,-2-1 0-16,0-1 0 15,-4-1 9-15,0 0-9 0,0 1 1 16,-4 1-1-16,1-2 9 16,1 1-9-16,2-1 0 15,0 2 17-15,4 0-13 16,-1 1-8-16,1 3 4 16,-2-2 0-16,-3 4 7 15,0 0-7-15,-4 1 0 16,3 1-1-16,-3 2 1 15,-1-1-2-15,0 2 2 16,-2 0 2-16,-3 1-2 0,-1 0-2 16,-1-1 2-1,-1 1 9-15,-1 0-6 0,-2 0-3 16,-3 2 3-16,0 0-1 16,-4 3 5-16,4-1-6 15,-4 0 4-15,2 1 5 16,0 0-10-16,-2 1 0 15,3 1 2-15,-5-1 0 16,5 0-3-16,-3 1 1 16,0-1 0-16,1 1 0 15,-1-1 1-15,0 2-1 16,1-1 3-16,1-2 5 16,1 2-5-16,0-1-3 15,2 0 0-15,-1-2 8 16,3 1-8-16,2-3 0 0,-1 3-2 15,3-2 3-15,-3 4-3 16,0 0 2-16,-2-2 0 16,0 4 5-16,-2 1-5 15,-4-2-2-15,0 0 1 16,-3-3 1-16,1 3 0 16,0-2 0-16,0-1 0 15,1 0 22-15,0 0-17 16,1-1 2-16,-2 1-3 15,2 2-4-15,-3 1 8 16,-2-1-8-16,-1 3 0 16,-3-1-1-16,-4 3 1 0,-2-2 0 15,0 1 4 1,-2-1-2-16,4 1 0 0,-1-3-1 16,2-2 1-16,1-2 35 15,1-1-28-15,1-1-3 16,0 2 6-16,-1 1-7 15,-1 0-3-15,-1 2-2 16,-3 2 2-16,0-2 0 16,4 1-2-16,-1 0-2 15,-1 3-2-15,1-1 6 16,-2 1-6-16,-2-1-1 16,5 2 5-16,-1-2-7 15,-2 1-10-15,0-1-2 0,-1 0-31 16,-2-1-42-1,-1-4-60-15,0-3-330 0</inkml:trace>
  <inkml:trace contextRef="#ctx0" brushRef="#br0" timeOffset="49525.1166">13796 8186 258 0,'0'0'317'0,"0"0"-260"15,0 0-43-15,0 0-7 16,0 0 49-16,0 0 12 0,14 0-35 15,2 0 0-15,3 2-20 16,4 3 8-16,3 1 20 16,6 2-31-16,2 3 7 15,3 3-16-15,1 3 2 16,2 6 8-16,0 1-11 16,0 1 0-16,1 3 1 15,-4-2 5-15,-3 1-9 16,-1-1 3-16,-7 4 0 15,-3 1 4-15,-3 0-4 16,-4 2 0-16,-1-2 1 16,-1 0 7-16,-3 3-12 15,-3-2 6-15,-1-2-2 16,1-1 15-16,-3-1-8 0,-1-2 1 16,-1 1 12-16,-3-1-7 15,0 1 17-15,0-3-10 16,0 1-1-16,-14-1 5 15,-5 3-15-15,-2 1-6 16,-7-4 27-16,-2 3-14 16,0 2-2-16,-2-1-10 15,1 2-1-15,2-1 4 16,2 1-7-16,3-5 4 16,3 0-3-16,2-1 5 15,5-7-10-15,2 0 4 0,3-5-3 16,2-4-82-1,-2-4-129-15,-2-4-259 0</inkml:trace>
  <inkml:trace contextRef="#ctx0" brushRef="#br0" timeOffset="62140.7753">15904 12194 413 0,'0'0'129'0,"0"0"-18"15,0 0-55-15,0 0-26 0,0 0 37 16,0 0-34-16,0 0 67 16,0 0-70-16,-30-15 9 15,30 15-37-15,0 0 0 16,0 0 18-16,0 0-18 16,0 0-4-16,0 0-4 15,0 0 5-15,0 0-5 16,8 0 4-16,9 0 2 15,7 0 12-15,3 0-7 16,3 0-5-16,1 1 3 16,1-1-2-16,3 0 4 15,-1 0-5-15,1 0 0 0,-2 0 0 16,-3 0 10-16,-1 0-16 16,0 0 6-16,0 0 0 15,0 0 3-15,-2 0-3 16,-2 0 0-16,-3 0 0 15,-8 0 5-15,-1 0-5 16,-7 0 0-16,-5 0-1 16,0 0 1-16,-1 0-1 15,0 0 1-15,0 0-2 16,0 0 2-16,0 0 0 16,0 2 0-16,4 1-9 15,5 1 9-15,1 1-11 16,-3-1-216-16,-3-4-272 0</inkml:trace>
  <inkml:trace contextRef="#ctx0" brushRef="#br0" timeOffset="70593.6533">5656 14558 57 0,'0'0'110'0,"0"0"-27"15,0 0-37-15,0 0-10 0,0 0 54 16,0 0-9-16,0 0-39 15,0 0 28-15,-67-22 7 16,60 19-16-16,-1-1-16 16,2 0-15-16,0 1-6 15,2 0 7-15,0 0-14 16,2 3 4-16,2 0-20 16,0 0-1-16,-1 0 0 15,1 0 0-15,0 0-1 16,0 0-9-16,0 0 10 15,0 7-5-15,0-1 5 16,0 1 0-16,0-2 0 0,7-1 1 16,3 1-1-16,4-2 0 15,8-2 3-15,5-1 2 16,3 0-2-16,3 0-3 16,1 0 13-16,5 0-12 15,1 0 9-15,-1 0-10 16,0 0 1-16,0 0 10 15,1 0-11-15,0-3 0 16,-3-2 7-16,-1 2-7 16,0 1 6-16,0 0-6 15,1-3 1-15,6 3 10 16,2-1-11-16,4-1 0 16,-1-1 4-16,6 1-1 0,1 0-2 15,-3-3 3-15,-3-1-2 16,0 0-4-16,-4-2 4 15,-3 1-2-15,1-2 16 16,-5 2-16-16,-3-2 12 16,1 2-7-16,-5-1-1 15,-1 1 13-15,0-1-17 16,-3 2 0-16,1 1 5 16,-4 0 1-16,3 2-7 15,-3-2 1-15,-6 2 0 16,1 1 2-16,-1 1-2 15,-6 0 0-15,3 1-1 16,-3-3 5-16,1 2-5 0,-4 1 1 16,3-3 0-16,-1 3-2 15,2-4 2-15,2 0 0 16,-3 1 1-16,-2 0 4 16,3-1-9-16,-6 1 4 15,2 1 0-15,-5-1 3 16,2 0-3-16,-3 1 0 15,1-3 7-15,-1 2 1 16,-3 0-4-16,1-2 31 16,-1 0 3-16,0-6-26 15,0-1-12-15,-1-1 0 16,-8-2 1-16,-5 0 6 16,-3-1-10-16,-4 3 3 15,0-1 0-15,-1 3-1 0,-4 1 1 16,0 2 0-16,-6-2 12 15,0 3-10-15,-4 1 8 16,0 0-8-16,-2 1 4 16,-2 2 10-16,-1-1-16 15,0 3 0-15,-2 0-6 16,0 1 21-16,0 0-17 16,-3 1 4-16,4 1-2 15,-1 0 0-15,5 0-4 16,5 0 4-16,-1 5 3 15,1-1 0-15,0 5-5 16,-3 1 4-16,-5-1-2 0,-2 2 0 16,-2-1-1-16,5 0 1 15,-1 0-6-15,3-4 13 16,1 2-7-16,-1-3 0 16,-4-1 2-16,2 0-4 15,-2 0 0-15,2-4 2 16,1 3 0-16,2-3 2 15,2 0-2-15,4 2 3 16,3-2-3-16,1 0 3 16,2 3-7-16,-1 2 10 15,-2 2-11-15,-3 4 6 16,-2-1-1-16,-1 0 0 16,-2 2 1-16,1 0-4 0,2 0 3 15,1-2 0 1,5 0 1-16,6-3 1 0,4-2-2 15,7 0 0 1,3-1 0-16,-2 2-1 0,6 1-1 16,-6 1 2-16,1 3-3 15,-2 3 3-15,0 3-1 16,-4 5-2-16,-1-2 6 16,0 4-3-16,5-4 0 15,1 0 0-15,9 1-10 16,0-1 10-16,0 1-2 15,21 0-8-15,7-2 14 0,14-4-7 16,16-6 3-16,19-7 0 16,19-2 4-16,16-5-4 15,7-16 0-15,-2-3 4 16,-7-2 1-16,-14 1-2 16,-7 0-3-16,-12 0 0 15,-8 0 4-15,-8-1-4 16,-10-1-6-16,-12-1 3 15,-11 1 3-15,-13 1-3 16,-8-1-6-16,-7 3-23 16,-30 6-25-16,-31 8-86 15,-28 10-21-15,-21 7-40 16,-19 21 57-16,-9 13-75 16</inkml:trace>
  <inkml:trace contextRef="#ctx0" brushRef="#br0" timeOffset="74407.5556">5620 13634 372 0,'0'0'173'0,"0"0"-28"16,0 0-73-16,0 0-22 16,0 0 98-16,0 0-113 15,0 0 43-15,-74-66 0 16,63 66-51-16,4-2 4 15,-3 2-11-15,-1 0-16 0,-2 5 11 16,4 12-15 0,-4 7 0-16,4 2-2 0,6 1 8 15,3-1-10-15,0 1 4 16,7-2 0-16,8-6 4 16,4-2-4-16,2-8 0 15,-1-6 0-15,5-3 4 16,-3 0-4-16,-1 0 0 15,-2-15 2-15,-2-7-6 16,-7-2 0-16,-8 1-27 16,-2 0 23-16,0 2-46 15,-12 4 9-15,-3 5-2 16,-4 4 11-16,7 3 28 0,-3 4-18 16,7 1 23-16,5 0-17 15,1 0-11-15,2 0 14 16,0 11 15-16,0 1 2 15,0 3-2-15,7-3-5 16,9-5 7-16,1 3 3 16,5-8-1-16,2-2-2 15,-2 0 0-15,2 0 2 16,-3-12-5-16,-3-2-15 16,0-1-27-16,-8-2 45 15,-4 1-32-15,-3 1 21 16,-3 3 10-16,0 6 1 15,0 0-1-15,0 5 1 16,0 1 0-16,0 0 19 0,0 0-19 16,0 7-4-1,0 12 2-15,0 9 4 0,0 6 0 16,0 7-2-16,5-1 0 16,1-1 19-16,0-5-17 15,-1-7 5-15,0-5 1 16,-2-8-6-16,-2-3 3 15,1-7-5-15,-2-4 0 16,0 0 22-16,0-3 24 16,0-15 35-16,-3-9-80 15,-9-7 0-15,3-3-2 16,2-1-1-16,-2 1-29 0,7 1 31 16,2 6-46-1,0 7 24-15,0 3 12 0,2 6-1 16,13 4-2-16,-1 3-16 15,0 2 21-15,7 5-2 16,-3 0 10-16,-2 2-2 16,-2 11 1-16,-1 4-2 15,-6 4 3-15,-5 5-1 16,-2 2 4-16,0 0 4 16,-8 2 16-16,-8-1 20 15,3-5-23-15,1-2-13 16,4-8-3-16,1-2-4 15,5-4-41-15,1-6-71 0,-1-2-180 16</inkml:trace>
  <inkml:trace contextRef="#ctx0" brushRef="#br0" timeOffset="75108.8101">5992 13851 260 0,'0'0'215'15,"0"0"-184"-15,0 0-16 16,0 0 187-16,0 0-109 16,0 0-64-16,61-43-19 15,-50 20-10-15,2-1 0 16,-4 1-8-16,-5 6 8 16,-2 2-33-16,-2 5 24 0,0 4-27 15,0 3-11-15,-8 3 20 16,1 0-73-16,-2 9 90 15,0 8 2-15,0 3 8 16,6-1 4-16,-3 3 5 16,5-3-9-16,1 1 0 15,0-4 2-15,0-6-12 16,10 0 10-16,2-8 0 16,4-2 12-16,-2 0-10 15,7-2 6-15,-3-13-8 16,1 0 0-16,-1-2-3 15,0-3-40-15,0 2-21 16,-5 1 16-16,2 3-52 0,-6 4 56 16,-3 1 36-1,2 4 8-15,-3 0 31 0,0 2-14 16,-2 1 56-16,0 0-33 16,1 2-34-16,1 0-5 15,5 0 10-15,-2 0-11 16,4 10 19-16,-1 7 21 15,-1 5-13-15,-4 1 0 16,-5 4-27-16,-1-4 1 16,0-3 11-16,0-3-7 15,-3-5-5-15,-1-5 3 16,2-6-3-16,-2-1 21 0,2 0-21 16,2-13-41-16,0-6 8 15,2 0 26-15,10 4 2 16,-1 1 10-16,-4 4 0 15,6 6 65-15,2 1-15 16,0 3 13-16,2 0-12 16,3 0-52-16,0 10 7 15,3 3-11-15,-2 1 0 16,-4-3-13-16,0-1 13 16,-8-5-251-16</inkml:trace>
  <inkml:trace contextRef="#ctx0" brushRef="#br0" timeOffset="75249.4301">6532 13931 740 0,'0'0'37'0,"0"0"-37"15,0 0-66-15,0 0-328 16</inkml:trace>
  <inkml:trace contextRef="#ctx0" brushRef="#br0" timeOffset="92842.7475">17623 13704 556 0,'0'0'154'16,"0"0"-55"-16,0 0-37 15,0 0 27-15,0 0-6 16,0 0 22-16,0 0-38 16,-61-45-29-16,61 45 3 15,0-1-41-15,0 1 0 16,0 0-2-16,0 0 2 15,0 12-8-15,0 9 6 16,0 9 4-16,0-1 9 0,0 1-11 16,3-2 0-1,3-6 1-15,2-2-1 0,0-4 0 16,-2-4-3-16,0-7 8 16,1 0-16-16,0-5 11 15,2 0 0-15,4 0 14 16,7-3-11-16,3-16 8 15,4-5-11-15,0-3 8 16,1-5-15-16,2 3 7 16,-3-1 0-16,3 7-11 15,-3 6-41-15,-2 5-86 16,-4 8-107-16,-9 3-198 16</inkml:trace>
  <inkml:trace contextRef="#ctx0" brushRef="#br0" timeOffset="93824.899">17700 16195 469 0,'0'0'104'16,"0"0"-63"-16,0 0 26 16,0 0 12-16,0 0 22 0,0 0 21 15,0-28-72-15,0 28-37 16,0 0-13-16,0 0-2 15,0 1-11-15,0 15 12 16,0 5 1-16,2 3 1 16,3 3 5-16,-2 0-5 15,6 2-1-15,-3-2 3 16,3-1 7-16,0-4-10 16,1-7 0-16,2-3 2 15,-3-7 2-15,2-2-4 16,8-3 11-16,7-3-9 15,12-19 39-15,13-10-41 16,8-8 6-16,8-5-16 16,1-3-105-16,-10-7-330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1:09:00.9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953 2501 243 0,'0'0'90'0,"0"0"-52"16,0 0-34-16,0 0 8 15,0 0 5-15,0 0-4 16,0 0 7-16,0 26-15 16,0-26 11-16,0 1-16 15,0 1 0-15,0-2-3 16,0 1 3-16,0-1-29 0,1 0-102 15,3 0-48 1</inkml:trace>
  <inkml:trace contextRef="#ctx0" brushRef="#br0" timeOffset="1666.7281">970 2369 387 0,'0'0'71'16,"0"0"-33"-16,0 0-6 15,0 0-6-15,0 0 28 16,0 0 1-16,-37 14 44 16,23-5-57-16,1 2-33 0,1 2 12 15,-3 2-21-15,6 2 0 16,-2 2 12-16,-2 6-10 15,1-2 15-15,2 6-1 16,1 3-11-16,1-1 22 16,2 0-22-16,2 1 3 15,4-5-1-15,0 0-5 16,0 1 1-16,0-3-3 16,0 0 2-16,6-2-1 15,3 2-1-15,3-1 0 16,6 0 1-16,2 2-1 15,2-2 0-15,0 1 0 0,3-3 3 16,0 1-2 0,3-1-1-16,4 0 0 0,2 0 3 15,4-2 0-15,5 1-3 16,1 0 0-16,6-1 2 16,-1-1-8-16,2-2 6 15,-2-2 0-15,-1-1 0 16,6-3 0-16,2 1-2 15,2-3 1-15,2-3 2 16,-3-1-4-16,4-4 3 16,-3-1 0-16,0 0 2 15,-1 0 2-15,0 0-2 16,1-4-2-16,-2-4 2 16,-2 1-2-16,1-1 0 15,-4-1 1-15,1 0-2 0,2-4 5 16,1-2-7-16,-1 1 6 15,-2-5 3-15,-3 2-6 16,-4 0-9-16,-5 0 9 16,0 0-1-16,-4 0 6 15,0 0-5-15,0 0 3 16,-2 2-3-16,-3 0 0 16,-1 1-3-16,0 0 3 15,1 3 3-15,-1-2-1 16,3 3-1-16,0-2-1 15,0 0 4-15,1-1-4 16,5 0-1-16,0 0 1 0,2 1 7 16,0 0-7-16,2 0 3 15,2 3-2-15,1 1 3 16,4 2 3-16,4 2-7 16,1 2 0-16,7-1 3 15,0 3 2-15,1 0-5 16,0 0 0-16,-4 0 0 15,-1 0-7-15,2 3 7 16,0 3 0-16,-4 5 4 16,1 1-2-16,-6 6-2 15,-2 2 1-15,-7 2 3 16,1 3-3-16,-6 1-1 16,-4-1 1-16,-3 3 3 0,0-3-4 15,-3-3-1 1,-5 1 1-16,-2-6 0 0,-1 1 2 15,-4-2-1-15,1-4 2 16,-5-2-3-16,-1-1 5 16,-4-5-8-16,-3-1 6 15,0-2-2-15,-3-1-1 16,0 0 3-16,0 0 6 16,0 0 25-16,-2-7-8 15,-8-7-18-15,-2-3-8 16,0-4 3-16,-1-3-2 15,5-2-1-15,1 2 0 0,2 0 1 16,4 3 3-16,1 3-4 16,0 3 0-16,0-1-2 15,10 1 2-15,11-2-6 16,9 1 13-16,6 0-7 16,6 1 1-16,7 4 3 15,7-3-4-15,12 4 1 16,8 0 1-16,9-2-2 15,4 2 1-15,4 2-3 16,3-1 4-16,3 1-4 16,1 3 1-16,0-1 1 15,-3 4 1-15,3 2-1 16,-3 0 1-16,0 2-1 16,3 9 1-16,4 3-1 15,-1 0-2-15,1 3 0 0,-2-1 2 16,-4 4 0-16,5 2 1 15,-4 1-1-15,-2 3-5 16,-2-4 5-16,1-1 0 16,3-4 0-16,3-5 7 15,8-1-7-15,4-8 0 16,5-3-5-16,5 0 5 16,2 0-10-16,-2-8 0 15,0-6-8-15,-2-3 14 16,-4-2 1-16,-3-1-10 15,5-3 6-15,-3-1 7 16,0-5 0-16,-4-4 4 0,-2-4-4 16,-7-3-11-1,-6-5 3-15,-5-4 8 0,-10-2-2 16,-6-4-4-16,-6-3 6 16,-7 5 21-16,-6 2-21 15,-6 2-1-15,-8 3-3 16,-7 3-24-16,-4 5 8 15,-6 2-19-15,-7 6 26 16,-4 1 6-16,-10 1-12 16,-6 0-72-16,-5 1-139 15</inkml:trace>
  <inkml:trace contextRef="#ctx0" brushRef="#br0" timeOffset="9579.6216">8808 4959 166 0,'0'0'103'0,"0"0"-38"16,0 0-14-16,0 0-22 16,0 0-28-16,0 0 58 15,0 0-21-15,-9-25-35 16,9 23 14-16,-3-2 27 16,2-1 10-16,1 2 24 15,0-1-57-15,0 1 2 16,0 1 9-16,0-1-13 15,0 1-3-15,-2 2 26 16,2-2-21-16,0 2 4 16,-1 0-4-16,1-1-10 15,0 1 11-15,0 0-13 16,0 0 5-16,0 0 6 0,0 0-19 16,0 0 4-16,0 0-3 15,0 0 4-15,0 0-5 16,0 0-1-16,0 0 0 15,0 0-2-15,0 0 2 16,0 6 0-16,0 4 0 16,4 1 4-16,2-1 9 15,3 1-5-15,-3 2 4 16,3-1 16-16,-3 3-21 16,1-1 10-16,-1-2-14 15,-1 0 14-15,-1-4-14 16,2 1 7-16,-4-2-9 0,0-1 16 15,3-1-13-15,-3-1-1 16,-1-1 0-16,2 1 0 16,-1-4 1-16,-1 3-4 15,1-3 2-15,-2 0 4 16,1 0-3-16,-1 0 9 16,2 0 0-16,-2 0 6 15,0 0 1-15,1 0-7 16,2 0 4-16,2 0 3 15,2-8-13-15,-1-1 2 16,4-1-6-16,0-1-2 16,4-3 2-16,0-2-2 15,2-2 2-15,-1 0-1 0,3-3 1 16,-2 0-4 0,2 0 4-16,2-4-1 0,-1 3-1 15,2-1-2-15,-2-1 2 16,1 2 1-16,-1 2-1 15,2 0 0-15,-3 4 0 16,0 2 1-16,-3 1-1 16,1 0 0-16,-2 0 0 15,-1 3 3-15,-1 0-3 16,0 1 0-16,-5 0 0 16,1 3 2-16,-4-1-2 15,0 4-1-15,-2 2 1 0,1 1 2 16,-2 0-2-16,-1-1-1 15,0 1 0-15,0 0-4 16,0 0 4-16,0 0-2 16,0 0-6-16,0 0 8 15,0 0-28-15,0 0-5 16,3 0-23-16,2 0-41 16,-2 2-65-16,-3 1-147 15</inkml:trace>
  <inkml:trace contextRef="#ctx0" brushRef="#br0" timeOffset="57950.6551">728 6111 175 0,'0'0'185'15,"0"0"-117"-15,0 0 25 0,0 0-28 16,0 0 8-16,0 0 7 15,0 0-36-15,-27-27-10 16,23 22 5-16,0 3 10 16,2 1-11-16,2-2 11 15,-3 2-2-15,0-1 5 16,3 2-29-16,-3 0 8 16,3 0-6-16,0 0-20 15,0 0-4-15,0 0-1 16,0 0-1-16,0 3-5 15,0 6 6-15,0 5 0 16,0 0 4-16,0 3-2 16,6 1-1-16,-1 5 5 0,5-3-5 15,-1 5 23-15,-2 0-22 16,2-2 0-16,0 1 17 16,0-5-16-16,-3-4 0 15,-3-4-1-15,0-5 2 16,-3-1-1-16,3-3-2 15,-3-1-1-15,0-1 11 16,0 0-5-16,0 0 4 16,0-1-10-16,-4-12-19 15,-10-6-75-15,-2-1-173 16,-2-5-363-16</inkml:trace>
  <inkml:trace contextRef="#ctx0" brushRef="#br0" timeOffset="58684.806">521 5883 417 0,'0'0'180'16,"0"0"-138"-16,0 0-24 0,0 0 40 16,0 0 32-1,0 0-23-15,-75 63-28 0,61-43 20 16,0 1-23-16,5 3 0 16,2 3-12-16,3 2 0 15,3 0 6-15,1 6-14 16,0 2-3-16,1-1 13 15,10 2-20-15,7 0-4 16,3 3 5-16,3-7-7 16,2 2 8-16,3-5-8 15,2-3 2-15,4-4 2 16,4-3-4-16,5-5 0 0,-2-4-4 16,2-3 4-1,-3-7-1-15,-1-2-2 0,-4 0-5 16,1-2 2-16,-6-13 6 15,-4-2 8-15,-1-4-7 16,-7-4 1-16,0-4 8 16,-5-2-10-16,-5-2-1 15,-5-1-3-15,-4 0 1 16,0 2-3-16,-4 0 4 16,-16 2-1-16,-5 2 3 15,-3 2 0-15,-4 2 0 16,-2 2 15-16,-2-1-15 15,2 3 0-15,-2 0 13 16,2 1-12-16,1 2 3 16,-1 0 8-16,1 4-9 15,0 2-2-15,0 1 2 16,0 3-3-16,-1 4 2 0,0 3-1 16,3 0-2-16,1 5-3 15,7 10 4-15,-2 7-4 16,1 4 4-16,2 8 0 15,2 4-5-15,1 7 8 16,5 2-11-16,1 3 1 16,6 0-84-16,4-2-37 15,3-4-41-15,0-5-191 16</inkml:trace>
  <inkml:trace contextRef="#ctx0" brushRef="#br0" timeOffset="103754.8493">591 8144 222 0,'0'0'382'0,"0"0"-287"16,0 0-63-16,0 0 46 16,0 0 7-16,0 0-25 15,0 0 12-15,0 0-37 16,0 0-32-16,0 0 32 16,0 0-23-16,0 0 16 15,0 0-17-15,0 0 0 16,0 0 0-16,0 0-3 15,0 0-7-15,0 0 11 16,0 0-12-16,0 0 0 16,0 0 3-16,11 0-3 0,6 0 4 15,4 0-4-15,0 0 0 16,3-3 13-16,1 0-13 16,-1-4 1-16,4 0 17 15,-5-2-18-15,2-2 0 16,-1 0-3-16,1-4 10 15,-1 1 7-15,-3-1-14 16,-1 3 0-16,2 4 7 16,-9 1-5-16,-2 3-2 15,-2 1 0-15,-4 1 2 16,2 1-5-16,0 1 3 16,-1 0-22-16,0 0 7 15,-3 0-11-15,0 0-12 16,0 0-53-16,-3 0-26 15,0 0-4-15,0 3-128 0,0 2-104 16</inkml:trace>
  <inkml:trace contextRef="#ctx0" brushRef="#br0" timeOffset="104167.906">758 8462 408 0,'0'0'127'0,"0"0"-106"15,0 0 37-15,0 0 96 16,0 0-53-16,0 0-23 15,52 2-19-15,-28-5-4 16,3-5-43-16,1 0 21 16,2-1-14-16,3 1-10 15,-1 2 12-15,0-2-21 16,-2 2 0-16,-2 3 5 16,-3 1 1-16,-2 1-6 15,-2 1 1-15,-2 0-1 16,-4 0-3-16,0 0-6 0,-9 0-21 15,0 0 11-15,-3 0-46 16,-3 0-7-16,0 0 6 16,0-2-11-16,-3-6-139 15</inkml:trace>
  <inkml:trace contextRef="#ctx0" brushRef="#br0" timeOffset="104688.0633">709 7813 188 0,'0'0'379'16,"0"0"-271"-16,0 0-46 16,0 0-27-16,0 0-2 15,0 0-18-15,-3-3 17 16,15 3-16-16,7 6 40 16,8 5-10-16,3 2-30 15,4 4 27-15,5 1-16 0,3 2-15 16,3 4 16-16,1 2-28 15,0 4 4-15,3 6-1 16,-3 2-3 0,2 3-1-16,-5 1-1 0,-1-1-15 15,-2 1 9-15,-5 3 1 16,-8-2 7-16,-2 3-3 16,-10 0 2-16,-9 4-4 15,-3 0 10-15,-3-2-4 16,0-3 1-16,-14-6-2 15,-8-2 0-15,-8-2 11 16,-9-1-9-16,-8 1 0 0,-3-2 0 16,-3-1 0-1,-4 4-4-15,-6 3-34 0,-5 2-130 16,-5 2-146-16</inkml:trace>
  <inkml:trace contextRef="#ctx0" brushRef="#br0" timeOffset="114935.0031">12971 8518 262 0,'0'0'116'0,"0"0"-62"15,0 0-6-15,0 0-30 16,0 0-8-16,0 0 34 16,0 0-3-16,-57-53-12 15,54 49-1-15,0 1-3 16,2 1 19-16,-1-1 4 16,1-1-13-16,-3 2 28 0,4 2-37 15,0 0-4 1,0-2 19-16,0 2-8 0,0 0-4 15,0 0-13-15,0 0-9 16,0 0-7-16,0 0-8 16,0 0 5-16,0 3-6 15,0 7 11-15,0 2-2 16,7 4 0-16,-1 1 4 16,0 3-3-16,-2 2-2 15,1-3 7-15,1 3-10 16,-5-1 7-16,1 2-3 15,-2 1 0-15,0 0 1 16,0-1-1-16,0 0 6 16,0-3-4-16,-8 1-3 15,-1-1 2-15,0-1-1 16,-4-1 11-16,3-1-4 0,-1 1 1 16,-2-3 5-16,4-1-12 15,-3 1 15-15,-1-3-16 16,3-2 6-16,-1 2-2 15,2-3 0-15,-2 1-4 16,-1 2 0-16,0 0 6 16,-2 0-4-16,-2 2-2 15,-1-1 0-15,-1-1 0 16,-2 2 6-16,0-1-6 16,-2 0-5-16,-1-2 5 15,0 1 0-15,1-3-2 0,-1 1 2 16,-2 0 4-1,-2 0-3-15,-4-1-1 0,0-1-1 16,-4 1 1 0,-2 0-4-16,-6 1-1 0,1 2 0 15,-1-1 2-15,2 0 2 16,6-1 1-16,2 0-2 16,3-2 2-16,2 1 5 15,1-1-5-15,0 1 0 16,0 1-2-16,-1-1 6 15,0 2-8-15,0 0 6 16,-7-3-2-16,1 3 7 16,-5-2-7-16,-6 1-1 15,-1-2 1-15,-2-1 2 16,-1-1-1-16,-6-1 6 0,-5 1-6 16,-5-1 2-16,0-2-2 15,-1 3 0-15,1 4 15 16,2-1-13-16,0 1 5 15,3-2-4-15,0-1 9 16,9-1 15-16,2-3-19 16,7-2-4-16,2-1 9 15,3 0-11-15,1 0 0 16,4 0 2-16,-2 0-5 16,3-1 3-16,-4-5-3 15,0 1 0-15,0-1 7 16,3 0-1-16,2-2-6 0,3 0 0 15,2 2 0-15,2-2-2 16,1 1-2-16,1 0 4 16,3-1 3-16,0-3-2 15,-2 1-1-15,-2 0 2 16,-6-2-2-16,-8-2 0 16,-4 1 0-16,-6 1 5 15,-3 1-7-15,2 1 4 16,1 6-4-16,4-2 0 15,1 3 2-15,2 1 0 16,0 2-4-16,1-2 4 16,1-1 6-16,2 3-6 15,2-1-2-15,-1-1 2 16,2 1 0-16,-1-1 0 16,0 1 0-16,-3-1 0 0,-5 2-2 15,-3 0 2-15,-5 0 0 16,1 0-3-16,1 0 6 15,2 0 4-15,0 0-7 16,-1 8 0-16,-3 0-1 16,4-1 1-16,5-1-2 15,6-1 2-15,2 0 1 16,4 0 0-16,-3 1-2 16,2-3 4-16,1 2-4 15,4-4 1-15,6 1-4 0,-3 1 3 16,2 0 1-1,-1 0 0-15,1-1 0 0,2 1 0 16,1-3 1-16,1 1-1 16,-5 1 0-16,3 1-1 15,-6 0 1-15,-2 2 0 16,-3-2-1-16,3 0 3 16,-4 0-2-16,1 0 0 15,-5 2 0-15,-6 4-8 16,-4-3 12-16,-2 2-4 15,-2-3 0-15,6 1 2 16,-2 0 3-16,-3-1-5 16,-3 3 0-16,-4-3-4 0,-2-2 4 15,-1 0 0 1,-2 0 2-16,2-2 1 0,-2 1-3 16,-3 1-5-16,0-3 5 15,-4 2 5-15,4 0-5 16,5-2 0-16,3 0-5 15,4 1 5-15,-1 3 3 16,2 1-3-16,0 2 0 16,2-2-4-16,1 0 5 15,2 2-1-15,-2-3 0 16,2 4 0-16,-3 0 0 16,1-2 0-16,0 2 5 15,0-2-6-15,-2 0 1 16,-1 2-1-16,2-3 1 0,1-1 0 15,2 1 2-15,1 1-2 16,-7 1 0-16,1 2 2 16,-9-1-2-16,1 1-2 15,1 0 0-15,4 1 2 16,3-3-3-16,2 1 3 16,3-3 0-16,-1 1 3 15,-3-3-3-15,2 0-1 16,-4-1-2-16,1 0 3 15,0-2 0-15,-1 0-1 16,1 0 3-16,-3 0-3 16,1 0 1-16,-1 1 0 15,3 1 6-15,1-2-4 0,3 0-4 16,5 0-1 0,-2 0 3-16,8 0 4 0,-2 0-4 15,1-3 0-15,0-4 1 16,0 0 1-16,-1-3 0 15,2 1-4-15,0-4 4 16,1 1-6-16,4 0 4 16,2-3 0-16,-1 1-1 15,5 0 3-15,0-1-2 16,1 4 0-16,0-2 0 16,1 6 4-16,1-1-4 15,1 1 0-15,-1 2-3 16,2-2 3-16,1-2 0 0,4 1 0 15,-1 2 4-15,4 0-8 16,1-3 3 0,1 1 1-16,0 1-1 0,-1 1 1 15,5-2 0-15,-3 3-1 16,1-1 6-16,1 0-8 16,0-2 3-16,-2 2 0 15,4-2-4-15,-1 0 4 16,2 1 0-16,-3-1 3 15,0 2 6-15,-2-5-3 16,2 2-6-16,-2-1 0 16,-2-2-2-16,1 1 2 15,-5-2 0-15,-1 1 2 16,0 0 2-16,-4 0-8 0,2 0-1 16,-2-1 5-16,0 2 8 15,-2 0-8-15,3-2 0 16,0 0 0-16,1 2 1 15,0-2-1-15,3 1-4 16,0-1 4-16,3 0 5 16,-1-1-5-16,1 3 0 15,3-1 0-15,-3 0 1 16,3 2-1-16,0-1 0 16,-2 1 0-16,2 0 0 15,-4 1 0-15,1 2 0 16,0 1-1-16,-3-3 2 0,2 2-2 15,-1-2 1-15,1 1 0 16,-1-2 4-16,2-1-4 16,-1-1 0-16,-2 0-2 15,6-1 2-15,-4-2 0 16,4-2-1-16,0 0 2 16,-1-2-5-16,2-1 4 15,-1 1 0-15,0 2-2 16,1-1 4-16,-3 2-2 15,1 0 0-15,-1 1 3 16,0 2-3-16,-1 1 0 16,2-1 0-16,-1 2 2 15,4-1-2-15,-1-2 0 0,2 0-2 16,2 1 6-16,-1-2-8 16,1 1 4-16,1-1-3 15,0 1-2-15,0 0 5 16,0 2-2-16,0-1-3 15,0 1 5-15,0-2 1 16,1 2-1-16,4-1-10 16,-1-1 10-16,1 0 7 15,1-1-7-15,1-1-2 16,-1-1 2-16,5 0 4 16,-2-1-4-16,-1 1-7 15,0 0 5-15,-2 1 3 0,3 3-1 16,1 1 4-1,-2 2-4-15,-1 2 2 0,2 1-2 16,-3 0 0-16,0 1-5 16,2 1 5-16,0-1 0 15,-3 3-1-15,-1 0 4 16,2 1-4-16,0 1 1 16,-1-1 0-16,4-1-5 15,0-2 5-15,-2 2 0 16,3 0-4-16,1 0 2 15,1 1-2-15,3-1 1 16,-3-2 1-16,1 3-5 16,-1-1 7-16,0 0-5 15,0 1 4-15,0 0-3 16,0 2 3-16,-5-3 1 0,-1 3 0 16,0-2-5-1,-1 2 5-15,2 0 0 0,1-2 0 16,-1 2 2-16,1-1-2 15,1-2 0-15,-2 0 3 16,5 0-10-16,-1-2 7 16,-1 5 0-16,2-3 0 15,3 0-1-15,-3 0 1 16,-1 0 0-16,-3-2 5 16,-2 3-15-16,3-1 7 15,-2 2 3-15,1-1-2 16,-2 2-10-16,0-1 10 0,0 1-8 15,4-3-10-15,-1 0 13 16,-1 1-34-16,5 2-18 16,-1 0-11-16,9 0-35 15,-6 0-127-15,-8 0-213 16</inkml:trace>
  <inkml:trace contextRef="#ctx0" brushRef="#br0" timeOffset="143051.3109">1132 9478 589 0,'0'0'123'16,"0"0"-120"-16,0 0 32 15,0 0-28-15,0 0 48 16,0 0-6-16,-83-20 6 16,77 19-13-16,3 0-6 15,1 1-32-15,-1-1 24 16,-1 1-25-16,1 0-3 15,-1 0 13-15,-1 0-12 0,2 0-1 16,-3 0 0-16,-4 0 1 16,1 3 0-16,-5 6-1 15,-2 2 0-15,-6 3 0 16,-1 5 0-16,-4 2 0 16,0 3 0-16,-1 3 3 15,3 0-1-15,-2 2-2 16,7 0 0-16,1 0-5 15,3-2 6-15,4-2-1 16,3-2 0-16,0 5 0 16,0-1 0-16,3 1 0 15,1 2 0-15,-2-1 5 0,0 1-5 16,1-1 2 0,1 1-2-16,-1 0 5 0,3 1 8 15,3-2-13-15,0 0 0 16,0 0 4-16,0-1-3 15,0 0 2-15,0 1-3 16,9 0 5-16,0 3 7 16,1 4-12-16,-1 8 0 15,-1 4 4-15,5 1 2 16,-2 2-6-16,2-1 19 16,5-4-10-16,3 0 2 15,0-2-11-15,6 1 0 16,1-4 8-16,5 1-6 0,8-6 16 15,1-2-15 1,2-3 6-16,5-3-6 0,3-2-3 16,9-2 0-1,8-2 6-15,4-1-6 0,6-2 4 16,0-2-4-16,3-2 5 16,5-1-4-16,5-1-1 15,5-1 0-15,3-1-4 16,-2 0 8-16,1 1-4 15,2 3 11-15,-1-3-9 16,8 2-3-16,5 0 1 16,6-2 0-16,10-1 3 15,2-2-1-15,3 1-4 16,3-3-4-16,-1-3 6 0,0-1 6 16,7-2-6-1,3-1 0-15,3 0 12 0,3 0-12 16,-4 3-3-16,-2 2 2 15,-10 3-2-15,-6 1-1 16,-6-1 4-16,1 1 0 16,3-1 6-16,3-4-2 15,6 0-8-15,4-3 4 16,-3-1-2-16,-1 2-1 16,-1-1 2-16,-6 1 1 15,-4-2 5-15,5 3-3 16,-1 0-2-16,7-1 0 15,3 0 5-15,0-1-16 0,5-1 11 16,0 0 0-16,-1 0 0 16,1 0 8-16,4 0-9 15,3 0 2-15,7 0-2 16,3-1-1-16,2-2 1 16,-6-1 1-16,0 1-1 15,-7 3 1-15,4-2 0 16,3 1 3-16,6-3-2 15,1 0-1-15,1-4-9 16,-2 1 9-16,-5-3-2 16,-4-1 4-16,4 1-2 15,-4 0 5-15,5-1-5 0,0 0 0 16,-7 2-3 0,-1-1 6-16,-9 3-7 0,-5-1 4 15,-1 2 0-15,1 0 6 16,1 1-6-16,3-2 0 15,3 0-11-15,-5 0 11 16,3 1 0-16,-5-1 0 16,-6 2 0-16,3-1 6 15,3 2-5-15,-2-3-2 16,7 1 1-16,2-2 0 16,-3 1 0-16,4 0-4 15,-3 4 4-15,-7-4 3 0,5 2-1 16,-1-2-2-16,1-1 0 15,5 2 3 1,-3-2-11-16,-3 2 6 0,0-1 2 16,-7 1 0-16,-6-3 2 15,-2 4-2-15,-4-2 0 16,-3 1 11-16,-5 1-17 16,-1-2 6-16,-5 1 0 15,-4 0-5-15,-1 1 5 16,-6 4 0-16,-3-1 2 15,-7-1-2-15,-5 0 1 16,-5-1-1-16,-6 0 0 16,-2 1 11-16,-4-1-11 0,-1-1 0 15,-4 1 0 1,-5 0 4-16,-5 0-4 0,-4-1 0 16,-4 0 2-1,0-1-7-15,-2 0 5 0,-10 3 0 16,-8-2 0-16,-10 2 0 15,-7 2-1-15,-4-2-18 16,-1 1-3-16,-24 0 19 16,-14 2-155-16,-20 0-115 15,-12 0-394-15</inkml:trace>
  <inkml:trace contextRef="#ctx0" brushRef="#br0" timeOffset="144368.4236">5057 11635 648 0,'0'0'44'0,"0"0"-44"16,0 0-10-16,0 0 10 15,0 0 2-15,0 0 3 16,83 11 16-16,-43-9 26 16,10 1 24-16,8-2-31 15,9 2 5-15,12 2-27 16,12-3 5-16,6 1-19 15,6-3 5-15,15 0 17 16,9 0 41-16,16 0-41 16,15 0-7-16,16-3-11 15,16-4-6-15,11-1-2 0,4 1 0 16,5 0 13-16,9 2-6 16,9-5-7-16,11 2 7 15,6-1-4-15,2-3 2 16,8 2 5-16,8 0 2 15,6 1 5-15,8-1-17 16,0 0-3-16,1-1 3 16,5 1 12-16,3-2-5 15,-5 2-3-15,1-1 4 16,-5 1 13-16,-3 3-21 16,-1 2 4-16,-9 1-2 15,-11-1 7-15,-4 4-7 16,-3-3-2-16,-8-1 0 0,-10-1-1 15,-10 1 1-15,-10-2 0 16,-7-2 8-16,-1 2-8 16,-12 1-1-16,-9-1-1 15,-19 5 2-15,-11 2 4 16,-12 0-4-16,-13 0-1 16,-11 0-3-16,-12 7 0 15,-11 3-24-15,-9 4-36 16,-12 2-65-16,-16-5-87 15,-18-9-562-15</inkml:trace>
  <inkml:trace contextRef="#ctx0" brushRef="#br0" timeOffset="184877.3177">10735 10555 453 0,'0'0'38'0,"0"0"-15"15,0 0-2-15,0 0 47 16,0 0 92-16,0 0-26 15,0 0-74-15,-43-4-15 16,41 2 0-16,2 2 47 0,-1 0-56 16,1 0 4-1,0 0-18-15,-2 0 9 0,2 0-8 16,-2 0-17-16,2 0 7 16,-3 0 2-16,3 0-15 15,0 0 0-15,0 0-2 16,0 0 2-16,0 0-8 15,0 0 6-15,8 0 4 16,10 0 0-16,8 0 0 16,7 0-2-16,5 0 12 15,5 0-8-15,7 0 4 16,4 0-4-16,5-1-3 16,7-5 9-16,5 3-8 15,4-2 0-15,8 0 11 0,5 4-13 16,3 1 1-16,3 0-2 15,-1 0 5-15,1 0-6 16,-2 0 2-16,-1-4-2 16,-3-1 0-16,-4 1 4 15,-3 1-3-15,-5-1 3 16,-2 0 5-16,-1-2-7 16,-3-2 0-16,-1 1 0 15,1-2 4-15,-5 4-2 16,-2 3-4-16,-3-1 2 15,-4 3-5-15,3-4 5 16,2-1 0-16,1 0-3 16,3-1 0-16,-1 4 3 0,-2-1 0 15,3 1 2-15,-3 2 2 16,3 0-4-16,0 0-5 16,1 0 5-16,-1 3 5 15,-1 4-4-15,2-5-1 16,1 2 0-16,5 2 3 15,-2-4-3-15,0 1 0 16,-3-3 4-16,2 0-14 16,-2 0 13-16,0 0-5 15,1 0 2-15,-1-7 0 0,-1 0 1 16,-3 1-1 0,-2-3 0-16,-1 2 4 0,-1 1-4 15,-1 2-3-15,-1 3 3 16,-3-1 0-16,0 2 2 15,0 0-2-15,2 0 0 16,1 0 2-16,1 0-2 16,-6 2 0-16,0 1 0 15,-1 2 6-15,-3-2-6 16,-1-1 0-16,3 0 0 16,-1-1-7-16,2 1 7 15,-2-1 0-15,-1 2-1 16,0-2 2-16,-2 3 4 15,-1-1-5-15,-1-3 0 0,-2 3 0 16,-1-1 0-16,-3-2-1 16,-4 0 1-16,-1 0 6 15,-3 0-6-15,-3 0 0 16,-5 0 0-16,-4 0 7 16,0-3-7-16,-5 1 0 15,1 2 1-15,-2 0 1 16,0 0-2-16,0 0 0 15,-3 0-3-15,0 3 1 16,-1 2 0-16,-2-3 1 16,-1 1 0-16,-4-2 2 15,-1 2-2-15,0-3-1 16,0 0 2-16,0 0 4 16,0 0-4-16,0 0 0 15,0 0 0-15,0 0 0 0,0 0 0 16,0 0-30-16,0 0-38 15,0 0-73-15,-4 0-252 16</inkml:trace>
  <inkml:trace contextRef="#ctx0" brushRef="#br0" timeOffset="190937.6907">15926 9085 536 0,'0'0'123'15,"0"0"-58"-15,0 0-17 16,0 0 11-16,0 0 41 16,0 0-10-16,0 0-15 15,0 0-35-15,-6-25 6 16,6 25-12-16,0 0-15 15,0 0 0-15,0 0-5 16,0 0-14-16,0 0-3 16,0 8-3-16,3 9 6 15,4 4 8-15,4-1-3 0,-4-3 12 16,1-5-13-16,-2-2 17 16,1-4-19-16,-4-3 2 15,3-3 8-15,5 0-1 16,6-14 29-16,9-14 0 15,5-8-33-15,2-4 4 16,-2-1-11-16,2 7-5 16,-2 2-1-16,2 6-40 15,0 9-36-15,-2 2-38 16,-5 7-157-16,-4 2-434 16</inkml:trace>
  <inkml:trace contextRef="#ctx0" brushRef="#br0" timeOffset="192602.1509">12446 9220 208 0,'0'0'403'15,"0"0"-283"-15,0 0-66 16,0 0-6-16,0 0 38 16,0 0 14-16,-10 0-46 15,10-2-31-15,0 2 2 16,0 0-18-16,0 0 11 15,0 0-9-15,0 0 4 16,0 0-6-16,0 7-4 16,0 6 4-16,0 1 19 15,6 3-13-15,1 2-2 16,3 0 9-16,0 3-5 16,3-2-8-16,-3-2-7 15,-1-3 5-15,0-7-3 0,-1-1-1 16,-2-5 7-16,-2-2-7 15,5 0 7-15,3-7 23 16,5-13 0-16,2-3-17 16,-2-7 0-16,3 4-13 15,-2 2 0-15,2 4-1 16,-1 1-8-16,-2 2-5 16,2 5-45-16,0 1-47 15,0 3-96-15,-2 0-130 16</inkml:trace>
  <inkml:trace contextRef="#ctx0" brushRef="#br0" timeOffset="326529.4151">11646 10340 419 0,'0'0'151'0,"0"0"-127"0,0 0 42 15,0 0 77 1,0 0-84-16,0 0 11 0,0 0-33 15,-23-18-9-15,23 18 39 16,0-1-40-16,0 1-9 16,0 0 3-16,-2 0-19 15,2 0 17-15,0 0-3 16,0 0-11-16,-1 0 4 16,-1 0-9-16,1 0 2 15,1 0-9-15,-2 0 15 16,1 0-15-16,-2 0 7 15,1 7 0-15,-1 4 6 16,2 2-6-16,1-2 4 16,0 2-11-16,0-3 12 15,0 0-9-15,9-3 4 0,1-4 0 16,2 1 2-16,2-3-2 16,-1-1 1-16,-3 0 8 15,1 0-8-15,1-10 4 16,-5-2 0-16,-1-3-5 15,-3 2 6-15,-3 0-5 16,0 3-1-16,-4 0 1 16,-10 1-1-16,-4 1 0 15,-3 7 0-15,2 1 5 16,1 0-3-16,0 0-2 16,2 8 1-16,2 4-6 15,1 2 6-15,7-1-1 0,3-1 0 16,1 2-1-16,2-3-1 15,0 0 2-15,5 1-13 16,14 1 12-16,4-7-169 16,-2-6-306-16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11-13T11:42:08.48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1" timeString="2021-11-13T11:45:58.496"/>
    </inkml:context>
  </inkml:definitions>
  <inkml:trace contextRef="#ctx0" brushRef="#br0">10592 893 0</inkml:trace>
  <inkml:trace contextRef="#ctx1" brushRef="#br0">20295 3091 381 0,'0'0'120'15,"0"0"-100"-15,0 0-3 16,0 0 59-16,0 0-10 16,0 0-17-16,-2 2-33 15,2-1-9-15,0-1 2 16,0 0-3-16,0 0 11 15,0 0-15-15,0 0 16 16,0 0-4-16,0 0-2 16,0 0 1-16,0 0 4 15,0 0-5-15,0 0-4 0,0 2-6 16,0-2 0-16,0 2 6 16,6 0-7-16,0-2 0 15,4 1 6-15,0 1-6 16,-3-1 8-16,3 1-9 15,-2-1 5-15,2 1-5 16,4-2 6-16,-2 0 0 16,1 0-5-16,4 0 7 15,-2 0 2-15,2 0 1 16,3 0-2-16,-1 0-2 16,4 0-1-16,0 0 0 15,0 0-2-15,-5 0-1 0,2 0 2 16,3 0 0-16,-2-2-1 15,2 2-1-15,0 0 2 16,-1 0-1-16,-1 0-3 16,0 0 0-16,1 0 0 15,1 0-1-15,2 0 2 16,1 0-2-16,0 3 0 16,3 0 0-16,1 0 2 15,1-1-2-15,-1 0 2 16,0-1-2-16,-5 2 0 15,0-2 1-15,-4 1-1 16,0-2 0-16,-2 1-2 16,0-1 2-16,1 2 0 15,-2-2 2-15,5 0-2 16,-1 0 3-16,2 0-3 0,-2 0 3 16,7 2 1-16,-2 0-3 15,2-1 2-15,3 1 1 16,-1-1 2-16,0 0-4 15,1 2-2-15,-2 0 2 16,-2 0-1-16,0 1 2 16,-1-1 1-16,0 1 0 15,1-4-1-15,2 0-2 16,1 1 11-16,4-1-3 16,-1 0-5-16,0 2 2 15,2-2-4-15,-2 0-1 16,0 1 4-16,-1 1-3 0,-3-1-2 15,-2 2 2-15,-4-1-1 16,-1 3 0-16,-2-2-1 16,-4 0 0-16,-2 0 0 15,0-3 1-15,-1 3-1 16,3 0 1-16,0-2 0 16,0 0-1-16,3 1 0 15,0-1 2-15,1 1 0 16,-3-2-2-16,1 1 0 15,0 0 0-15,1-1 0 16,1 2 0-16,2-2 0 16,0 3 0-16,1-3 0 15,3 0 0-15,-1 2 1 0,4 0 2 16,0-2-3 0,1 1 1-16,1 1-1 0,4-1 0 15,0 0 0-15,0-1 0 16,-1 2-1-16,-2-2 0 15,-5 0 2-15,-1 0-2 16,-1 0 1-16,-1 0-1 16,2 0 1-16,-1 0 0 15,3 0 0-15,-1 0 1 16,-1-2-1-16,1 0 0 16,-3-1 0-16,-2-1 1 15,-1 1-1-15,1 3 0 0,-2 0 1 16,3 0 3-16,-1-2-3 15,-1 2 4-15,4-1-1 16,0 0 1-16,-1-1-4 16,3-1 6-16,-1 3-3 15,1-1 2-15,-2 1-6 16,-1 0 2-16,0 0 0 16,-4 0-1-16,0 0 0 15,0 0-1-15,-1 0 3 16,0 0-1-16,2 0 1 15,-2 1 4-15,1-1-6 16,-1 2 7-16,-3-2-8 16,-1 0 3-16,-2 0 5 15,-4 0-6-15,-2 0-2 16,-4 0 6-16,1 0-3 0,-1 0-3 16,1 0 0-16,1 0 2 15,-2 0 1-15,1 0-2 16,-1 0-1-16,-1 0 0 15,0 0-1-15,-1 0 1 16,4 0 0-16,-1 0 0 16,0 0-4-16,1 0-38 15,2 4-38-15,3-1-46 16,1-3-78-16,1 0-521 16</inkml:trace>
  <inkml:trace contextRef="#ctx1" brushRef="#br0" timeOffset="27196.3229">19893 2733 178 0,'0'0'64'16,"0"0"-43"-16,0 0 33 15,0 0 32-15,0 0-17 16,0 0 0-16,0 0-28 16,0-7 11-16,0 7 13 15,0 0-35-15,0 0-6 16,0 0-9-16,0-2 0 15,0 1 7-15,0-1 2 0,0 2-5 16,0 0 4 0,0-3 2-16,-1 1 4 0,1 0-15 15,-2 1 5-15,2 1 9 16,0-1-5-16,0 1 0 16,-2 0-10-16,2 0-2 15,0 0-8-15,0 0-1 16,0 0-2-16,0 0 1 15,0 0-1-15,0 0 0 16,-1 1-1-16,1 2 0 16,-1 2 0-16,1 0-1 15,0 2-1-15,-3-2 3 16,3 3 1-16,-1-2 5 16,1 2-5-16,0-1 3 15,0 2-1-15,0-3 0 16,0 0-1-16,0 2-1 0,0-2-1 15,0 2-1-15,0 1 1 16,0-1 6-16,1 3-4 16,2-3-1-16,-2 2 6 15,0-3-7-15,1 0 0 16,0 0 0-16,1 0 3 16,-2 1-1-16,1 0-2 15,3 3 0-15,-4-5 0 16,2 1 1-16,0 0 5 15,-1-1-6-15,-1-1 0 16,3 1 0-16,-2 2-1 16,1-1 1-16,0-2 0 15,0 2-1-15,0-1 1 0,0 0 0 16,0-1 0-16,0 1 0 16,1 0 0-16,0-1 5 15,1 0-8-15,0 1 6 16,-1-1-6-16,-1 1 3 15,3 0 0-15,1-1 0 16,-1 1 0-16,2-1-1 16,-2 1 2-16,-1-2-1 15,1 2 1-15,-1-4-1 16,3 3 0-16,-2-2 0 16,-2-1 1-16,2 1-1 15,-1 0 1-15,-1 0-1 16,2 0 9-16,-1 0-8 0,2-1-1 15,0 1-1-15,-1 0 1 16,2 2 1-16,1-4 3 16,1 2-4-16,-2 0 4 15,-2-1-4-15,4 0 5 16,-2 1-3-16,1-1-3 16,0 3 5-16,-1-3-4 15,0 1 1-15,-1 0-1 16,0-2 1-16,0 1 1 15,0 1-2-15,1-3 2 0,1 1 2 16,-1 0-1-16,-1 1 1 16,-1-2-4-1,-2 1 3-15,2 1 1 0,1-2-4 16,-1 1 3-16,0 1-3 16,2-1 6-16,-2 0-4 15,1-1-2-15,1 3 1 16,-1-3-1-16,-1 1 2 15,3 1 4-15,-1-1-6 16,-1-1 1-16,-1 2 2 16,1-2-3-16,-4 0 0 15,2 1 0-15,-4-1 0 16,2 0 0-16,2 0 0 16,0 0 0-16,2 0 3 15,2 0-3-15,0 0 0 0,2 0 3 16,2 0-3-16,0 0-68 15,2 0-130-15,-3-6-217 16</inkml:trace>
  <inkml:trace contextRef="#ctx1" brushRef="#br0" timeOffset="28728.0859">23852 2726 145 0,'0'0'497'0,"0"0"-436"15,0 0-30-15,0 0 24 16,0 0 15-16,0 0-26 16,-6 0-14-16,6 0-21 0,0 0-4 15,0 0 4 1,0 0-4-16,0 0-3 0,0 1 1 15,0 7-1-15,5 0 9 16,2 1-1-16,-1 1-4 16,3-1 3-16,-1 1 6 15,-1 2-10-15,2-3 4 16,-3 2 3-16,0 1-4 16,-2 2 6-16,1 3 4 15,-1-3-8-15,-2 4-3 16,-2-4-3-16,0 3 4 15,0 1 1-15,0-5 5 16,0 1-4-16,0 0-6 16,0-3 1-16,0 1 4 0,0 0 4 15,0-2-6-15,0 0-3 16,-4 0 4-16,-1 0 1 16,0 1-4-16,-1 1 5 15,0-1 2-15,0 0-3 16,-1 1 3-16,0-2-5 15,0 0-1-15,-2-2-2 16,2-1-1-16,0 0 4 16,-2 0-2-16,1-1-2 15,-2 0 1-15,4 1-3 16,-2-3 2-16,0-1-2 16,2 3 0-16,-2-4 2 15,-3 1-2-15,0 0 3 0,1-2-2 16,0 1-1-16,-2-2 0 15,2 0 1-15,-1 0-2 16,1 0 1-16,1 0-1 16,3 0-27-16,-1 0-75 15,1 0-197-15</inkml:trace>
  <inkml:trace contextRef="#ctx1" brushRef="#br0" timeOffset="88328.1696">16630 3018 448 0,'0'0'70'16,"0"0"-61"-16,0 0 13 16,0 0 53-16,0 0 20 15,0 0-46-15,0 0-4 16,-1 0-15-16,1 0 9 15,0 0-6-15,-2 0-3 16,2 0-14-16,0 0-14 16,0 0-2-16,0 3 1 15,0 2-1-15,0 3 3 0,12 1-3 16,1 3 1-16,0 0-1 16,6-2 1-16,0 0 0 15,2-1 2-15,3 2-3 16,4-1 1-16,2-2 4 15,0 1-2-15,6-2-3 16,0 0 1-16,0 1-1 16,0-1 1-16,3-1 2 15,0 1-3-15,4-1 3 16,-2-3-6-16,2 3 7 16,-3-2-4-16,-1-1 1 15,2-1-1-15,-2 0 0 0,-1 1-3 16,-2-3 5-16,5 2-2 15,-1 0 3-15,2-1-3 16,4 2 0-16,2 1-1 16,0-2 2-16,-1 0-2 15,-5-1 3-15,-1-1-4 16,0 0 2-16,0 0-2 16,1 0 1-16,2 0 1 15,3-3 0-15,-1 0 2 16,-3-3-2-16,3 3 0 15,-4 1 2-15,0-1-1 16,-2 3-1-16,-5 0 8 16,0 0 1-16,-2-2 5 15,-1 1-11-15,-2-2 3 16,0 0 2-16,0-2 3 0,-1 2 8 16,-1-3 1-16,-1-2-13 15,-2 5 2-15,-3-2 1 16,-2 2 2-16,-1 2-6 15,2-4-4-15,-3 3 2 16,1-1 4-16,1 0-8 16,1 1 0-16,0-1 0 15,1 0 4-15,2 0-4 16,1 0-2-16,2-1 2 16,-3 3 1-16,0-1-1 15,-5 1 1-15,1 1-4 16,-2 0 3-16,-1 3-8 0,-6 5-112 15,-9-4-112-15,-2-4-440 16</inkml:trace>
  <inkml:trace contextRef="#ctx1" brushRef="#br0" timeOffset="100044.7414">19834 2644 452 0,'0'0'196'0,"0"0"-154"0,0 0-31 16,0 0 46-16,0 0 16 16,0 0-31-16,0 0-9 15,-6 0-12-15,6 0 6 16,0 0 10-16,0 0 10 15,0 0-14-15,0 0-10 16,-2 0-5-16,2 0-7 16,0 0-3-16,0 0-5 15,0 0 7-15,0 0-5 0,0 0-3 16,-1 0-2 0,1 0 2-16,0 2-2 0,0-2 0 15,0 0-3-15,-3 5-1 16,3-1 4-1,-3 4 0-15,0-3 0 0,2 1 3 16,-1-3-3-16,2 2-4 16,-1-2 2-16,1 3 2 15,-2-1-3-15,-1 3 7 16,1-3-5-16,1 0 3 16,1 2-4-16,-2 1 4 15,-2 1 5-15,2-1-1 16,-2-2 1-16,-1 2-3 15,1 1 1-15,0-4 1 16,1 2-4-16,0-2 0 0,1 0-2 16,1-2 0-1,-2-1 2-15,-2 2-3 0,2 1 5 16,0 0-3-16,-1 1 0 16,1 0-1-16,-2 2 0 15,1-3 2-15,-1 2-2 16,-3 0-1-16,5 0 1 15,-2 0 2-15,-1 0-2 16,1 0 1-16,1-1-4 16,0-1 3-16,1-1 0 15,0 1 0-15,0-2 1 16,-2 4-1-16,1-3 0 16,-2-1 1-16,-3 2 0 15,4 0 3-15,-1-1-4 16,-1-1-3-16,1 3 3 0,-1-2 0 15,-2 0 2 1,5-1-2-16,-2-1 1 0,2 1-2 16,-2 0 5-16,0 0-8 15,-1 1 4-15,-1 0 0 16,-2-1 1-16,4 2-1 16,-3-3 0-16,0 2 0 15,0-1 3-15,0-2-3 16,0 2 0-16,0-2 0 15,2 2 1-15,1-3-2 0,-2 2 2 16,1-1-1 0,-1 1 1-16,1-2-1 0,-1 1-1 15,-1 1 1-15,1-1 1 16,0 1-1-16,-1-1 0 16,-1 0 1-16,-1 0-1 15,1 2 0-15,-4 0 0 16,1-2 0-16,-2 1 0 15,1 1 1-15,1 0-1 16,3-1 1-16,2 0-1 16,0-1 1-16,0 1-1 15,2 0 0-15,-2-1 1 16,0 1-2-16,2-1 2 16,0-1-1-16,-1 1 0 15,1 1 0-15,1-1 1 0,0 0-1 16,-1 0-1-16,2 1 1 15,1-1 0-15,-2 1 0 16,2 0 0-16,-2 1-1 16,0-1 1-16,0 1 0 15,1-1 1-15,-2 3 3 16,0-3-4-16,-1 3 1 16,1-3-6-16,0 1 5 15,-1-1 0-15,1 1 0 16,-2-1 0-16,2 1 0 15,1 0 0-15,1-1 1 16,-2-1 3-16,0 2-4 16,-2 0-4-16,2-3 4 15,0 4 0-15,-1-1 1 0,0 0 3 16,-2 0-4-16,-2-2-2 16,-2 5 2-16,1-4 2 15,-1 3 7-15,-3-1-7 16,0-1 0-16,-2 1 2 15,0 0-2-15,2-3 5 16,1 1-3-16,0-1-4 16,2 1 2-16,-3-2 1 15,2 1-1-15,-1-1-1 16,-6 1-2-16,0-1 1 16,-2 0 0-16,-3 0-24 15,-1 2-81-15,-3 2-126 0,-1-1-342 16</inkml:trace>
  <inkml:trace contextRef="#ctx1" brushRef="#br0" timeOffset="101647.9607">16505 2760 383 0,'0'0'93'0,"0"0"-78"15,0 0-13-15,0 0 26 16,0 0 7-16,0 0-17 15,-5 2 7-15,5-2 6 16,0 1-1-16,0-1 25 16,0 0-12-16,0 0-12 15,0 0-9-15,0 0 6 16,0 0-7-16,0 0-6 16,0 0-6-16,0 0 4 15,0 0 6-15,0 0-17 16,0 0 7-16,0 1-7 15,0 1 2-15,0 1-4 16,0 0 3-16,0 4-3 0,0-1 12 16,0 3 0-16,0-1 9 15,0 3-13-15,2-1 20 16,2 3-11-16,4 0-1 16,-1 1 1-16,0 1 3 15,0-1-11-15,2 3-3 16,2 0 1-16,-1 1 1 15,2-2 0-15,-1 2-2 16,-2-1-3-16,3 1 0 16,-2-1-1-16,0-4 4 15,1 1 0-15,-2-1 6 16,0 1-7-16,-2-4-3 0,1-1 1 16,0-2 1-1,-1-1 1-15,3-2-3 16,-2-1 7-16,2-2-7 0,4 0 7 15,-2-1-7-15,0 0 4 16,3 0-6-16,-2 0 0 16,3 0 16-16,1 0-16 15,-1 0-25-15,2 0-11 16,-3 0-44-16,1 3-51 16,-4-1-94-16,-4-2-330 15</inkml:trace>
  <inkml:trace contextRef="#ctx1" brushRef="#br0" timeOffset="105128.8094">7986 596 687 0,'0'0'114'0,"0"0"-32"16,0 0-23-16,0 0 23 15,0 0 13-15,0 0-29 16,0 0-12-16,-35 0-28 15,35 0-14-15,0 0-7 16,0 0-5-16,0 0 0 0,0 2-3 16,0 9 1-16,0 3-2 15,0 9-3-15,13 2 7 16,-3 2 2-16,3 2-2 16,1 0 0-16,1-2 0 15,-3-2 9-15,0-3-8 16,-2-6-1-16,-5-2 1 15,-1-7 0-15,-4-2-1 16,0-4 0-16,0-1 2 16,0 0-1-16,0 0 3 15,0 0 4-15,0 0 3 16,0 0 23-16,-4-13-9 16,-12-8-21-16,-3-3-2 15,-3-3-2-15,0-1 0 0,2-5-13 16,-1 2-8-16,4-2 12 15,3 2-6-15,1 2-8 16,10 6 6-16,1 2-1 16,2 4-7-16,0 1 0 15,0 0 12-15,12 4 11 16,-1-1-4-16,5 1-4 16,2 7-4-16,1 1 10 15,0 3-2-15,3 1-2 16,-3 0 1-16,2 0 6 15,-3 7-2-15,-1 6 2 16,-1-1 1-16,-3 5 0 16,-1 2 0-16,-3 2-2 0,4 3 4 15,-4 1 3-15,-1 0-4 16,-4 4 14-16,2-3-4 16,-3 3-3-16,-2-4 7 15,1 0-5-15,-2-2-3 16,0-4-2-16,0-2 0 15,0-2-3-15,0-4 5 16,-6 0-2-16,-4-4 3 16,1-1-1-16,0-5-5 15,-3-1-2-15,3 0-9 16,0-15-164-16,2-9-281 16</inkml:trace>
  <inkml:trace contextRef="#ctx1" brushRef="#br0" timeOffset="105695.3321">8367 344 545 0,'0'0'247'0,"0"0"-186"15,0 0-8-15,0 0-1 16,0 0 7-16,0 0-22 16,-45 28-15-16,30-9 13 15,4 2 6-15,0-2-25 16,3 1-13-16,4-4 8 15,1-3-9-15,3-3-1 16,0 1 2-16,0 0 2 16,6-3-9-16,8-1 4 15,6 0 0-15,2-7 3 16,2 2-3-16,1-2 0 0,-3 0 7 16,0 3-7-1,-3 0-3-15,-4 3 3 0,-2 3 2 16,-4 1 4-16,-1 3-6 15,-4 2-2-15,-2 0 2 16,-2 5 2-16,0 2 4 16,0 0 1-16,0 2 1 15,0-4 11-15,-9-2-5 16,1-2-1-16,-3-2 1 16,2-2-9-16,-1-2-2 15,6-5 10-15,-2-4-9 16,5-1-4-16,-3-1-52 15,4-21-225-15,0-11-404 16</inkml:trace>
  <inkml:trace contextRef="#ctx1" brushRef="#br0" timeOffset="106311.5861">8614 358 785 0,'0'0'108'0,"0"0"-104"15,0 0 4-15,0 0 28 16,0 0 32-16,0 0-33 16,5 44-7-16,3-28 31 0,-1 6-30 15,5-2-5-15,-2 3-3 16,-2 1 7-16,2 3-18 15,3-1 4-15,-2 3-3 16,-1-3 5-16,0-1 5 16,-2-8-9-16,-2-5-12 15,-4-5 1-15,1-6 0 16,-3 0 2-16,0-1 7 16,0 0 7-16,0-1 34 15,0-14-19-15,-14-9-29 16,-5-4-2-16,4-1-2 15,-5 0 0-15,5-1-9 16,1 3 3-16,1 0 2 16,3 3-6-16,3 3 8 15,1 1 1-15,4 3-5 0,1 0-3 16,1 3 5-16,0 1 3 16,0 2-2-16,0 7-6 15,0 0 8-15,0 1-1 16,3 2-1-16,3-2 4 15,3 3 0-15,4 0 0 16,2 0 0-16,4 10-5 16,0 4 4-16,0 4 2 15,1 2-3-15,1 4 8 16,-2 2-14-16,0-1 12 0,-4 3-4 16,-2 1 3-1,-4 3-2-15,0-1-1 0,0-1-23 16,-8-3-78-16,-1-5-137 15,0-11-185-15</inkml:trace>
  <inkml:trace contextRef="#ctx1" brushRef="#br0" timeOffset="106475.1516">8740 542 786 0,'0'0'153'15,"0"0"-153"-15,0 0-1 16,0 0-4-16,0 0 2 16,0 0 2-16,68-30-29 0,-42 15-196 15</inkml:trace>
  <inkml:trace contextRef="#ctx1" brushRef="#br0" timeOffset="107211.4034">8955 297 760 0,'0'0'85'0,"0"0"-73"15,0 0 3-15,0 0 29 16,0 0-13-16,0 0 0 16,0 29 26-16,11-11 25 15,-2 2-38-15,1 1-16 16,4 0-1-16,-3 0 0 16,2-1 3-16,-3-3-16 15,2 2-1-15,-1-4 7 16,1 1-11-16,-2-4-5 15,-2-2 2-15,-3-2-6 16,0-4 1-16,-5 0 1 0,0-3 0 16,0-1 5-1,0 0 2-15,0 0 9 0,0-9-7 16,-14-8-8-16,-2-3-3 16,-1 1 8-16,0-1-8 15,3 2-8-15,1-1 8 16,4 3-5-16,3-1 0 15,-1 0-15-15,2-2 15 16,4 1-2-16,1-2 3 16,0 1-16-16,0 0 5 15,0 1-3-15,6 2 8 16,5 3-6-16,0 5 13 0,4 3-1 16,-3 5 4-16,1 0-2 15,4 0-1-15,-4 2-8 16,3 11 9-16,0 6 1 15,-2 1 1-15,-2 3 0 16,0 4 1-16,-1 0-1 16,-5 2 11-16,1 0-9 15,-3-2 8-15,-4-1 0 16,0-2-5-16,0 1 2 16,0-3 0-16,-10-2-2 15,-2-2 9-15,-6 0-9 16,1-1-5-16,-3-3 2 15,-4 0-2-15,3-5-75 16,-4-3-155-16,1-5-293 16</inkml:trace>
  <inkml:trace contextRef="#ctx1" brushRef="#br0" timeOffset="107883.4046">8463 1105 600 0,'0'0'118'0,"0"0"-50"16,0 0 12-16,0 0 2 15,0 0-5-15,0 0-24 16,-1 0-9-16,1 0-22 0,0 0 4 16,9 0-10-1,7-6-4-15,5-3 2 0,5-3 0 16,4-2-3-16,5-4-4 16,4 0 12-16,7-1-5 15,4-2-3-15,3 2-11 16,2-2 5-16,0 1-5 15,-2 2 7-15,-1-2-6 16,-3 0-1-16,1 2 0 16,-3-3 1-16,-5 1 2 15,-1-3 12-15,-6 4 7 16,-7 1-14-16,-6 1 7 0,-3 4-4 16,-9 2 11-16,-1 6-18 15,-6 1 14-15,-3 1-16 16,4 3 2-16,-2-2 1 15,-1-1-4-15,2 1-1 16,2-1 0-16,1 0 0 16,3 1-1-16,0-3-28 15,1 3-4-15,1-3-36 16,2 3-50-16,-4-1-134 16,-3-1-225-16</inkml:trace>
  <inkml:trace contextRef="#ctx1" brushRef="#br0" timeOffset="109083.4917">9206 865 44 0,'0'0'369'0,"0"0"-263"15,0 0-98-15,0 0 65 16,0 0 7-16,0 0 20 15,-4-2-51-15,4 2-25 16,0 0 6-16,0 0-4 16,0 0-10-16,0 0 21 0,0 0-10 15,0 0-4-15,0 0-19 16,0 0-4-16,0 0 1 16,1 0 4-16,11 6 6 15,3-2 0-15,1 3 2 16,4-4 0-16,0 1 33 15,3 1-15-15,0-3-16 16,0 0 0-16,-3-1-2 16,5 1 0-16,-4-1-6 15,3-1-3-15,-5 3-2 16,2-3 3-16,-2 3-2 16,0-3-1-16,-2 0 5 0,0 0-7 15,1 0 2-15,-3 0 10 16,1 0-1-16,1-3-6 15,-2-3 1-15,-2 1-2 16,4-1 1-16,-4 0-2 16,1 3 2-16,-1-4-3 15,0 2-1-15,-3 0 3 16,1-2-4-16,1 2 2 16,-2 0-2-16,-1 0 0 15,-3 2 0-15,0 1-1 16,-2 0 0-16,-2 1-15 15,-2-1-24-15,0-1-9 16,0-1-98-16,0-4-43 16,0 0-225-16</inkml:trace>
  <inkml:trace contextRef="#ctx1" brushRef="#br0" timeOffset="109549.2438">9673 693 195 0,'0'0'434'16,"0"0"-391"-16,0 0 14 0,0 0 40 16,0 0-30-16,0 0-23 15,0 0-34-15,5 0 14 16,5 0-1-16,2-2 5 15,0 2-6-15,1 0 7 16,0 0-14-16,3 0-1 16,-4 0-7-16,1 2 4 15,-1 3-10-15,-1 1 9 16,0 0-4-16,0-1 2 16,-2 4-6-16,1 2 4 15,-1 0-2-15,0 3-3 16,-1 0 3-16,-1 0-2 15,-4 3 2-15,-3-3-4 0,0 2 12 16,0-2-11 0,0 0 8-16,0 0-6 0,0-4 6 15,-3 3 2-15,-4-3-11 16,2 0 1-16,-1-2-1 16,2 1 0-16,-2-3 0 15,0 2-1-15,-3-4-78 16,-3-1-143-16,-4-3-491 15</inkml:trace>
  <inkml:trace contextRef="#ctx1" brushRef="#br0" timeOffset="202817.6017">19523 1838 230 0,'0'0'217'15,"0"0"-146"-15,0 0-8 0,0 0 31 16,0 0-8-1,0 0-27-15,0 0-10 0,-7 0 6 16,7 0-18-16,-1 0 20 16,1 0-22-16,0 0 3 15,0 0 4-15,-2 0-13 16,2 0-17-16,0 0-4 16,0 0-6-16,0 0-2 15,0 0 0-15,0 0-2 16,0 0 2-16,0 0-12 15,0 0 8-15,0 0 0 16,5 4 3-16,3 4 1 16,3-3 0-16,-2 2 3 15,1 0-3-15,1 1 0 16,-4-4 0-16,2 4 2 0,-1-1 2 16,-2-2-3-16,3 3-1 15,-1-3-3-15,-2 1 3 16,1 1 3-16,2-3-3 15,1 4-2-15,-3-3 2 16,2 4 0-16,-1-3-1 16,-1 3 1-16,-1-1 1 15,0-1 0-15,-1-1 0 16,-2 2 0-16,4-2-1 16,-3 1 0-16,1 0 0 15,-1 1 1-15,1-2-2 16,0 2 2-16,-1-1-1 0,2 0 0 15,-3 2 1-15,0-3-1 16,1 2 0-16,-1-2 0 16,2 4 3-16,-3-4-3 15,0 2 0-15,1-1 0 16,2 1-3-16,-4 3 3 16,2-1 0-16,0 0 0 15,0 0 1-15,0-1-1 16,0 1-1-16,-1-3 1 15,0 3 0-15,0 0 1 16,1 0-2-16,1-1 1 16,-2 2 0-16,1-2 4 15,0 1-4-15,-2 1-1 16,1-2 1-16,-1 2 0 16,1-1 0-16,0-1 0 0,-1 0 0 15,-1 2 1-15,0-4-2 16,2 4 1-16,-2 0 0 15,2-1 0-15,0 0 5 16,-2 1-9-16,2 1 6 16,-2-2-2-16,0 1 1 15,4 0 0-15,-3 0-2 16,-1-1 1-16,2 0 0 16,-2 0 1-16,0-1-1 15,0 2 0-15,0-2-1 16,3 2 0-16,-3-1 1 15,0 0 1-15,0 2-1 0,1-2 0 16,-1 0 1 0,2-1 0-16,-1 0-1 0,-1 1 2 15,2-1-4-15,-2-1 1 16,0 0 1-16,0-2 0 16,1 0 0-16,-1 2 1 15,0 1-2-15,2 2 1 16,-2 0 0-16,0 1 3 15,1 0-1-15,-1 0-2 16,2-3 0-16,-2-1 1 16,0 0 0-16,0-2-1 15,0 2 0-15,0-1 1 16,0-2-2-16,0 3 2 0,0-2-1 16,0 2 1-1,0-1 0-15,0 3-1 0,-6-1 0 16,-3 4 0-16,-4 1-32 15,-4-2-125-15,-5 1-91 16</inkml:trace>
  <inkml:trace contextRef="#ctx1" brushRef="#br0" timeOffset="204780.643">16739 1884 417 0,'0'0'287'0,"0"0"-257"16,0 0-10-16,0 0 3 0,0 0 28 15,0 0 3-15,-18 0 14 16,15 0-16-16,0 0-22 15,1 0-16-15,-1 0-2 16,2 0 6-16,-2 2 11 16,-2 3-27-16,-2-1 8 15,1-1-8-15,-1 5-1 16,-1-2 2-16,-1 0-3 16,2 3 4-16,1-5-2 15,-3 2-2-15,-1 1 3 0,0 0-3 16,1 1 0-1,1 1 1-15,-2 1-1 0,2-1 0 16,2-1 1-16,-3 0 7 16,4 1-8-16,1 1-6 15,-1-1 6-15,2 0 1 16,-1 2-1-16,1 0 6 16,-1 0-6-16,2 0-6 15,1 0 6-15,-2 0 1 16,0 2-1-16,3-1 0 15,-4 0 0-15,1-3 2 16,2 3-3-16,-1-2 1 16,1-2 0-16,-2 4 0 15,0-2 0-15,-1-1 1 16,1 3-1-16,1-2 0 0,-1-1 0 16,0 2 2-16,2-2-2 15,-2 1 0-15,-1 1 0 16,2 0 1-16,-1-2-2 15,-2 0 1-15,2 1 0 16,0 0 7-16,0-1-7 16,2 0-7-16,1 2 7 15,-2-1 0-15,2 3 1 16,0-3-2-16,-1 0 2 16,1 3-2-16,0-4 1 15,0 2 0-15,0 1 0 16,-2-1 0-16,2 0 0 0,-1-3 1 15,1 3-1 1,0-2 3-16,0 2-2 0,0 0 0 16,0 0 1-16,0-3 0 15,0 2 6-15,0 2-7 16,0 0 3-16,0 0 1 16,0-1-1-16,0 0-1 15,0-1-2-15,1 1 3 16,1 1-1-16,1-2-3 15,0 0 0-15,1 4 0 16,-1-6 3-16,0 3 1 16,0 2-3-16,-1-3 0 15,0 1 4-15,3 1 1 16,-2-2 0-16,0 0-4 16,0-1 2-16,-1 0 9 0,1-1-9 15,4 0-1-15,-1-1 3 16,0 3-4-16,0-1-1 15,-1 2 1-15,5-2 2 16,-3 4-3-16,1-2 1 16,0-2-2-16,-1 1 0 15,-1-1 1-15,-1-1-1 16,0-2-2-16,0 0-5 16,2-3-41-16,0-3-78 15,1 0-92-15,-2 0-328 0</inkml:trace>
  <inkml:trace contextRef="#ctx1" brushRef="#br0" timeOffset="206692.6384">12883 3702 993 0,'0'0'77'16,"0"0"28"-16,0 0-52 16,0 0 12-16,0 0-6 15,0 0-18-15,-15-9-12 16,14 9-12-16,1 0-16 15,-2 0 8-15,2 0-9 16,0 0-1-16,0 6-6 16,0 0 5-16,0 6 2 15,0-2 5-15,5 1-5 16,3-3-3-16,0-2 2 0,1-2 2 16,1-4-2-16,1 0 1 15,-1 0 0-15,2-4-8 16,-4-6 8-16,-4-2-8 15,-3-5 5-15,-1 4 2 16,0-2-1-16,-4 1 2 16,-5 3 0-16,-1 3-1 15,1 4-1-15,3 2-1 16,0 2-2-16,-1 0 5 16,2 0-2-16,2 6 2 15,0 5-5-15,3 3 4 16,0 1-20-16,3 1-54 0,16-3-54 15,7-4-186-15,5-9-503 16</inkml:trace>
  <inkml:trace contextRef="#ctx1" brushRef="#br0" timeOffset="207350.639">14175 3347 798 0,'0'0'111'15,"0"0"-31"-15,0 0 1 0,0 0 3 16,0 0-18-16,0 0-22 16,-23-17-20-16,20 17-12 15,-2 1-12-15,0 12 4 16,1 1 1-16,4 0 2 16,0-2 3-16,0-2-8 15,0-5 0-15,4-1-4 16,8-2 7-16,3-2-5 15,4 0 5-15,-1-6-5 16,3-9-5-16,-6 2-13 16,-6 0 7-16,-6 0 4 15,-3 2 7-15,0 1-1 16,0 0 1-16,-12 5-5 0,-3 2 5 16,1 3 0-16,0 0 4 15,3 0-4-15,-1 0 1 16,5 7 0-16,2 1-1 15,5 1-1-15,0 2-5 16,0 3-9-16,14-5-71 16,10-2-131-16,7-7-204 15</inkml:trace>
  <inkml:trace contextRef="#ctx1" brushRef="#br0" timeOffset="207962.0057">15443 3193 556 0,'0'0'343'16,"0"0"-322"-16,0 0-17 15,0 0 42-15,0 0 68 16,0 0-32-16,-33 53-35 16,33-43-24-16,0-3-14 15,0-1 2-15,0-3-2 16,0-1-6-16,9-2 1 15,3 0-3-15,3 0 1 16,-1-11-2-16,-1-3 0 0,-3 2-8 16,-6-3 4-16,-4 6 4 15,0-2 0-15,0 4 9 16,-8 0 7-16,-6 2 0 16,-2 1-8-16,-2 3 13 15,6 1-3-15,-2 0-18 16,2 0 2-16,1 13-1 15,1 5-2-15,7 5-12 16,3 5-60-16,0 4-94 16,2-1-168-16</inkml:trace>
  <inkml:trace contextRef="#ctx1" brushRef="#br0" timeOffset="208572.634">16132 4296 868 0,'0'0'129'0,"0"0"-48"16,0 0 19-16,0 0-30 15,0 0-23-15,0 0-6 16,-20-14-26-16,14 31-10 16,-1 0-4-16,1 3 5 0,2-3 0 15,4-3-4-15,0-4-1 16,0-3-1-16,0-3 5 15,8-4-5-15,1 0 1 16,2 0-2-16,1-10-12 16,-3-5-9-16,-4-3-4 15,-3-2 14-15,-2 0 4 16,0 1 2-16,-7 5 3 16,-8 4 0-16,-3 3 3 15,-1 7 0-15,-1 0-1 0,1 2 1 16,0 12-8-1,2 3-67-15,-1 1-146 0,0-1-262 16</inkml:trace>
  <inkml:trace contextRef="#ctx1" brushRef="#br0" timeOffset="209128.963">15260 4627 506 0,'0'0'430'16,"0"0"-385"-16,0 0-34 15,0 0 71-15,0 0 38 16,0 0-60-16,-35 75-30 15,35-52-5-15,0 1-16 16,0-4 3-16,1-1-12 0,10-8 4 16,1-4-3-16,1-4 6 15,2-3-5-15,0 0-3 16,-2-7 5-16,-2-10-8 16,-2-5-11-16,-6-2 0 15,-3 1-5-15,0 2 10 16,-5 2 8-16,-10 3 1 15,-5 8-2-15,-4 2 1 16,-2 6 2-16,-2 0-1 16,-2 0 0-16,2 13 1 15,-1 4-51-15,4 3-87 16,1 2-74-16,3-1-200 0</inkml:trace>
  <inkml:trace contextRef="#ctx1" brushRef="#br0" timeOffset="209635.6064">14239 4858 618 0,'0'0'298'0,"0"0"-290"16,0 0-3-16,0 0 1 15,0 0 106-15,0 0-15 16,16 70-47-16,-5-53-25 16,2-3-8-16,-1-4-2 15,1-6-8-15,-1-3-1 0,2-1-1 16,-5 0 3-16,-3-7 0 16,-2-9 3-16,-4-1-7 15,0 0-1-15,0 0-2 16,-15 3-1-16,-3 2 0 15,-2 3 1-15,3 5-1 16,-1 3-2-16,3 1 0 16,2 0 2-16,2 0-1 15,2 0-24-15,5 4-17 16,4 2-74-16,0-4-92 16,0-2-116-16</inkml:trace>
  <inkml:trace contextRef="#ctx1" brushRef="#br0" timeOffset="210584.6981">14242 3302 625 0,'0'0'185'15,"0"0"-130"-15,0 0-11 16,0 0 41-16,0 0-65 16,0 0-20-16,16 8 0 15,-4 15 6-15,0 5 13 0,-3 6-5 16,1 2 14-16,-1 6 0 16,2 2 18-16,2 6-29 15,-2 4 10-15,-1 1-4 16,-1-1-9-16,-1 0 2 15,-2 0-3-15,0 0-3 16,-2 4 3-16,3 1-6 16,-5 0-6-16,4-4 2 15,-2-3-3-15,0-3 0 16,-1-1 1-16,-1-2 2 16,3-5-3-16,-4 0-2 15,1-4 2-15,-1-1 2 16,1-3 0-16,1-4-4 0,0-4 4 15,0-1-4 1,0-7 2-16,1-2 0 0,1-6 1 16,0-3 0-16,-1-4-1 15,-4-2-4-15,3 0 4 16,-2 0 4-16,1 0-2 16,-1 0 3-16,-1 0-2 15,0 0-3-15,0 2 0 16,0-2 0-16,0 2-2 15,0-2-10-15,2 0-36 16,-2 0-47-16,0 0-139 16,0-4-234-16</inkml:trace>
  <inkml:trace contextRef="#ctx1" brushRef="#br0" timeOffset="211245.1765">14425 4865 622 0,'0'0'111'0,"0"0"-104"16,0 0 41-16,0 0 42 16,0 0-9-16,0 0-19 15,0 0-7-15,99-44 9 0,-66 28-38 16,7-4-1-16,5-2-3 16,0-2-13-16,6 2 1 15,-1 0-7-15,-1-2-2 16,-1 4 0-16,-3 0 1 15,-1 2 6-15,0-2-8 16,-1 4 3-16,-6 1 7 16,-1 3-3-16,-5 0 6 15,-4 2 0-15,-2 2 4 16,-7 0-13-16,-1 3 9 16,-4-1 2-16,-3 1 2 15,-1 1-4-15,-3-1 5 16,1 2-8-16,-3 0-3 0,-3 0-4 15,2 3 2 1,-3-3-5-16,2 1-2 0,-2-3-16 16,0-2-39-16,0-1-49 15,-2-6-178-15,-11-3-275 16</inkml:trace>
  <inkml:trace contextRef="#ctx1" brushRef="#br0" timeOffset="212114.2872">15465 3299 178 0,'0'0'430'0,"0"0"-390"0,0 0-28 16,0 0 75-1,0 0 6-15,0 0-15 0,-27 59-15 16,26-37-16-16,-1-1-6 16,2 8 16-16,0 0-9 15,0 3-9-15,0 6-17 16,-1 8 6-16,1 0-9 15,-3 5-2-15,1 1-3 16,-3-2-4-16,1-3 8 16,-2-1-9-16,0 4 0 15,-1 0-1-15,-1 0-3 16,-2 1 2-16,2-2-6 16,1-3 2-16,-3-2 1 15,2-4 2-15,1-3 1 16,1-3-3-16,-2-3 2 0,4-1-2 15,-2-2 1-15,3-3-2 16,-3-1 0-16,4-5-2 16,1 1-1-16,-1-6 3 15,1-3-3-15,1-3 0 16,0-1-2-16,0-3 5 16,0-2-2-16,0-2-1 15,0 0 2-15,0 0-5 16,0 0 6-16,0 0-6 15,0 0 2-15,0 0-16 16,0-2-18-16,3-4-40 16,4-4-33-16,-1-4-177 15,-4-3-510-15</inkml:trace>
  <inkml:trace contextRef="#ctx1" brushRef="#br0" timeOffset="227171.8054">13046 3858 638 0,'0'0'77'0,"0"0"-77"15,0 0-3-15,0 0 3 16,0 0 10-16,0 0 15 15,0 0-5-15,94 90-6 16,-64-66-6-16,2 2-5 16,5 1 5-16,2 7-5 15,0 0 2-15,3 5 16 16,-6-1-11-16,-2 2 1 16,-3 3 4-16,-4 0-1 0,0 0 0 15,-4-3 0-15,-1-2-1 16,2-1-1-16,-3-4 3 15,1-3 4-15,2-4 50 16,0-4-26-16,1-3-7 16,0 0-17-16,-2-4 4 15,1-2-8-15,-2-1-4 16,0-1-10-16,-5-2 11 16,0-4-5-16,-4 1-2 15,0-2 1-15,-3-2 1 16,-2 0-7-16,-1-1 6 15,-2-1-6-15,-2 2 0 16,0-2 0-16,-2 0 0 16,2 1 3-16,2 1-3 15,-1-2 3-15,1 3-3 0,-2-1-1 16,2 1-1-16,1 1 1 16,-4 1-29-16,6 2-26 15,-2-3-14-15,5-2-64 16,-2-2-72-16,2 0-382 15</inkml:trace>
  <inkml:trace contextRef="#ctx1" brushRef="#br0" timeOffset="228248.6062">15517 4599 607 0,'0'0'107'0,"0"0"-77"15,0 0-19-15,82-43 52 16,-40 23 7-16,3-1-34 16,4-2-15-16,3-1-13 15,0 2 8-15,-2 0-10 16,-7 3 1-16,-2 2-6 15,-5 0-1-15,-4 5 4 0,-6-1-4 16,0 3-3-16,-7-1-6 16,-2 4-19-16,-5 2-20 15,-5 0-33-15,-1 3-87 16,-6-1-127-16</inkml:trace>
  <inkml:trace contextRef="#ctx1" brushRef="#br0" timeOffset="503726.8953">21369 12859 358 0,'0'0'163'0,"0"0"-104"15,0 0 12-15,0 0-22 16,0 0 16-16,0 0-12 15,0 0 12-15,0 0-31 16,-53-60-20-16,53 55-3 16,0 1 40-16,0 1-27 15,0 2 3-15,0-1-5 0,0 2-8 16,0 0 3-16,0-1-5 16,0 1-12-16,0 0 4 15,0 0 0-15,0 0-3 16,0 0-1-16,0 0-6 15,0 0 3-15,0 0 3 16,0 4-11-16,0 9 11 16,6 5 0-16,0 1 0 15,2 2 0-15,0 2 1 16,0 4 4-16,0 1 3 16,2 0-6-16,1 0 0 15,-4-3 7-15,2-1-8 16,0-2 1-16,-2-3-1 0,1-3 2 15,-2-4 1 1,1-4-3-16,-4-1-2 0,0-3 2 16,-1-3-1-16,-1-1 5 15,2 0 1-15,0 0-4 16,6 0 20-16,6-12 11 16,6-11-23-16,5-7 9 15,3-6-19-15,4-4 1 16,4-2 1-16,1-2 6 15,0 3-8-15,0 4 1 16,-3 3-2-16,-3 5 6 16,-4 2-5-16,-2 4 0 15,-1-2 0-15,0 1 1 0,-1 3-1 16,-2 1 0-16,-2-1 0 16,-1 4 0-16,-2 1-3 15,-3 4 3-15,-1 3 2 16,0-2-1-16,-4 4-2 15,0 3-3-15,-2 0-6 16,-2 4-40-16,2 0-20 16,1 0-44-16,-1 0-34 15,-1 0-204-15</inkml:trace>
  <inkml:trace contextRef="#ctx1" brushRef="#br0" timeOffset="558763.4846">21096 15591 237 0,'0'0'259'0,"0"0"-224"0,0 0-26 15,0 0 68 1,0 0 42-16,0 0-74 0,0 0-18 16,0 0-16-16,0 0 1 15,0 0 2-15,0 0-4 16,0 0-1-16,0 2-9 16,0 1 0-16,0 6 0 15,0 4 0-15,0 2 11 16,0 2 12-16,0 1-18 15,4 0 10-15,1 0 8 16,-1-1 4-16,0-2-17 16,1-2-3-16,-2-1 6 0,2-4-4 15,-1-2-9-15,-1-1 6 16,-3-5 3-16,6 0-6 16,1 0 4-16,7 0 8 15,4-10 84-15,6-9-65 16,1-3-24-16,2-6-6 15,-2 0 6-15,1-2-3 16,-1 3-6-16,-1 4-1 16,1 0 0-16,-4 5 0 15,0 2 0-15,2 2-1 16,4 1 0-16,5 2-60 16,1-3-111-16,-2-2-267 15</inkml:trace>
  <inkml:trace contextRef="#ctx1" brushRef="#br0" timeOffset="574115.0967">15989 17587 544 0,'0'0'44'0,"0"0"-7"15,0 0-28-15,0 0 16 16,0 0 80-16,0 0-56 15,0 0-28-15,-6 0-17 16,6 0-3-16,0 0 0 16,0 0 1-16,0 0 0 15,10 0 7-15,2 3 11 16,1 1-1-16,4-2-6 16,1 0-7-16,2 1 8 15,3-2-2-15,2 1-8 16,1-2 4-16,2 0-6 0,2 0-1 15,0 0 3-15,0 0-1 16,-1 0-1-16,1 0 1 16,0 0 2-16,3 0-5 15,5 0 1-15,1 5 1 16,3 1-2-16,3-1 0 16,-3-1 0-16,-3 3 0 15,-3-4 0-15,0 0 0 16,-1 1-3-16,1 0 3 15,1-1 1-15,6-1-1 16,0-1 1-16,3-1 0 16,4 0 0-16,3 0-1 15,3 0 0-15,2 0 0 0,-2 0 4 16,3 3-4-16,-5-2 0 16,-1 2 1-16,-2 4-1 15,-5-7 2-15,2 2-4 16,-2-1 4-16,3-1 0 15,3 0-2-15,1 0 0 16,4 0-1-16,2 0-1 16,1 0 1-16,1 2 2 15,2-1-2-15,1 2-4 16,3-3 5-16,-2 0 0 16,0 0 1-16,-3 0 2 15,-1 0-3-15,-3 0 0 0,-2 0 4 16,-5 0-4-16,-1 0 0 15,-3 0 1-15,-1 0-1 16,-2-4 1-16,0-1 0 16,2 5 0-16,2-4 0 15,2 0-1-15,0 1 3 16,-3-1-2-16,-3 2-1 16,-3-1-4-16,-3 3 2 15,-3-5 2-15,0 2 3 16,-2 2-3-16,4-1 0 15,-5-1 2-15,-2 3-2 16,2-2 0-16,-4 1 0 16,0 1 0-16,1-2-9 0,-5 2-78 15,-5-6-176 1</inkml:trace>
  <inkml:trace contextRef="#ctx1" brushRef="#br0" timeOffset="600196.3689">15544 16627 501 0,'0'0'31'0,"0"0"-8"16,0 0-16-16,0 0 25 15,0 0 47-15,0 0 1 16,0 0-55-16,0 0-16 15,-68 0-4-15,57 0 1 0,0 0 14 16,-2 4-7-16,1 2-5 16,-3 2-5-16,0 3 1 15,-2-1 11-15,-5 4-10 16,5 2 18-16,-4 1-6 16,1 0-7-16,-2 2 1 15,0 3 9-15,2 3-9 16,1 2 5-16,1 2-5 15,3 5 7-15,2-3-5 16,4 8-1-16,4 2-11 16,5 1 14-16,0 8-14 15,0-2 1-15,0 2-2 16,10-3 0-16,10-3 8 0,4-1-8 16,7-4 0-1,5-3-2-15,7-2 2 0,11-5-16 16,4-2-104-16,6-11-112 15</inkml:trace>
  <inkml:trace contextRef="#ctx1" brushRef="#br0" timeOffset="601546.4005">20981 16643 443 0,'0'0'84'0,"0"0"-46"16,0 0 72-16,0 0-27 15,0 0-8-15,0 0-9 16,0-11-32-16,0 11-22 16,0 0-9-16,0 0-3 15,0 0-5-15,7 8 5 16,10 6 4-16,4 2 0 16,2 4-3-16,6 0 8 0,2 3 0 15,0 4 5 1,-2 1-2-16,-2 3-1 0,-2 2-4 15,-4-2 0-15,0 2-1 16,-1 2 4-16,-1 1-1 16,-7 6 4-16,-2 1-3 15,-1 0 5-15,-6-2 0 16,-1-2 6-16,-2-2 3 16,0-1-11-16,0-2-4 15,0 2-3-15,0 0 7 16,0-4-5-16,-5 2-4 15,-1-4 2-15,-2 0-6 0,1-1 10 16,-3-2-10-16,-2-2 4 16,-2-2-4-16,-1 2 3 15,1-4 5-15,0-3-7 16,-1-2-1-16,5-6 1 16,2 1-1-16,4-5-3 15,-1-1-43-15,-4-5-103 16,-3 0-146-16</inkml:trace>
  <inkml:trace contextRef="#ctx1" brushRef="#br0" timeOffset="617010.1606">19606 16335 67 0,'0'0'575'0,"0"0"-517"15,0 0-28-15,0 0 7 16,0 0 25-16,0 0-2 16,0 0-41-16,0 0-19 15,0-11-5-15,0 11 1 16,0 0-1-16,0 6 4 16,0 3 1-16,0 1 0 15,0-1 1-15,1-2-1 16,2-3 9-16,0-1-4 0,-2-2 3 15,1-1-5-15,2 0 15 16,7 0 23-16,10-8 48 16,4-11-27-16,5-3-41 15,3-4-16-15,3-1-5 16,3 2-7-16,-4-3-191 16,-7-2-460-16</inkml:trace>
  <inkml:trace contextRef="#ctx1" brushRef="#br0" timeOffset="636633.2416">8022 17408 206 0,'0'0'277'0,"0"0"-214"16,0 0-23-16,0 0 53 16,0 0-12-16,0 0 2 15,0 0-9-15,0-34-40 16,0 34-3-16,0 0 6 15,0 0-10-15,0 0-6 16,0 0-16-16,0 0 1 0,0 0-6 16,0 0-3-16,0 3 3 15,3 6 0-15,4 2 3 16,2 3-1-16,2-2 11 16,1 5-7-16,-2-2 4 15,2 0-4-15,0 1 11 16,1 1-9-16,-2 0-3 15,4 2 2-15,-3-5-4 16,0 1-1-16,1-4 2 16,-1 0-2-16,-3-5-1 15,-2-1 1-15,-1-4 1 16,0-1-2-16,-1 0 0 0,7 0 11 16,1-1 15-16,8-13 17 15,3-5-14 1,-1-5-10-16,9-1-14 0,0-4-3 15,3 1 4-15,2 2-5 16,-1 1-2-16,-3 0 0 16,0 4-4-16,-5 0 8 15,-2 2-8-15,3 4-41 16,-2 2-50-16,0-4-161 16,-6 0-465-16</inkml:trace>
  <inkml:trace contextRef="#ctx1" brushRef="#br0" timeOffset="736547.735">4171 16400 99 0,'0'0'114'0,"0"0"33"16,0 0-48-16,0 0-7 15,0 0-34-15,0 0 34 16,9-34-37-16,-9 33-26 16,1-3 49-16,1 1-33 15,-1 0-31-15,1 1 17 16,-2 1 0-16,0 1-8 16,0 0-8-16,0 0-3 15,0 0-9-15,0 0-6 16,0 0 2-16,0 0-6 0,0 0 5 15,0 0-3-15,0 0 1 16,0 0 4-16,0 3 2 16,0 0-2-16,0 5-2 15,-5-1 2-15,-2 0 3 16,-2 1 0-16,-3 1 1 16,0-1 1-16,-1 1 4 15,1 2 9-15,-2 2-14 16,-4 2 4-16,-1 4-1 15,2 2-5-15,-3 3 7 16,-1-1-8-16,3 5 23 16,0-1-16-16,6 7 0 0,1 2-2 15,4 3 3-15,6 1-8 16,1 1 1-16,0-1-2 16,3 1 6-16,10-4 0 15,-1-3-6-15,3-1 3 16,-2-2-3-16,5-3 1 15,-1 0 4-15,-2-3-1 16,1 1-1-16,5-2 0 16,-4-2-2-16,5 0-1 15,1 0 4-15,4-2-2 16,3 0 2-16,4 0-2 16,5-4-2-16,6 3-8 15,2-2-105-15,0-4-104 16,-7-9-479-16</inkml:trace>
  <inkml:trace contextRef="#ctx1" brushRef="#br0" timeOffset="737938.7503">10604 16256 518 0,'0'0'83'15,"0"0"64"-15,0 0-112 16,0 0 9-16,0 0 48 15,0 0-18-15,0-2-23 16,0 2-31-16,3 0-17 16,7 0 14-16,7 0-12 15,-1 0 7-15,6 0-8 16,-2 10 3-16,4 5 1 16,1 4 1-16,-1 2-3 15,1 6 5-15,-2 2-7 16,1 7-2-16,-5 3 8 0,-3 5 1 15,-5 4-2-15,-5 0-2 16,-2 3-3-16,-2-2-4 16,1-3 0-16,-3-1 2 15,5-4 1-15,-1-2-2 16,-1-2 2-16,-2 2-3 16,-1 1-2-16,0-2 1 15,-4-1 1-15,-13 1 8 16,0 0-8-16,-3 0 4 15,-1-2 17-15,2 0-15 16,1-6 2-16,3-8-1 16,0 1-4-16,0-5 0 15,-1-1-2-15,1-2 2 16,-3-1-3-16,2-2 2 0,2-2-1 16,0-3-1-16,4 0-1 15,4-4 1-15,2-2-18 16,2 5-44-16,1-4-92 15,-2 0-98-15,0-2-252 16</inkml:trace>
  <inkml:trace contextRef="#ctx1" brushRef="#br0" timeOffset="795566.6569">5840 16056 330 0,'0'0'208'0,"0"0"-147"16,0 0-29-16,0 0 55 0,0 0-2 15,0 0 12-15,0 0-59 16,0 0-33-16,0-11-5 16,0 22 0-16,0 8 9 15,0 4 31-15,0 5-1 16,3 3-9-16,1 2 15 16,2 2-16-16,-1-1-4 15,2 0-11-15,1-2-3 16,-4-4 0-16,2-4-4 15,-1-2-5-15,0-7 1 0,-2-3-1 16,-1-5 3 0,-2-7-1-16,0 0-1 0,0 0 8 15,0-4-3-15,0-11 26 16,0-11-31-16,-9-1 2 16,0-7-2-16,2-2-3 15,-4-3 3-15,2-4-3 16,2 2 0-16,1 4 1 15,4 1-7-15,2 5 6 16,0 7-2-16,0 3-3 16,3 4 5-16,9 3-7 15,5 1 5-15,2 4 2 16,5-1-1-16,4 4 1 16,4 3 0-16,-1 3 1 15,-1 0-1-15,0 2 1 0,-2 11-2 16,-7 8 1-16,-3 1-8 15,-8 4 1-15,-1 5 6 16,-6 5 1-16,-3 0 1 16,0 2 10-16,-15-1 3 15,-3-5-10-15,-1 0 6 16,-2-5 10-16,2-5-12 16,2-3-7-16,2-5 5 15,5-6-4-15,4-4-2 16,2-1 0-16,4-3-42 15,0 0-105-15,0-12-188 16</inkml:trace>
  <inkml:trace contextRef="#ctx1" brushRef="#br0" timeOffset="797097.8767">6255 16414 818 0,'0'0'0'16,"0"0"7"-16,0 0-7 15,0 0 80-15,0 0-14 16,0 0-52-16,70-15-2 16,-55 4-5-16,-5-2-2 0,-7 1-5 15,-2-5-1-15,-1-2 0 16,0 0 1-16,-3-1 0 15,-4-2 7-15,4 0-6 16,3 0-1-16,0-4 0 16,0 4 0-16,14-1 0 15,2 6 1-15,-3 6-1 16,1 6-7-16,-3 3 5 16,-3 2 1-16,3 0-2 15,-1 7-7-15,-2 8 6 16,-4 4-6-16,1 1 2 15,-3 2 8-15,-2 2 11 0,0 0 14 16,0 0 6-16,0-2 27 16,0-5-14-16,3-3-18 15,8-6-3-15,1-3-4 16,4-3-5-16,4-2-2 16,5 0 8-16,3-12-15 15,-4-5 2-15,1-2-1 16,-5-3-5-16,-2 0-1 15,-6-2 0-15,-1 3 0 16,-6 1-4-16,-2 5 0 16,-3 6 0-16,0 2 2 15,0 6-7-15,0 1 2 16,0 0-1-16,0 0 7 16,-6 4 0-16,0 7 2 0,2 3-2 15,1-2-1-15,1 6 2 16,2 0 2-16,0-1-2 15,0 2 1-15,9-1 3 16,4-4-1-16,4-1-3 16,1-4 0-16,-2-1 5 15,4-4-3-15,-1-4 2 16,-1 0-2-16,0 0 1 16,-2-2 6-16,-2-9-3 15,-1-2 0-15,0 1-2 16,-2-3 0-16,-2-1 0 15,-2 0-2-15,-1-1 0 16,-3 1 0-16,0 0-1 0,-1 3 4 16,-2 3-3-16,0 3-2 15,0 4 0-15,0 3 1 16,0 0-1-16,0 0-7 16,0 0-1-16,0 0 0 15,0 6 8-15,0 8 2 16,0 0-1-16,0 3 0 15,0-1 0-15,0-2-1 16,3 0 1-16,7-1 3 16,4-2-4-16,0-4 1 15,0 0-1-15,4-4 0 16,0-3-3-16,3 0 1 16,1 0 1-16,-4-12-12 0,0 0-10 15,-5-2 11-15,-2-2-6 16,-1 1 5-16,-1 1 12 15,0 0-8-15,-2 0 4 16,1-1 2-16,-2 1 0 16,4-1-1-16,-1 3-1 15,0 2-4-15,-1 2 3 16,-2 2-5-16,1 1-12 16,-4 2-6-16,-3 2 9 15,0 1 11-15,0 0 0 16,0 0-13-16,-6 1-8 15,-12 12 30-15,0 4 2 0,-1 4 1 16,7-1 2-16,2 0 3 16,4-2 4-16,1-1 6 15,5-2 6-15,0-6-3 16,0-1-18-16,3-2 8 16,9-5-6-16,4-1 7 15,4 0 1-15,-2-3-11 16,-1-8 6-16,-1-4-8 15,-5-2-15-15,-3-2 3 16,-2-1 11-16,-5 1-9 16,1-1 5-16,-2 3 7 15,0 3-2-15,0 4 0 16,0 7 0-16,0 3 18 16,0 0-18-16,0 5-14 0,3 15 13 15,0 7 1-15,3 4 11 16,-2 3-10-16,-2 2 6 15,-2-2 1-15,0 0 0 16,0 1-8-16,0-4 2 16,-12 0-1-16,0-4-1 15,4-6 3-15,1-7-3 16,4-8 0-16,3-4 1 16,0-2-1-16,0 0 21 15,0-17-4-15,8-5-17 16,8-4 0-16,3-3 6 15,1 4-6-15,-1-3 0 16,0 4 0-16,-4 8-25 0,-4 5-42 16,-5 6-69-16,-6 5-74 15</inkml:trace>
  <inkml:trace contextRef="#ctx1" brushRef="#br0" timeOffset="800247.8098">7970 16054 717 0,'0'0'101'0,"0"0"-56"15,0 0-11-15,0 0 35 16,-96-14 15-16,71 25-25 16,1 8-34-16,3 7-2 15,2 6-4-15,4-2 12 16,3 3-3-16,9-4-15 15,3-3-3-15,0-3-3 16,0-9-2-16,9-2-4 16,7-7 2-16,2-5-3 15,5 0 4-15,5-17 6 16,4-10 1-16,2-9-11 16,-3-10 2-16,-3-4 6 0,-7 1-8 15,-9 0-3-15,-3 4 0 16,-8 6 3-16,-1 5-3 15,0 5 1-15,0 7 2 16,-1 6-1-16,-5 6 1 16,2 4 0-16,2 5 0 15,1 1 0-15,1 0-2 16,0 0-7-16,0 4-9 16,0 15 18-16,0 6 0 15,0 3 0-15,4 2 0 16,6 1 4-16,1-2-2 15,4 3 6-15,1-3-4 16,2-4-2-16,2-2-1 16,0-6-1-16,1-5 6 0,0-7-5 15,0-5-1-15,1 0 1 16,-2-10 7-16,1-9-7 16,-4-3 3-16,-4-1-4 15,-4 4 0-15,-5 1-1 16,-1 5-10-16,-3 4 9 15,0 2-8-15,0 6-8 16,-9 1 13-16,-1 0 2 16,2 3 2-16,-2 12 1 15,5 4 0-15,4 1 0 16,1 6 0-16,0-3 2 16,0 2-2-16,9 0 0 15,7-5 0-15,6-3 0 0,4-6 1 16,-1-5-1-16,2-6-27 15,0 0 5-15,-2 0-8 16,-4-14-19-16,-2-6 6 16,-4-5 14-16,-6-3 9 15,-1-3 9-15,-8 0 9 16,0 1 2-16,0 2-3 16,0 2 6-16,0 6-3 15,-8 2 0-15,1 6-1 16,1 1 1-16,-1 3 4 15,2 4-4-15,4-1 3 16,-1 5-1-16,2-3 12 0,0 3-14 16,0 0-16-16,2 3 14 15,11 7 0-15,2 8 4 16,3 1-3-16,0 4 3 16,1 2-2-16,-1-1 13 15,-6 4-2-15,1 4 4 16,-4 5-4-16,-6 1 0 15,-3-1-2-15,0-3-1 16,0-4-5-16,-5-7-2 16,-5-6 0-16,6-8 1 15,-2-4 1-15,6-5 1 16,0 0 10-16,0-14-14 16,0-13-70-16,12-5 38 0,3-4 8 15,3 2-22-15,3 0 6 16,1 6 18-1,0 3 18-15,-2 3 4 0,0 3 1 16,-3 2-1-16,1 0 3 16,-2 5-3-16,1-1 5 15,3 1-1-15,0-2 7 16,1 0-9-16,0 0-2 16,-8 1 4-16,-1 4-4 15,-6 2 0-15,-6 4 4 16,0 2 13-16,0 1 21 15,0 0-16-15,-16 0-16 16,-1 13 0-16,-2 4-2 16,0 4 23-16,5 1-5 0,3 3-4 15,7-1-13-15,1 0 9 16,3-2-4-16,0-3 2 16,13-2-11-16,6-3 3 15,6-6 4-15,5-4 4 16,0-4-5-16,-1 0-4 15,-2-2-3-15,-3-8 0 16,-5 0-22-16,-7 4-23 16,-4 2 14-16,-5 2 3 15,-3 2 7-15,0 0-6 16,-3 3-14-16,-11 11 41 16,0 5 1-16,0-1 0 15,8 1-1-15,4 3 14 0,2-2 0 16,0-3 5-16,3 1 6 15,11-4 2-15,4-3-4 16,3-4-17-16,6-4 4 16,3-3-7-16,1 0 1 15,0 0-4-15,-8-7-1 16,-3-6-43-16,-8-1 7 16,-9-3 7-16,-3-2 9 15,0-3-10-15,-3 2-7 16,-12 2 28-16,0 4 0 15,2 5 9-15,1 2 1 16,5 5 3-16,4 2 11 0,0 0-10 16,3 0 2-16,0 2-6 15,0 6-6-15,0 1 6 16,3 1 6-16,6-1-1 16,4 1-1-16,-3-6-3 15,5-1 1-15,-1-3 3 16,-2 0-2-16,3-3 0 15,-3-11 1-15,1-3-4 16,-3-2 0-16,0-3 3 16,0-4-2-16,0 2 0 15,0 1 0-15,4 2 1 16,0 2 1-16,3 4-3 16,2 1 0-16,3 1 4 0,6 5-4 15,-1 0 7-15,1 8 28 16,-7 0-35-16,-7 0-2 15,-5 5-1-15,-2 9 0 16,-5 3-1-16,-2 2 7 16,0-2-3-16,0 0 7 15,0-2 5-15,0-3 13 16,0-5-13-16,0-3 7 16,4-2-4-16,5-2-8 15,6 0-1-15,3-2 9 16,2-7-10-16,3-3-5 15,-5 1 0-15,1 0-21 0,-5-1-5 16,-3 2 19 0,-3-1 7-16,-2 1 2 0,-3 2-2 15,-1 0 3-15,-2 0 0 16,0 3-3-16,0 2 0 16,0 3-13-16,0 0 8 15,0 0-8-15,-5 5 12 16,-1 7 1-16,4 3 0 15,2 2 7-15,0 0 2 16,0-3 5-16,0-2-1 16,5-1-6-16,9-2 1 15,5-3-3-15,5-4 6 16,1-2-8-16,-2 0 1 16,-4-11 6-16,-6-2-3 15,-2-3 3-15,-7-3-4 0,-2 1 0 16,-2-1 27-16,0 3-9 15,0 5 0-15,0 2 0 16,0 5 3-16,0 3-12 16,0 1-12-16,0 0-2 15,0 0-1-15,0 0-12 16,0 8 11-16,0 8 1 16,0 4 0-16,0 3 6 15,0 5-6-15,0 1 2 16,0 6 1-16,0 2-2 0,-6 2-1 15,-5 0 0 1,1-5 0-16,1-5 1 0,0-3 0 16,2-9-2-16,2-7 2 15,4-5 0-15,1-5 1 16,0 0 5-16,0 0 2 16,1-15-3-16,14-8-6 15,1-2 0-15,5-4 4 16,7 0-4-16,10-3 0 15,4 0 20-15,2 4 25 16,-11 7-39-16,-8 5 2 16,-4 4-5-16,-4 1-6 15,-1 1-19-15,-4 1-72 16,-12-2-156-16,0-1-733 16</inkml:trace>
  <inkml:trace contextRef="#ctx1" brushRef="#br0" timeOffset="803383.1716">4978 16138 620 0,'0'0'111'0,"0"0"-39"16,0 0 27-16,0 0 17 15,0 0-50-15,0 0-48 16,0 0-7-16,0 0-2 16,18-2 4-16,-6 0-4 15,0 2 4-15,6 0-10 16,1 0 10-16,3 0-1 16,2 0 2-16,0 0-3 0,-1 0 3 15,0 2-14-15,2-2 3 16,-5 0-2-16,3 0-1 15,-5 0 0-15,-4 0 4 16,-6 0-2-16,-3 0-4 16,-3 0-2-16,-2 0-13 15,0 0-7-15,0-2-56 16,0-1-40-16,0-7-119 16,-10 1-483-16</inkml:trace>
  <inkml:trace contextRef="#ctx1" brushRef="#br0" timeOffset="803780.6422">5164 15989 657 0,'0'0'128'16,"0"0"-97"-16,0 0 3 15,0 0 15-15,0 0-20 16,0 0 1-16,42-1-17 16,-20 8 2-16,-2 4 5 15,-1 3-1-15,5 2-12 16,-6 2-6-16,3 3 3 0,-5-1 1 16,-4 1 1-1,-1 1-1-15,0 2-1 0,-5-2 5 16,-1 3-8-16,-1 1 7 15,-4-4-3-15,0 1-2 16,0-3-3-16,-10-3 1 16,-8-1 2-16,-3-2 5 15,-6 0 2-15,-1-3-2 16,-2 0-6-16,2-4-2 16,1 2-40-16,0-6-99 15,2-3-235-15</inkml:trace>
  <inkml:trace contextRef="#ctx1" brushRef="#br0" timeOffset="807630.1114">5157 17760 756 0,'0'0'141'16,"0"0"-140"-16,0 0 2 16,0 0 73-16,0 0 0 15,80-13-36-15,-47 6-17 0,1 2-2 16,-2-3-8-16,-2 1 10 15,-5 2-7-15,-4-2-9 16,-6 3-5-16,-5-2-1 16,-6 2 3-16,-4 1-2 15,0 0-1-15,0-1-1 16,-14-3-50-16,-6 4-2 16,-7-1 24-16,2 1-10 15,0 1 32-15,4-2 6 16,6 1 3-16,3 0 4 15,6-1 7-15,5 1 26 16,1 0 1-16,0-4-25 16,7 3-9-16,14-4-6 15,4 3 2-15,5 3-3 16,-2 2 0-16,-2 0-1 0,0 7-6 16,-4 8 3-16,-3 4 0 15,-7-2 4-15,-2 4 0 16,-9-1 14-16,-1-1 2 15,0 3 18-15,-8-4-3 16,-7 0-8-16,-3-2-2 16,1-3 1-16,3-1-16 15,2-2-2-15,3-1-4 16,3-3-44-16,3-2-164 16,3-4-333-16</inkml:trace>
  <inkml:trace contextRef="#ctx1" brushRef="#br0" timeOffset="836014.1042">5996 17810 852 0,'0'0'75'0,"0"0"-72"16,0 0 8-16,0 0 67 15,0 0-1-15,0 0-35 16,0 0-24-16,-9 0 6 16,9 0 23-16,0 0-3 15,5-11-14-15,7-5-14 16,3-3-11-16,-2-4 8 15,2-5-12-15,2-1 4 0,0-7-2 16,-4 0-1 0,4 2-1-16,-5 1 0 0,-4 7 0 15,-1 0 4-15,-4 8-4 16,0 4 0-16,2 5-1 16,-4 6 0-16,1 3 0 15,-2 0-4-15,1 0-2 16,2 0-7-16,3 13 13 15,3 6-1-15,1 6 1 16,-2 1 0-16,5 3 0 16,-2 0 0-16,-1 0 0 15,2-3-1-15,-1-1 1 16,-4-7 2-16,0-2-2 16,-4-7-1-16,-3-2 1 15,0-4-6-15,0-3 1 0,0 0 5 16,-14 0 0-16,-10-5 0 15,-6-5-24-15,0 0 23 16,3 2-7-16,0 2 6 16,3 6 0-16,1 0-2 15,9 0 4-15,1 0-1 16,7 0-6-16,1 7 4 16,5 3 0-16,0 0-3 15,6-1 4-15,15 1 2 16,6-3 0-16,6-1 2 15,1-3-1-15,0-3 0 16,2 0 2-16,-1 0 1 0,-3-11-4 16,2-4 2-16,-5 0-1 15,-5-6 0-15,0-2 0 16,-5-4 4-16,-2-3-5 16,-3-1 0-16,-2 2-2 15,0 0 2-15,-1 3 0 16,-2 6 5-16,-3 5-5 15,1 3-2-15,-3 3 0 16,-2-1 2-16,1 7 0 16,-3 2 0-16,0 1 0 15,0 0-3-15,0 0-10 16,0 9 10-16,0 10 3 16,0 3 1-16,-3 2-1 0,-3 2 0 15,3 0 0 1,3-1 1-16,0 1 0 0,0-3 1 15,6-4-4-15,5 0-2 16,8-5 3-16,-1-1 2 16,4-6 1-16,2-4-1 15,1-3 2-15,-3 0-1 16,6 0 0-16,-3-3-2 16,-1-7 2-16,0-3-1 15,-3 0 2-15,-2-2-2 16,-3 1 1-16,-4-1 0 15,-3-1-2-15,-3 0 0 0,0 2 8 16,-1 2-8-16,-4-2 1 16,-1-2-2-16,3 2 3 15,-1-3-2-15,-2 1 0 16,4 1-1-16,-1-4-1 16,0 0 2-16,0 2 0 15,0 5 0-15,-3 1 1 16,0 2-1-16,0 5 0 15,0 1-2-15,0 2 3 16,0 1-6-16,0 0 3 16,0 0-6-16,-7 11 8 15,-4 8 0-15,-1 4 0 16,5 2 0-16,-2 4 0 0,6 3 2 16,1 2-2-1,2-5 2-15,0-1 0 0,0-4 2 16,8-3 3-16,5-5-3 15,1-3-1-15,3-6-2 16,0 0 0-16,1-7 9 16,0 0-7-16,2-3 5 15,-2-11-8-15,-4-3-12 16,-6-5-66-16,-8-4-164 16,-5-3-416-16</inkml:trace>
  <inkml:trace contextRef="#ctx1" brushRef="#br0" timeOffset="836168.7222">6678 17544 667 0,'0'0'71'16,"0"0"-71"-16,0 0 41 16,0 0 8-16,0 0-39 15,121-3-10-15,-75-2-121 16,-7-2-421-16</inkml:trace>
  <inkml:trace contextRef="#ctx1" brushRef="#br0" timeOffset="837697.3859">6996 17698 401 0,'0'0'377'0,"0"0"-374"15,0 0 4-15,0 0 130 16,0 0-1-16,0 0-59 16,37-4-43-16,-19-5-12 15,-3-2-2-15,3 2 7 16,-5-5-15-16,2 1-10 16,-4-1 8-16,-4 1-5 15,0-3-4-15,-2 2-1 16,-1 1 0-16,-2-1 1 15,1 2 4-15,-2 6-4 0,-1 2 0 16,0 3 0-16,0 1 2 16,0 0-2-16,0 0-1 15,0 0-5-15,0 8 5 16,-1 2 1-16,-4 5-1 16,2-1 4-16,2 0-4 15,1-2 1-15,0 1 1 16,0-1 2-16,1-3-3 15,10 1 1-15,7-4 0 16,0-2-1-16,4-2 1 16,2-2 2-16,-2 0-4 15,-1-2 3-15,-1-8-3 16,-4-2-1-16,-2-4-6 0,-4 0 0 16,0-1-5-1,-2 0 10-15,-2 0-5 0,0 3 5 16,0-2 0-16,1 5-3 15,-1 4 2-15,2 0-8 16,-1 4 7-16,2 3-18 16,0 0 17-16,-1 0 4 15,5 3-10-15,-6 8 11 16,1-1-8-16,-2 0 2 16,-2 2 5-16,3 0-1 15,-2-1 2-15,-2-2 0 16,3 2 2-16,-1-5-2 15,-1 0 1-15,3-1 0 16,1-2 1-16,-2-3-1 0,0 2 5 16,3-2-3-16,-3 0 0 15,3 0 4-15,-2 0-4 16,2 0 5-16,-3 0-8 16,-3 0 0-16,0 0-9 15,-1 8 1-15,-2 2 3 16,0 4 3-16,0 2 2 15,0-2 0-15,0 2 0 16,-2-6 0-16,-1 0 2 16,3-6-2-16,0-3 0 15,0-1 2-15,0 0-1 16,0 0 3-16,12-5-3 16,3-11-2-16,3 2-18 0,0-2-7 15,-4 6 4 1,0 0 6-16,-3 3 15 0,-3 5-6 15,-3 1 3-15,-1 1-1 16,-2 0-9-16,1 1-3 16,0 10 6-16,0 3 11 15,-2-3 0-15,2-2 2 16,3 1 0-16,0-4 1 16,0-2 2-16,3-4 0 15,3 0-2-15,-3 0-3 16,6 0-41-16,-5-10-34 15,-4 0 10-15,-3 1 25 16,-3 2 28-16,0 3 2 16,0 4 0-16,-8 0 7 0,-3 0 3 15,-4 0 4-15,4 3 29 16,0 7-2-16,5 0-2 16,3 0-12-16,3-3-3 15,0 3-9-15,0-6-3 16,4 1-1-16,7-5 7 15,3 0 0-15,-1 0-8 16,0 0-2-16,-4-5-58 16,-3-4-15-16,-3 4 37 15,-3-4-30-15,0 5-5 16,0 0 12-16,-3 4 48 16,-3 0 13-16,1 0 13 15,3 0 26-15,0 7 28 0,2 3 1 16,0 0-10-16,0-1-13 15,12-2 26-15,6-3 1 16,1-1-53-16,2-3-7 16,-2 0-4-16,1 0-1 15,-2-9 4-15,-3-5-6 16,-1-5-2-16,-1-1 4 16,-2-5-7-16,-2-1 2 15,-4-1 24-15,-4-1-2 16,-1 1-8-16,0 5 0 15,0 1-10-15,-1 7-1 16,-4 5-1-16,2 7-4 0,2 2-1 16,-4 0-4-16,-3 17 4 15,3 4 1-15,-1 6 1 16,6 2 5-16,0-3 3 16,0-1-6-16,0-3 2 15,6-5-4-15,4-4 3 16,2-7-4-16,0-6-31 15,3 0-91-15,-6-2-204 16</inkml:trace>
  <inkml:trace contextRef="#ctx1" brushRef="#br0" timeOffset="837808.0928">7903 17599 142 0,'0'0'433'0,"0"0"-433"16,0 0-12-16,0 0 10 15,0 0-278 1</inkml:trace>
  <inkml:trace contextRef="#ctx1" brushRef="#br0" timeOffset="839797.4423">8948 17578 716 0,'0'0'115'0,"0"0"2"0,0 0-49 15,0 0 65-15,0 0-32 16,0 0-59-16,-31-34-19 16,10 34-9-16,-11 0-7 15,0 12-4-15,-4 5 8 16,4 5-9-16,5-1 11 16,7 1-9-16,7 1 1 15,5 0-4-15,6-3 4 16,2-1-5-16,0-2 0 15,20-5 3-15,7-4-3 16,7-5 2-16,9-3 4 0,1-3-2 16,-1-16-2-16,0-2 9 15,-7-5-11-15,-6-8 0 16,-5 0-2-16,-8-2-4 16,-10-3-3-16,-7 0 3 15,0 5 4-15,0 1-2 16,-12 7-3-16,0 4 7 15,6 8 0-15,2 5 1 16,1 5-1-16,3 1 1 16,0 3-2-16,0 0-6 15,0 7-5-15,0 13 11 16,0 0 0-16,0 8 2 16,0 2 0-16,3 1-1 0,1 2-1 15,1-1 1-15,2-5-1 16,4-2 3-16,1-4-4 15,1-2 1-15,2-5-1 16,1-4 2-16,1-3-1 16,2-4 1-16,-1-3-2 15,2 0-1-15,-1 0-4 16,-3-3-6-16,-1-9-10 16,0 0 12-16,-5-4-5 15,-2-1 0-15,-5-1-2 16,-2 0 5-16,-1-2 7 15,2 3-5-15,-1 4 7 0,4 4-2 16,5-1-4-16,2 7 4 16,3 0-5-16,3 2-8 15,3 1 5-15,-5 0 12 16,2 0-2-16,-6 7-2 16,0 4-3-16,-6 2-2 15,-6-1 2-15,0 4-1 16,0-1 10-16,0 1 6 15,0 1 25-15,-2-1 1 16,0-3-5-16,2 0-14 16,0 0 4-16,7-3-5 15,8-5-2-15,6 0 0 16,3-5 1-16,2 0-6 0,1-3 3 16,-2-11-8-1,0-2 0-15,-6-1-1 0,-4 0-4 16,-6 1 2-16,-6 2 2 15,-3 5 0-15,0 1-1 16,0 5-5-16,-3 3 7 16,-6 0-3-16,2 0 0 15,-1 12-2-15,5 3 5 16,1-1-1-16,2-1 2 16,0 0-4-16,0-2 2 15,10-2 1-15,4 1 0 16,1-7 0-16,5-2 0 0,-2-1-1 15,4 0 2 1,0 0 8-16,-4-11-8 0,0-1-1 16,-6-2-5-16,-3 1-2 15,-5 1 6-15,-4 2-2 16,0 1 1-16,0 4-6 16,-4 2 5-16,-5 3 1 15,2 0-1-15,-1 0-2 16,1 13 4-16,1-1 1 15,4 4 0-15,2-2 1 16,0 0 0-16,0-1 0 16,9 0 1-16,6-8 1 15,3 1-3-15,3-3 1 16,1-3-3-16,2 0-6 16,0 0-9-16,-4-12-1 0,-4 0 9 15,-1-1 0-15,-2-1 9 16,-1 2-2-16,-1-2 3 15,-2 4-1-15,1 1 2 16,-4 1-2-16,-1 3 0 16,0 1 0-16,-3 3 1 15,-2 1 2-15,0 0-3 16,0 0-2-16,0 0-5 16,-13 2 7-16,0 11 4 15,-1 4-2-15,3-2-1 16,2 2 0-16,3-1 2 15,0 0-1-15,5-2 1 0,1-2-3 16,0-4 1-16,0-2 1 16,10-3 1-16,2-3-1 15,2 0 0-15,2 0-2 16,-2-10-35-16,-1-2 15 16,-3-3-5-16,-1 3 6 15,-4-1 15-15,-4 0 3 16,1 5 1-16,-2 3 0 15,0 1 13-15,0 4 17 16,0 0-30-16,0 4-1 16,0 12 1-16,-2 4 6 15,1 4 4-15,-4 1-5 16,2 1 15-16,-3 1 2 16,-1 0 9-16,-1-4-15 0,-1 0-1 15,-4-5-1-15,1-1-5 16,-1-3-3-16,4-7-3 15,4-3-1-15,4-1 1 16,1-3-1-16,0 0 5 16,0 0-5-16,9-11 2 15,8-2-4-15,6-2 0 16,4-2 1-16,3-2 0 16,1 4-1-16,3-3-10 15,-4 1-30-15,-1 3-35 16,-5-3-85-16,-7 1-349 15</inkml:trace>
  <inkml:trace contextRef="#ctx1" brushRef="#br0" timeOffset="862780.7796">3738 17363 107 0,'0'0'119'0,"0"0"-78"15,0 0-10-15,0 0 18 16,0 0-2-16,0 0 4 16,0 0-30-16,-21 34-1 15,21-28-4-15,0-5 10 16,0 1-20-16,0 5 2 16,0-6-8-16,0 1-13 15,3-1-81-15,2-1-68 0</inkml:trace>
  <inkml:trace contextRef="#ctx1" brushRef="#br0" timeOffset="863314.8833">3807 17311 568 0,'0'0'43'0,"0"0"-23"15,0 0-13-15,0 0 85 0,0 0-21 16,0 0-53-16,-66 3-10 16,59 7 2-16,-2 2-3 15,3 2-4-15,-2 1 13 16,2 3 2-16,-1-2-10 15,4 1-5-15,-3 1 7 16,6 0 8-16,-2 3-6 16,2 1 14-16,0 2-13 15,0 1-9-15,2-1 1 16,4 0 4-16,4-1-5 16,0-2 0-16,0-3-4 15,6-1 8-15,-2-3 7 16,6-3-4-16,1-1-10 0,2-1 8 15,3-1-4-15,1-4 1 16,3-1 3-16,0 0-3 16,-3-3 2-16,-3 0 1 15,-8 0-2-15,-1 0-5 16,-3 0 2-16,-4 0-2 16,2-3-1-16,-1-3 5 15,-3 2-6-15,3-5-13 16,-2 2-86-16,-2-3-43 15,-5-3-76-15,0 0-244 16</inkml:trace>
  <inkml:trace contextRef="#ctx1" brushRef="#br0" timeOffset="863648.9901">4011 17615 534 0,'0'0'105'0,"0"0"-60"15,0 0 67-15,0 0-28 16,0 0-34-16,0 0-30 16,-6-28-16-16,29 28-2 15,2 0-2-15,2 0-5 16,1 8 5-16,-1 4 1 16,-6 4 6-16,1 1-7 15,-6 0 0-15,-5 3 0 0,-2 1 1 16,-4 1 0-16,-5-1 19 15,0 2 9 1,-3-1 4-16,-8-3 17 0,-8 0-24 16,0 1 8-16,-3-6-3 15,-4 2-17-15,-3 0 4 16,1-1-14-16,1 1-4 16,6-6-32-16,-1-5-266 15</inkml:trace>
  <inkml:trace contextRef="#ctx1" brushRef="#br0" timeOffset="869618.7509">1146 14428 650 0,'0'0'67'0,"0"0"-45"16,0 0 59-16,0 0 39 16,0 0-39-16,0 0-47 15,0 0-8-15,-5 2 4 16,5-2-12-16,0 0 6 16,0 0-14-16,8 0-7 15,16 0 13-15,7 0 8 0,8-2-13 16,4-1 4-16,2-2-12 15,4 2 1-15,-7 2-2 16,1 1-2-16,-10 0 0 16,-5 0-4-16,-4 0-33 15,-9 0-63-15,-4 0-104 16,-11 0-148-16</inkml:trace>
  <inkml:trace contextRef="#ctx1" brushRef="#br0" timeOffset="869905.9837">1350 14708 780 0,'0'0'34'16,"0"0"-27"-16,0 0-7 15,0 0 57-15,0 0 27 16,82 0-38-16,-46 0-11 16,-2-6-3-16,2 0-9 15,-3-2-18-15,1 2 5 16,-4-4 5-16,-3 0-14 16,-2-4-1-16,-7 2-83 0,-4-6-66 15,-10-2-159 1</inkml:trace>
  <inkml:trace contextRef="#ctx1" brushRef="#br0" timeOffset="870317.8827">1399 14188 769 0,'0'0'86'0,"0"0"-86"15,0 0-19-15,0 0 19 0,0 0 14 16,0 0 33-16,121 33-14 16,-76-15 0-16,1 3-19 15,-6 3 0-15,-1 5 1 16,-3 2 0-16,-6 2-6 15,-5 4 1-15,-8 1 6 16,-4 3-4-16,-10 2 5 16,-3 2 0-16,0 0 8 15,-18-1 5-15,-1-2-20 16,-5-4 7-16,4 0 3 16,1-4-4-16,1-3-1 15,8-5-11-15,1-5 0 16,4-5-8-16,1-3-36 15,1-9-219-15,0-4-445 0</inkml:trace>
  <inkml:trace contextRef="#ctx1" brushRef="#br0" timeOffset="871480.6953">2410 14120 228 0,'0'0'291'15,"0"0"-193"-15,0 0 17 16,0 0 13-16,0 0-2 15,0 0 18-15,32-70-65 16,-32 65-32-16,-8 3-31 16,-8 2-8-16,-6 0 2 0,-4 11-2 15,-8 11-7-15,-3 3 10 16,7 4-3-16,3-2-4 16,9 0-1-16,8-2-3 15,10-2-2 1,0 0 2-16,9-3-1 0,13-1 5 15,10-3-2-15,6-5-2 16,1-2 0-16,3 2 0 16,-1-2 2-16,-3 2 1 15,-8 3-6-15,-7 2 1 16,-9 4-7-16,-6 3 0 16,-8 4 3-16,0-1-1 15,-20 4 6-15,-8-2 2 16,-1-1 3-16,1-3-3 0,4-7 9 15,11-4-7-15,5-7-3 16,4-5 2-16,4-1-4 16,0-10-26-16,16-22-185 15,8-16-741-15</inkml:trace>
  <inkml:trace contextRef="#ctx1" brushRef="#br0" timeOffset="872047.2257">2911 14009 973 0,'0'0'48'0,"0"0"-47"15,0 0-1-15,0 0 24 16,0 0 17-16,0 0 8 15,5 82 6-15,7-41-30 16,1 3-9-16,1 2 5 16,-2 0-8-16,-2-4 1 15,-2-5-3-15,-5-2-6 16,0-12 6-16,-2-3-9 16,1-11-1-16,-2-6 1 15,0-3 0-15,0 0 9 0,0-15 10 16,-2-10-20-1,-10-10 1-15,-1-7 5 0,1-6-7 16,-4 0-8 0,4-3 8-16,-4 1-6 0,8 6 1 15,5 2 5-15,0 6-2 16,3 10-1-16,0-1-3 16,0 9 1-16,1 4 0 15,7 6 3-15,5 4-6 16,2 4 4-16,3 0 2 15,7 0 2-15,0 15 0 16,3 5 2-16,-3 3-1 16,0 4 5-16,-2 5-4 15,-4 1 8-15,-4 4 4 16,-1-2 1-16,-6 1-10 0,-5-3-3 16,-3-2 1-16,0-2-3 15,0-2-31-15,-19-5-70 16,-5-8-196-16</inkml:trace>
  <inkml:trace contextRef="#ctx1" brushRef="#br0" timeOffset="872192.8326">3043 14251 890 0,'0'0'73'16,"0"0"-67"-16,0 0-5 0,97-50-1 15,-64 33-41-15,1-4-353 16</inkml:trace>
  <inkml:trace contextRef="#ctx1" brushRef="#br0" timeOffset="872980.8333">3526 13796 865 0,'0'0'18'0,"0"0"-7"16,0 0-11-16,0 0 58 15,38 87 70-15,-28-51-65 16,1 0 10-16,-2 3-39 15,-2 0-11-15,1 2 10 16,-3 2 0-16,0-1-15 16,-1-3-6-16,-1-2-7 15,-1-6 1-15,-1-10-2 16,-1-7-4-16,0-7 0 16,0-7 2-16,0 0-2 15,0-3 10-15,-7-16-10 0,-8-9-42 16,-2-8 6-1,0-6-1-15,-4-6-50 0,6 2-27 16,-3-3 68-16,3 3 33 16,0-1 8-16,5-3 5 15,4-3 0-15,4 5 5 16,2 5 3-16,0 7 18 16,6 9-15-16,8 2-9 15,5 6 16-15,3 5 8 16,1 0-22-16,4 3 3 15,0 3-7-15,-2 5 6 16,-4 3-6-16,4 0 4 16,-4 3 0-16,0 13 4 15,-2 6-8-15,-5 3 0 0,-5 5-1 16,-7 4-1-16,-2 4 2 16,-4 0 5-16,-14 2 14 15,-3-7-4-15,-1-1-12 16,2-9 4-16,1-6 1 15,4-3-3-15,2-7 2 16,8-2-4-16,1 0 2 16,1-3 4-16,3-1-9 15,0 3 0-15,0 1-3 16,0 5 3-16,1-1 0 16,13 3 9-16,8 0 29 15,4-5 9-15,6-1-32 16,1 1 7-16,2-6-17 0,5 2 9 15,1-3-13-15,-2 0-1 16,-1 0-18-16,-7 2-54 16,-4 1-101-16,-14 0-251 15</inkml:trace>
  <inkml:trace contextRef="#ctx1" brushRef="#br0" timeOffset="873535.2691">2266 15065 542 0,'0'0'206'16,"0"0"-189"-16,0 0-7 15,0 0 45-15,0 0 79 0,0 0 7 16,8 4-88-16,17-8 0 16,18-10 14-16,15-10-31 15,17-6-4-15,22-8-4 16,18-8-9-16,19-4-14 16,15-2 6-16,6 2 0 15,5 4-9-15,-13 6 3 16,-15 5-2-16,-9 3 1 15,-14 6-2-15,-10 3-2 16,-10 4 0-16,-14 2 1 16,-8 1-4-16,-10 4 6 0,-13 2-6 15,-11 1 2-15,-9 3 1 16,-12 4 0-16,-1 0-18 16,-3 2-30-16,-2 0-44 15,-6 0-135-15,-3 0-293 16</inkml:trace>
  <inkml:trace contextRef="#ctx1" brushRef="#br0" timeOffset="892335.7747">3049 14822 105 0,'0'0'231'0,"0"0"-150"0,0 0-17 16,0 0 10 0,0 0 20-16,0 0-25 0,0 0-12 15,0 0-40-15,-9-36 31 16,5 33-24-16,0-2 29 16,3 3-28-16,-2-1 15 15,3 0-15-15,-1 3 6 16,-1-2-2-16,2 2-9 15,0 0-5-15,-1 0-11 16,1 0-4-16,0 0 0 16,0 0-9-16,0 0-1 15,0 0 1-15,0 9 9 16,0 1-2-16,0 3 2 0,0 1 3 16,0-1 1-16,0 1-3 15,0 3-1-15,0 2 7 16,-2 0 2-16,-1 1-6 15,2-3 1-15,-1 0 6 16,1-1 2-16,-2-3-8 16,3-1 5-16,0-3-3 15,0-1 1-15,0-5 0 16,0 1-7-16,0-1 5 16,0-1-5-16,0-2 1 15,0 0 6-15,0 0-6 16,0 0-2-16,0 0-17 15,3 0-18-15,3-5-48 16,0-2-53-16,1-7-119 0,-1 2-283 16</inkml:trace>
  <inkml:trace contextRef="#ctx1" brushRef="#br0" timeOffset="892849.9113">3209 14778 594 0,'0'0'102'0,"0"0"-50"16,0 0 30-16,0 0 31 16,0 0-34-16,0 0-35 15,-6-5-31-15,6 5-4 16,0 0-4-16,0 0-5 16,0 0-9-16,0 7 9 15,0 7 2-15,0 1 16 16,0 6-4-16,0-1-6 15,0 5 13-15,0-3-5 0,0 0-16 16,0 0 5 0,3-2 7-16,-2-2-12 0,2-2 0 15,-3 1 5-15,2-2-5 16,-2-5 1-16,0 0-1 16,1-3 0-16,-1-2 6 15,0-1-3-15,2-2-2 16,-2-2-1-16,0 0 1 15,0 0-2-15,0 0 2 16,0 0-2-16,1 0-11 16,-1-3-87-16,0-11-160 15,0-2-150-15</inkml:trace>
  <inkml:trace contextRef="#ctx1" brushRef="#br0" timeOffset="893666.5979">2988 14916 184 0,'0'0'385'16,"0"0"-320"-16,0 0 4 15,0 0 7-15,0 0 8 0,0 0-30 16,-11-3-46-16,11 6-8 16,0 7 1-16,0 6 4 15,0 3 7-15,0 2 15 16,0 2 24-16,0 0-2 16,0 3-20-16,0-2-12 15,0-2 5-15,0 2-12 16,2-2 13-16,1 0-12 15,0 0 0-15,-2-3-5 16,1-4-3-16,1-1-1 16,0-2-2-16,-3-7 4 15,3 2 1-15,-3-6-4 16,3-1 0-16,-3 0-1 16,0 0 0-16,7 0-33 15,-2-12-81-15,5-6-128 0,-1-6-161 16</inkml:trace>
  <inkml:trace contextRef="#ctx1" brushRef="#br0" timeOffset="894098.4116">3168 14897 506 0,'0'0'87'16,"0"0"-41"-16,0 0 57 15,0 0 21-15,0 0-55 16,0 0-69-16,0 8 0 15,0 6 0-15,0 5 49 16,0 2-21-16,0-1 12 16,3 6-14-16,2 1 12 15,-2 0-1-15,0 0-17 0,4-4-11 16,-4 2-1 0,0-4-4-16,0-1-2 0,0-3 4 15,-1-2-4-15,-2-6-1 16,4-1 0-16,-4-5 3 15,2 0-4-15,-2-3-20 16,0 0-43-16,0 0-33 16,0-4-139-16,-9-6-276 15</inkml:trace>
  <inkml:trace contextRef="#ctx1" brushRef="#br0" timeOffset="894815.9881">2840 15175 536 0,'0'0'151'15,"0"0"-91"-15,0 0-7 0,0 0 15 16,0 0 30 0,0 0-68-16,-3-16-30 0,3 16-2 15,6 0 2-15,6 11 7 16,0 2 7-16,0 4 4 15,3 3 4-15,-3 0-7 16,7 2 11-16,-1-2-13 16,0 1 7-16,1 1-19 15,-2-3 7-15,-2-1-2 16,1-1-5-16,-1-1 1 16,-3-3 1-16,1-2-3 15,-2-1 2-15,-2-3-2 16,-3-2 4-16,3-2-4 15,-5-2 7-15,1 1-3 16,-1-2-4-16,2 0 4 0,1 0 1 16,1 0 9-16,6-9-14 15,2-2 8-15,-1 0-1 16,6-3-6-16,-1 0-1 16,0-3-1-16,2 0 1 15,2-3 2-15,1-3-2 16,-2-5-1-16,-1 0-1 15,-4 0 2-15,-3 1 0 16,-3 2 4-16,0 4-4 16,-3 2 0-16,0 5 5 0,-2 5-5 15,-2 1 0 1,-1 5-1-16,-2 0 2 0,1 2-1 16,-2 1 0-16,1 0-3 15,-2 0-2-15,3-2-10 16,4 2-62-16,-2 0-45 15,1-4-32-15,-3 0-229 16</inkml:trace>
  <inkml:trace contextRef="#ctx1" brushRef="#br0" timeOffset="912836.6099">2332 14830 351 0,'0'0'34'0,"0"0"-31"16,0 0 30-16,0 0 46 16,0 0-26-16,0 0-33 15,0 0 11-15,0 0 18 16,0 0 7-16,-14-30-26 15,13 30 2-15,1 0 0 16,0 0 9-16,0 0-20 16,0 0-9-16,0 0-10 15,0 0 7-15,0 0-9 16,0 0 0-16,0 0-2 0,0 0 2 16,0 0 2-16,4 0-1 15,2 0 2-15,3 0 3 16,3 0 2-16,-1 0 7 15,6 0 7-15,-2 0-8 16,3 0-4-16,-1-3-10 16,2-3 11-16,2 2-7 15,-2-3-2-15,2 1-2 16,0-2 1-16,0 0 1 16,-2 1 0-16,2-3 1 15,-4 1-2-15,-1-1-1 16,-4-1 0-16,1-1 3 0,-2 0-3 15,-2-1-1 1,-2-2 1-16,-1 4 0 0,-4 1 0 16,4 4-3-16,-5 2 3 15,-1 2-3-15,0 2-1 16,0 0-2-16,0 0-5 16,0 0 4-16,0 0-4 15,0 0 11-15,0 0 1 16,0 0-1-16,0 3 0 15,0 2 0-15,-1 1 1 16,-5 2-2-16,1 2 3 16,-5 2-2-16,-2 2 1 15,-6 1-1-15,0 1 5 16,-6 1-3-16,-3 1-2 16,-1-2 0-16,3 1 0 0,-2 0 0 15,7-5 6-15,-2 1-3 16,4-2-3-16,1-3-4 15,3 0 4-15,-2-2 1 16,4-3 3-16,-2-3-1 16,6 0-3-16,-3 0 1 15,0 0 3-15,4 0 2 16,-5-3-6-16,9-2 7 16,-2 2-6-16,2 0-1 15,2 2 3-15,1-2-3 16,0 1 0-16,0 2-1 15,0 0 0-15,0 0-2 0,0 0 3 16,0 0-7 0,0 0 4-16,0 0 0 0,4 0 2 15,1 0-3-15,2 0 4 16,4 0 1-16,-2 0-1 16,8 0 1-16,0-2 2 15,5-8-1-15,3 0 1 16,1-1 1-16,2 0-4 15,2-3 0-15,3 1-65 16,-2 0-46-16,-1-3-94 16,-3 1-267-16</inkml:trace>
  <inkml:trace contextRef="#ctx1" brushRef="#br0" timeOffset="930882.1972">1844 12385 861 0,'0'0'52'0,"0"0"-39"15,0 0 3-15,0 0 62 16,0 0 9-16,-88 1-27 15,74 10-27-15,-2 0-2 16,1 4-11-16,0 3-5 16,5 1-2-16,1 3-3 15,6 2-2-15,3 2-3 16,0-2-5-16,0 0 1 16,15 0 7-16,3-3-8 15,4-4 2-15,2-3-1 16,6-6-1-16,-2-4 2 15,2 1 5-15,-5-5-3 0,-1 0 5 16,-3 0-3-16,-2-9 0 16,-1-1-5-16,-1-5 4 15,-1-1-5-15,-4 0-19 16,-3-4-126-16,-5-3-227 16</inkml:trace>
  <inkml:trace contextRef="#ctx1" brushRef="#br0" timeOffset="931815.5922">2117 12533 829 0,'0'0'96'0,"0"0"-95"0,0 0 0 15,0 0 30-15,0 0-3 16,0 0-16-16,85-28-12 15,-69 31 23-15,-1 10-12 16,-3 3 7-16,-5 3 7 16,-2 1-2-16,-5 2-6 15,0 2-7-15,-5 0 3 16,-8-4-1-16,3-6-7 16,2-2 0-16,-2-7-3 15,7-2 0-15,0-2-1 16,1-1 10-16,2 0-10 15,0 0 2-15,0 0-3 16,0 0 0-16,0 0-3 0,8 0 3 16,4 0 0-1,4 0 0-15,2 8 8 0,4 1 12 16,-2 2 5-16,1-7-19 16,-2 1 4-16,-4-5-4 15,3 0-4-15,-5 0 0 16,2-16-2-16,-6-10-140 15,-6-8-239-15</inkml:trace>
  <inkml:trace contextRef="#ctx1" brushRef="#br0" timeOffset="932108.8097">2317 12160 966 0,'0'0'101'0,"0"0"-99"15,0 0 2-15,0 0 9 16,0 0 54-16,0 0 7 16,29 78-32-16,-13-51-14 15,0-1 2-15,-1 2-19 16,4-1 10-16,-4-1-13 15,0-1-1-15,-3-6-2 16,-2-4-3-16,-1-5-2 16,0-3-31-16,0-7-85 0,-3 0-165 15,-3-17-319-15</inkml:trace>
  <inkml:trace contextRef="#ctx1" brushRef="#br0" timeOffset="932294.3129">2525 12160 225 0,'0'0'737'16,"0"0"-664"-16,0 0-71 15,0 0-2-15,0 0 69 16,0 0-27-16,25 70-27 16,-14-45-8-16,-2-2-5 15,-4-2-2-15,-4-1-17 0,-1-4-164 16,0-7-192-1</inkml:trace>
  <inkml:trace contextRef="#ctx1" brushRef="#br0" timeOffset="932451.9258">2464 12347 805 0,'0'0'146'0,"0"0"-84"15,0 0 22-15,0 0-7 16,0 0-52-16,0 0-21 15,54-25-8-15,-15 8-97 16,0-2-171-16,1-3-423 16</inkml:trace>
  <inkml:trace contextRef="#ctx1" brushRef="#br0" timeOffset="932783.9187">2873 12143 856 0,'0'0'133'0,"0"0"-33"16,0 0-23-16,0 0-14 16,0 0-30-16,0 0-21 15,-80 44-2-15,78-25-2 16,2-1-6-16,0-1-2 0,10-1-1 16,7-2 1-16,6-3 3 15,7 0 0 1,0-4-3-16,1 3 1 0,-5-1 0 15,-5-1 8-15,-9 4-9 16,-6 0-3-16,-6 3 3 16,0 2 3-16,-6 5 23 15,-16-1 4-15,-6 1-2 16,-2-2-13-16,0-1-10 16,7-2-2-16,-3-3-3 15,3 0-61-15,1-8-139 16</inkml:trace>
  <inkml:trace contextRef="#ctx1" brushRef="#br0" timeOffset="938932.0474">773 12715 604 0,'0'0'231'15,"0"0"-98"-15,0 0-54 16,0 0 34-16,0 0-11 15,0 0-48-15,0 0-31 16,-9-27-22-16,16 48 5 16,10 9-4-16,5 8 21 0,-1 3-13 15,1 5-2-15,-2-2 8 16,1 1-14-16,-5-5 3 16,2-7-6-16,-7-9 1 15,0-13-39-15,-5-11-64 16,-6-15-198-16,0-22-494 15</inkml:trace>
  <inkml:trace contextRef="#ctx1" brushRef="#br0" timeOffset="939282.6658">928 12464 989 0,'0'0'112'0,"0"0"-112"0,0 0 0 16,0 0 46-16,24 78 6 15,-17-39-7-15,-2 6-15 16,-5 5-26-16,0 0 1 16,0-4 9-16,-14-4-10 15,-5-9 2-15,2-6 0 16,1-10-6-16,4-8-7 16,2-6 5-16,1-3-17 15,6 0 15-15,0-6-8 16,3-3 2-16,0-3 5 15,3 2 5-15,17 1 10 16,5-1 15-16,5 2 0 0,1 4-4 16,4 2 4-16,-3 2-7 15,-4 0-5-15,-2 0-12 16,-3 0 7-16,0 0-8 16,-1 0-17-16,1 0-101 15,-4-3-249-15</inkml:trace>
  <inkml:trace contextRef="#ctx1" brushRef="#br0" timeOffset="940250.9576">1380 12794 389 0,'0'0'155'0,"0"0"-136"0,0 0 68 16,0 0 54-16,0 0-61 16,0 0-10-16,82-25-29 15,-70 25-14-15,-1 0-15 16,-1 6 2-16,-6 10-7 15,-4 7 13-15,0 5 9 16,-1 4-14-16,-17-1 5 16,3-2-18-16,-1-5 9 15,2-7-5-15,4-6-5 16,7-5 2-16,3-5 1 0,0 1-2 16,0 0 1-1,0-2-1-15,0 0 3 0,13 0-1 16,5 0 22-16,3 0-5 15,1 0-5-15,-2 3-16 16,2-1 9-16,0-1-8 16,2-1-1-16,-2 0-17 15,1 0-187-15,-7 0-410 16</inkml:trace>
  <inkml:trace contextRef="#ctx1" brushRef="#br0" timeOffset="944056.1616">2994 11947 119 0,'0'0'209'0,"0"0"-96"16,0 0-15-16,0 0 4 15,0 0-5-15,0 0-15 16,0 0-2-16,-9 0-10 16,9 0 5-16,0 0-11 15,0 0-27-15,0 0-14 16,0 0-1-16,0-3-13 16,6 1-9-16,5-3 8 15,11-2-7-15,0 0-1 16,-2-2-21-16,-1-2-151 15,-10-3-193-15</inkml:trace>
  <inkml:trace contextRef="#ctx1" brushRef="#br0" timeOffset="944684.914">3109 11688 883 0,'0'0'79'16,"0"0"-79"-16,0 0 0 15,0 0 41-15,28 83 42 16,-13-46-16-16,3 5-20 16,1 4 5-16,-2-3-26 0,-1-3 7 15,-7-7-25-15,2-6 9 16,-5-11-4-16,-2-6-7 15,-3-7 0-15,-1-3-1 16,0 0 32-16,-3-17 16 16,-16-15-44-16,0-6-9 15,-4-4 0-15,-1 0 0 16,-1 0 7-16,0 1-6 16,1 0-1-16,9 3-3 15,1 1 2-15,9 6-5 16,5 6-3-16,0 4 3 15,0 5-2-15,13 6-10 16,5 8-14-16,6 2 5 0,1 2 13 16,-1 16 2-1,-3 6 5-15,-2 4-6 0,-5 3 13 16,-6-2 0-16,-3 0-1 16,-5-5 0-16,0-1-2 15,0-10 6-15,0-1 2 16,0-8-5-16,0-1 0 15,0-2-2-15,3 3-5 16,8-2 5-16,3 4 0 16,1 1 2-16,-1 4 2 15,-6 4-2-15,-3 4 0 16,-5 4 2-16,0 3-2 0,-9-3 0 16,-7-3 7-16,5-7-7 15,5-8 2-15,5-5-6 16,1 0-31-16,1-18-146 15,16-15-284-15</inkml:trace>
  <inkml:trace contextRef="#ctx1" brushRef="#br0" timeOffset="945398.1878">3350 11560 883 0,'0'0'90'0,"0"0"-86"16,0 0 5-16,0 0 103 0,21 90-23 15,-10-47-33-15,0-1-30 16,3-3-3-16,-5-3-17 16,2-8 0-16,-4-6 1 15,-7-10-6-15,0-7 2 16,0-5 1-16,0 0 11 16,-6-11 4-16,-14-16-19 15,-3-8 2-15,-3-8-1 16,0-4 4-16,4-3-5 15,3 1 0-15,7 6-8 16,5 11 1-16,7 11 2 16,0 8 3-16,0 7 2 15,7 3-8-15,8 3 3 0,3 0 0 16,2 7 0-16,-1 12 5 16,-4 9-3-16,-2 6 6 15,-8 6-4-15,-5 2 1 16,0 1 0-16,-14-2 1 15,-4-7 3-15,6-9 8 16,4-10 2-16,6-6-5 16,2-7-8-16,10-2-1 15,16-2 5-15,20-18 7 16,11-11-12-16,11-9-1 0,8-7-51 16,-1-9-193-1</inkml:trace>
  <inkml:trace contextRef="#ctx1" brushRef="#br0" timeOffset="949391.8002">1167 13476 355 0,'0'0'169'0,"0"0"-69"16,0 0-25-16,0 0 24 15,0 0 5-15,0 0-14 16,0 0 6-16,0 0-77 0,-12 0-17 16,12 0 15-1,0 0 24-15,0 0-20 0,0 0-18 16,0 0-1-16,0 0 3 15,0 0-4-15,0 0 2 16,0 0-2-16,0 1 2 16,0-1-3-16,0 0 2 15,0 0 1-15,10 0-3 16,-1 2 0-16,6-2 4 16,0 0 1-16,6 0-3 15,-1 0 5-15,9 0-5 16,1-4 1-16,0-5 2 0,0-1-5 15,0 1 0 1,-4-2 0-16,3 3 2 0,-2-2-2 16,1 1 1-16,0 0 5 15,-3 0-6-15,2 1-1 16,0 0 1-16,-2 0 5 16,1-1-3-16,4 0 1 15,-2-2-2-15,2-1-1 16,0 0 2-16,3-2 1 15,-2 1 3-15,2-1-6 16,4-1-3-16,-4 1 3 16,-2 0 9-16,0 2-7 15,-1 1-2-15,0 0 0 16,-2-1 0-16,-2 2 1 16,2 1-1-16,-2 1 0 15,-1-1 0-15,-1 4-4 16,-2-4 7-16,-1 3-3 0,-1-4 1 15,0 0-1-15,0-3-1 16,1-1 1-16,7 0-2 16,-3-2 2-16,2 1 0 15,2-1-1-15,6 2 4 16,1-2-3-16,0-1 4 16,0 0-4-16,0 0-3 15,-1 3 3-15,-1-3 0 16,2 0-3-16,-1-2 3 15,-2 1 3-15,5-1-2 0,1 0-2 16,-3 0-6-16,-2 1 7 16,0 1 2-16,-2-2 0 15,-2 2 0-15,1 0-2 16,0-2 1-16,1 0-1 16,-1 2 0-16,3-3 1 15,3-1 1-15,-1 1-2 16,0 3 0-16,3-2 0 15,-5 0 0-15,-1 2 0 16,-3 4 1-16,1-4 0 16,-6 1-1-16,1-1 0 15,-7 0 0-15,4 2 0 16,-4 0-3-16,3-1 7 0,-2 1-3 16,1-2-1-1,-1 1 0-15,3 1 0 0,-5-1-3 16,4 3 3-16,-1-1 0 15,-4 1 1-15,6 2-1 16,-6-2 0-16,1 4 0 16,-1-4 0-16,-3 4 0 15,1-2-2-15,-3 2 2 16,-2-1 2-16,-1 4 6 16,0-3-2-16,2 1 8 15,-1 0-8-15,2-1 7 16,-3 4-9-16,0-1-4 15,-3 1 0-15,-3 2-1 16,0 2 1-16,0 1 8 0,-2 0-8 16,-1 0-1-16,0-1 1 15,0 1-8-15,0 0-2 16,2 0-37-16,-1 0-45 16,-1 0-118-16,0 0-302 15</inkml:trace>
  <inkml:trace contextRef="#ctx1" brushRef="#br0" timeOffset="953252.9684">706 12302 217 0,'0'0'33'0,"0"0"-33"16,0 0-11-16,0 0-15 15,0 0-5-15,0 0-7 16,0 0-30-16,0 0-8 16</inkml:trace>
  <inkml:trace contextRef="#ctx1" brushRef="#br0" timeOffset="954431.3607">706 12302 32 0,'0'-6'21'15,"0"6"1"-15,0-3-10 0,0 3-10 16,0 0 0 0,0 0-2-16,0 0 0 0,0 0 9 15,0 0 46-15,0 0 38 16,0 0 24-16,0 0-4 16,0 0-23-16,0 0 13 15,0 0-21-15,0 0-8 16,0 0-10-16,0 0-7 15,0 0-13-15,0 0-18 16,0 0-9-16,0 0 3 16,0 0 7-16,0-2-6 15,0 0-1-15,0-1-15 16,0-3-4-16,3-2 3 16,9 0-1-16,-2-1 3 0,2 0-5 15,2 0-1-15,-1 0 1 16,-1 2-1-1,3-3 0-15,-2 3 1 0,1-3-1 16,1 3 1-16,-1-1-1 16,0 1 0-16,2 0 0 15,-1 0 2-15,1-1-5 16,1-1 8-16,1 0-5 16,0 0 3-16,-2 3-3 15,-1-1 0-15,3-2 1 16,-3 1 1-16,3 0-1 15,-2-4 0-15,3 3 3 16,-2-1 0-16,-2 0-4 0,0 0 0 16,-2 1 2-1,2-1-2-15,-4 5 0 0,-4 0 0 16,-1 1 1-16,-2 3 2 16,-1-2-3-16,-1 2-1 15,4-2 1-15,3 0 0 16,3-3-3-16,3-2 3 15,1-1 12-15,5-3-7 16,3-3-2-16,1 0 4 16,1-2-6-16,4 2 25 15,0-1 10-15,2 2-29 16,-2 2-4-16,0 1-3 16,-2 1-2-16,2-1 2 15,0 0 5-15,1 0-5 16,3-3 0-16,-1-1 6 0,-1 1-6 15,-3 2 0-15,-2 0 1 16,-3 3 0-16,-4 0 0 16,-3 2-1-16,-3 1 0 15,1 0 1-15,-2-2 1 16,2 2-2-16,-1-4 0 16,2 3-3-16,-1-3 6 15,3 4-3-15,0-5 1 16,-2 1 0-16,3 0-2 15,-2 1 1-15,1-1 0 16,-2 0 4-16,-1-1-4 16,0 0-2-16,1 0 2 0,1-2-4 15,2-1 6-15,-1 2-2 16,0 1 1-16,1 0-1 16,-2-1 0-16,1 3-1 15,1-1 1-15,-1 2 0 16,1-1 1-16,-2 0 4 15,5 1-5-15,0 0 1 16,0 0 2-16,3 2-3 16,0-2 3-16,2 1-3 15,0 2 1-15,-2 0-6 16,-2 1 8-16,-4 3-4 16,0-1 1-16,-4 2-2 15,0-1 2-15,-3 1 1 0,-4 0-1 16,0 0-4-1,0 0 4-15,-5 0 1 0,3 0-1 16,1 0 0-16,1 0 0 16,-5 0 0-16,4 0-1 15,-1 0 0-15,-1 0-3 16,2 0 4-16,-2 0-1 16,1 0 1-16,-3 0-10 15,-2 0-55-15,1 4-8 16,-2 3-79-16,-2 0-133 15</inkml:trace>
  <inkml:trace contextRef="#ctx1" brushRef="#br0" timeOffset="955150.8151">1443 11414 339 0,'0'0'456'16,"0"0"-343"-16,0 0-58 15,0 0 29-15,0 0 1 0,0 0-62 16,16 11-13-16,-4 8 18 15,3 5 36-15,1 0-36 16,-2-2-6-16,2 0 2 16,-4-5-18-16,-2-6-1 15,-2-3-4-15,-5-5-1 16,0-3 0-16,0 0-12 16,0 0-59-16,-3-7-43 15,0-13-207-15</inkml:trace>
  <inkml:trace contextRef="#ctx1" brushRef="#br0" timeOffset="955432.0744">1606 11289 852 0,'0'0'100'0,"0"0"-94"0,0 0 13 16,0 0 103-16,0 0-40 15,0 0-47-15,59 89 4 16,-41-66-14-16,1 1-5 16,-1 1-1-16,1-3-5 15,-2-1-4-15,-4-3-5 16,-2-3-2-16,-5-8-2 0,-3-3 2 16,-3-4-3-1,0 0-20-15,0-1-13 16,-8-12-70-16,-12-3-262 0,-8 2-84 15</inkml:trace>
  <inkml:trace contextRef="#ctx1" brushRef="#br0" timeOffset="955860.4801">1416 11468 326 0,'0'0'58'15,"0"0"67"-15,0 0-49 16,0 0 13-16,0 0 46 15,0 0-3-15,0 17 15 16,0-17-20-16,0-14-46 16,0-6-42-16,3-6-18 15,-2-2-7-15,-1-2-2 16,0-5-3-16,0-1-4 16,0 2-3-16,0 2-1 0,0 12 3 15,0 6-4-15,0 8-1 16,0 5 1-16,2 1-9 15,17 0 1-15,3 4 0 16,4 10 8-16,1 1-3 16,1 2-8-16,2 1-48 15,-2 1-74-15,-7-2-195 16</inkml:trace>
  <inkml:trace contextRef="#ctx1" brushRef="#br0" timeOffset="958201.3745">264 11070 461 0,'0'0'273'16,"0"0"-212"-16,0 0 15 16,0 0 51-16,0 0 22 15,0 0-60-15,7-10-48 16,4-3-19-16,1-6 5 16,1-3-14-16,1-2-5 0,-2-3-2 15,-3-2 4-15,-3 0-10 16,-6-1-1-16,0-1 1 15,0 5 0-15,-11 2-5 16,-5 5 2-16,5 3-2 16,1 6 3-16,3 4 2 15,5 6 1-15,1 0-1 16,1 0-5-16,0 0-5 16,0 5 2-16,0 12 8 15,7 6 0-15,6 7 0 16,1 3 0-16,4 1-8 15,0 0 8-15,0 1 4 16,-3-4 5-16,-2-5-8 16,-1-4 3-16,-6-7 1 0,-2-7-5 15,-2-5 2-15,-1-1 7 16,-1-2-4-16,0 0-5 16,0-6 19-16,0-14-12 15,-1-8-7-15,-5 1-5 16,6 2 4-16,0 6-12 15,0 5 8-15,8 9-9 16,6 5 5-16,4 0 5 16,2 0-7-16,-2 9 10 15,7-1 1-15,-7 1 1 16,3-5 0-16,-4-3-1 16,0-1-2-16,-2 0 2 15,-3-9 2-15,1-8 4 0,-4-5-6 16,2-3-4-16,-5-3-7 15,-1 3 5-15,-5 5-14 16,0 6 6-16,0 7 9 16,0 5 2-16,0 2-30 15,-1 0 32-15,-3 5-10 16,-1 12 5-16,2 0 12 16,3-1-5-16,0 0 1 15,0-5-2-15,3-1 0 16,9-8-2-16,3-2-1 15,7 0 3-15,2-15 3 16,4-9-3-16,-2-2-13 0,1 2-2 16,-8 2-11-1,-1 5 0-15,-9 3 12 0,-6 5 2 16,-3 3 0-16,0 6 11 16,0 0-9-16,0 0 9 15,-10 6 1-15,-2 10 0 16,-2 1 9-16,5 5-3 15,5-1 17-15,2-1-23 16,2-1 1-16,0-5-4 16,6-4 7-16,9-2-5 15,3-4 4-15,0-4 2 16,3 0 4-16,-2-1 1 16,-1-13-6-16,-3-2 1 15,-8-1-9-15,-4 0 4 0,-3 2-25 16,0-1 9-16,-7 3-44 15,-9 0-20-15,-5 2 22 16,1 6-1-16,1 2 30 16,1 3 29-16,5 0 12 15,5 0-10-15,1 0 4 16,7 0-6-16,0 0-3 16,0 3-5-16,7 0 8 15,11-3 1-15,3 0 12 16,10-6 0-16,2-11-8 15,-3-1-5-15,0 0 0 16,-8 1-1-16,-1 1-20 16,-8 4 2-16,-5 1 15 0,-1 6 4 15,-7 2 8-15,0 3-8 16,0 0 30-16,0 5-16 16,-13 15-4-16,1 5 7 15,0 4 4-15,3 3 1 16,6-4-17-16,3-1 0 15,0-6-5-15,0-3 0 16,8-8-1-16,6-8 0 16,-3-2 1-16,1 0 8 15,0-14-6-15,-2-7 12 16,-1-4-2-16,-2-4-4 16,-5-2-4-16,-2-1 2 0,0-2 0 15,-3-3-1-15,-12-2 7 16,-3-4 2-16,2 2 8 15,-2 5 1-15,3 5 7 16,4 9-11-16,0 7-3 16,6 7-7-16,2 5 11 15,3 3-20-15,0 0-3 16,0 13-11-16,6 14 13 16,9 10 1-16,2 6 9 15,5-1-3-15,-3-5-5 16,2-3 11-16,3-9-9 15,-2-8-3-15,1-7-39 16,2-10-135-16,-1 0-206 0</inkml:trace>
  <inkml:trace contextRef="#ctx1" brushRef="#br0" timeOffset="959681.7417">1331 10476 883 0,'0'0'76'15,"0"0"-51"-15,0 0 46 16,0 0 0-16,0 0-27 16,-61 89-19-16,61-69-18 0,0-3-5 15,0 2 10-15,8-5-12 16,0-4 3-16,1-6-3 15,0-4 2-15,1 0 2 16,-1-6 3-16,2-16 3 16,1-3-6-16,-5-3-4 15,-5 2-24-15,-2 1 19 16,0 5-32-16,0 6 33 16,-2 5 2-16,-2 7 2 15,-1 2 3-15,2 0-3 16,0 6-5-16,3 9 1 15,0 3 4-15,0-1-6 16,0-2-3-16,8-7 2 16,7-3 4-16,4-5 0 0,5-1-1 15,1-19-5-15,-1-5-29 16,-1-5-58-16,3-3 32 16,-5 5 0-16,-4 5 21 15,-1-1 14-15,-4 7 5 16,-4 6-11-16,2 2 25 15,-6 4 1-15,-2 3 6 16,-2 2 3-16,0 0 5 16,0 0 0-16,-8 0 10 15,-8 8-4-15,1 6 35 16,-2 8 7-16,4-1-10 16,3 4-3-16,3-1-16 0,7-2-11 15,0-2-12 1,0-4-1-16,7-6-1 0,6-5 1 15,5-5 6-15,3 0-4 16,3-11 3-16,1-10-5 16,-3-5-16-16,1-1-24 15,-5 0 2-15,-5 0 22 16,-4 1 15-16,-3 4 1 16,-4 4 5-16,-2 2 0 15,0 4-2-15,0 4 28 16,0 2-12-16,0 3 10 15,0 3-26-15,0-2 5 16,0 2-2-16,0-2 1 16,0 1-1-16,0-2-1 15,0 0-3-15,4 0-2 0,2 0 0 16,-3-1 0-16,2 1 3 16,-4 2-1-16,-1-2-1 15,3 1 0-15,-3-2 0 16,3-1 1-16,-2 1-1 15,-1 0 0-15,2-2 2 16,-2 1-2-16,0 1 0 16,0 2-1-16,0-1 5 15,0 0 5-15,0 1 26 16,0-1 7-16,0-1-30 16,-2 1-4-16,-2 1 9 15,2 0-6-15,0 2 1 0,2 0-7 16,-2 0-6-16,2 4-4 15,0 12 1-15,0 3 3 16,0 3 0-16,9-1 2 16,-2 3-2-16,1 1 2 15,-2 0 1-15,4 1-1 16,-2-1 0-16,1 0-1 16,-3-4 0-16,-2-6-1 15,-1-2 1-15,0-6 0 16,-3-5 3-16,0-2 0 15,0 0 13-15,0-12 29 16,-3-8-40-16,-1-2-3 16,2-4-3-16,1 3-15 0,1-1-7 15,0 6 0-15,0 5-10 16,3 6 22-16,6 4-15 16,-2 3-28-16,5 0 22 15,-1 0 10-15,2 6 0 16,0 5 18-16,-1-1-2 15,-1 1 5-15,2-3-1 16,-2-2 1-16,-2-4 0 16,-1-2 7-16,0 0 7 15,-2 0 17-15,3-3 16 16,6-10-5-16,-6-2-28 16,2-1-11-16,-3-1-1 0,0 1 2 15,-2 2-7 1,-6 2 3-16,0 2-15 0,0 3 2 15,0 4-11-15,0 3 9 16,0 0 4-16,0 3 0 16,-3 9 11-16,1 5 11 15,2-1 11-15,0-2 8 16,0-4-10-16,12-3-2 16,3-4-12-16,6-3-4 15,5 0 12-15,6-17-14 16,2-5-123-16,-1-2-343 15</inkml:trace>
  <inkml:trace contextRef="#ctx1" brushRef="#br0" timeOffset="968404.795">3615 11168 305 0,'0'0'141'0,"0"0"-79"15,0 0-10-15,0 0 12 16,0 0 16-16,0 0-6 15,0 0-30-15,0 0 3 16,-14-22 10-16,11 20-34 16,3 1 3-16,-4 1-8 15,4-1 3-15,0 1 5 0,0-2 2 16,0 2-8-16,0 0-7 16,0 0-8-16,0 0-2 15,0 0-3-15,0 0-5 16,0 0-1-16,0 0 3 15,4 0 3-15,8 6 3 16,0 2-3-16,0 1 0 16,4 1 4-16,1 2-4 15,3-1 0-15,1 2 2 16,-1-1-1-16,4 2 1 16,-1 0 5-16,1 3-7 15,0 2 12-15,-2-1-11 16,1 1-1-16,-2 0 2 15,-2 1-1-15,-1 0 4 16,-1 2 0-16,-4 0 2 0,2 0-5 16,0 2 6-16,-2-2 3 15,2 2-5-15,-3-4-2 16,1 3-4-16,-1-3 3 16,-4 1-3-16,4-1 5 15,-3-2 0-15,0 0 8 16,0-2-8-16,-2 4-2 15,2 1 4-15,-3 0-7 16,-1-2 6-16,0 1 0 16,-2-2-1-16,0 2 0 0,0-1-4 15,-1 1 4 1,-1 1-1-16,-1 0-4 0,0 0 3 16,2-2-2-16,-1 0-1 15,-1 1 2-15,0-1-2 16,0 2 0-16,0 1 2 15,0-5 2-15,0 0-5 16,0-5 1-16,0-2-1 16,0-4 1-16,0-2 0 15,0-3 0-15,0-1 0 16,0 0-14-16,0 0-17 16,0 0-17-16,0 0-111 15,-6-13-39-15,0-2-209 16</inkml:trace>
  <inkml:trace contextRef="#ctx1" brushRef="#br0" timeOffset="969056.7507">4166 11643 518 0,'0'0'83'0,"0"0"-9"15,0 0 43 1,0 0 4-16,0 0-27 0,0 0-37 16,-7 0-24-16,7 0-21 15,0 0-3-15,7 0 9 16,10 0 12-16,2 0-11 16,5 0 8-16,-3 0-2 15,6 0-6-15,0 0-5 16,-1 0-1-16,1 0-5 15,-3 0-2-15,3-1-3 16,-6-2 2-16,0 1-1 16,-4 0-4-16,-3 2 2 15,-3 0-1-15,-4 0-1 16,-3 0 0-16,-2 0-5 0,-2 0 9 16,0 0-8-16,0-2-17 15,0-2-9-15,0-4-28 16,0-4-144-16,-4-5-47 15,-7-2-432-15</inkml:trace>
  <inkml:trace contextRef="#ctx1" brushRef="#br0" timeOffset="969469.1079">4360 11478 603 0,'0'0'121'0,"0"0"-74"16,0 0 0 0,0 0 16-16,0 0-27 0,0 0-31 15,9 2 33-15,6 3-5 16,6 2 12-16,-3 2-12 16,1 4-7-16,-2-1 2 15,-1 5-17-15,-1 0-1 16,0 5-1-16,-3 1 4 15,-2 0-11-15,-2 3 4 16,-5 1 2-16,1 0-7 16,-4 0 9-16,0-2 0 15,0-5-10-15,0 1 6 0,-4-3 4 16,-7-3 9-16,-2 0-9 16,-1-1 13-16,-5-1-5 15,5-3-18-15,-2-2 14 16,1-1-8-16,0-2-4 15,5 0-2-15,0-2-8 16,2-1-20-16,2-2-75 16,0 0-145-16,1 0-299 15</inkml:trace>
  <inkml:trace contextRef="#ctx1" brushRef="#br0" timeOffset="994838.5357">358 10053 174 0,'0'0'13'0,"0"0"-7"15,0 0 6-15,0 0 7 16,0 0 31-16,0 0 28 15,0 0-10-15,0 0-23 16,-58-10-41-16,52 10 7 16,0 0 1-16,2 0 4 15,-1 0 15-15,2 0-9 16,3-3 3-16,0 3 6 16,0 0 8-16,0 0 6 15,0 0-31-15,0-2 0 16,0 0-14-16,0-3 0 15,0-5 0-15,15-2 3 16,6-3 5-16,-2 1-7 0,4-1 2 16,1 1 1-16,-1 2-3 15,6-2-1-15,2 1 0 16,2-1 1-16,1 2-1 16,1 0-1-16,-1-1 1 15,3 3 0-15,-4 1 1 16,1 2 2-16,-4 2 0 15,1 0-3-15,1 1 0 16,2-2 0-16,2 1 0 16,3-2 1-16,1 0-1 15,-4 0 5-15,-2 1-3 16,-1-1-2-16,-2 0 0 16,2 4-4-16,-2-3 8 0,3 3-1 15,3-2-3 1,1 0-5-16,1 4 4 0,1 0 1 15,2 1 7-15,-2 0-7 16,2 0 0-16,1 0-1 16,-1 0 1-16,3 0 4 15,0 0-3-15,2 0 0 16,-2 2 2-16,4 3 1 16,-1 0-3-16,0 3 1 15,-2 1-1-15,0 3 1 16,-5-1 3-16,2 3-4 15,-6 0 0-15,0 0 1 0,-1 1-2 16,-3 0 1-16,1 1-2 16,-3-1 4-16,-3 4-7 15,0-2 4-15,0 5 0 16,1 1 0-16,-3 2 3 16,3 0-6-16,-1 4 5 15,2 1-2-15,3 2 2 16,-2-2-2-16,5 0 0 15,-3-2 0-15,-2-2 3 16,-1-4-1-16,0 1-2 16,-2 1 0-16,5-1 13 15,2 6 9-15,4 0-16 16,3 2-6-16,3-1 2 0,-2-1 3 16,2 0 7-16,-5 0-3 15,2-2-4-15,0-1 0 16,-2-2 2-16,0-1 0 15,0 0-1-15,-4-4-1 16,0 3 3-16,0-2-6 16,-4 0 2-16,3 3 0 15,1 1-4-15,-1 1 2 16,0-2 3-16,-1 2-1 16,2-1-3-16,0 0-1 15,4 0 1-15,2-1 1 16,4-1 4-16,0-3-4 15,3 1-1-15,-2-2 1 16,-3-2-1-16,-3 3-1 0,0-2-4 16,1 2 4-16,-1 0 3 15,2-1-3-15,0 1 1 16,-1-4-1-16,4 0 9 16,-4-4-6-16,7-1 2 15,-4-1 1-15,4 1-4 16,0-1 11-16,1-1-8 15,-1 3 1-15,0 1-4 16,2 1 0-16,-1 1-1 16,4 0-1-16,-2 0-1 15,5-3 1-15,6 1 5 16,2-4-5-16,2-2 2 16,0 0 2-16,-1-2-3 0,1 0-1 15,-1 1 0 1,2 1 2-16,-2 1-2 0,-2 1 0 15,-1 1 0-15,-2-1 1 16,2-1 0-16,-5 1-1 16,2-2 0-16,1-2-2 15,-3 0 1-15,0-1 1 16,0 0 1-16,2-2 2 16,2 0 2-16,3 0-10 15,0 1 7-15,-1-2-2 16,1 0 0-16,0 0-2 15,5 0 2-15,3-2 4 0,5-3-4 16,-2-1 0-16,6 3 1 16,0-3-1-16,-3 3-7 15,0 0 7-15,-3 1 2 16,2 1-2-16,1 1 0 16,1 0 0-16,4-2 7 15,2 2-7-15,-3-3 1 16,-3 3-2-16,2-3-3 15,-2 3 1-15,3 0 6 16,-6 0-3-16,-1 0 0 16,-1 0-6-16,-5 0 6 15,-3 6 3-15,-4-1 3 16,-4 1-12-16,-2 2 11 0,-6-1-6 16,0 0 2-16,1 2-2 15,1-1 0-15,2 3 0 16,-1 3-1-16,0-3 2 15,0 4-1-15,-1 2 5 16,4 2-8-16,2-2 3 16,4 2 1-16,0 1 0 15,1-1 0-15,0 4 0 16,-1-1-3-16,4 1 0 16,-1-2 3-16,-1-3 5 15,-6-4-4-15,-4-1-2 16,-8-1 2-16,-3-4-2 15,-5 1 2-15,1 2-1 16,3 1 0-16,2 3-12 0,-5-15-178 16</inkml:trace>
  <inkml:trace contextRef="#ctx1" brushRef="#br0" timeOffset="997098.8141">10558 15573 286 0,'0'0'230'0,"0"0"-185"0,0 0-26 16,0 0 39-16,0 0 36 15,0 0-5-15,0 0-31 16,0-28 2-16,0 28-21 16,0 0 4-16,0 0 26 15,-2 0-29-15,2 0-20 16,-1 0-8-16,1 0-7 16,0 0-5-16,0 7-6 15,0 7-4-15,0 4 10 16,0 5 1-16,0-2 2 0,3 1-3 15,3-1 8-15,1-1-3 16,1-3 1-16,1-1-2 16,-1-5 4-16,-2-5-4 15,-1-2-3-15,0-3 4 16,3-1-1-16,9 0-1 16,5-12 14-16,8-10 18 15,3-4-8-15,-2-2-18 16,2-1-5-16,-3 4-1 15,-3 0 0-15,1 5-1 16,-4 6-2-16,3-1 0 16,-2 1-20-16,-1-2-88 15,-8-3-157-15</inkml:trace>
  <inkml:trace contextRef="#ctx1" brushRef="#br0" timeOffset="998782.1369">10634 17660 88 0,'0'0'534'0,"0"0"-399"15,0 0-101-15,0 0 47 0,0 0 13 16,0 0-32-16,0-3-23 15,0 3-19-15,0 0-6 16,0 0-8-16,0 0 12 16,0 0-18-16,0 0-6 15,0 10 6-15,0 7 14 16,4 0 1-16,0 5 8 16,3-2 0-16,1 0-3 15,-3 0 2-15,1-1-19 16,0-2 17-16,-1-3-20 15,-2-1 14-15,4-4-12 16,-4-3 7-16,0-4-7 16,0 0 7-16,-3-2-6 15,1 0-2-15,1 0 6 0,4 0 1 16,6-7 9-16,7-7 11 16,8-6-12-16,9-4-12 15,6 1-2-15,7-2-1 16,4-3 7-16,5 2-6 15,1 2-2-15,-7 1 0 16,-6 6 0-16,-7-1 5 16,-10 6-7-16,-4 2 2 15,-4 0-1-15,-6 4 1 16,2-2-1-16,-1 6-12 16,-3-4-45-16,-1 0-64 15,-6-8-161-15,-6-2-523 16</inkml:trace>
  <inkml:trace contextRef="#ctx1" brushRef="#br0" timeOffset="1.00777E6">623 12525 72 0,'0'0'84'16,"0"0"-18"-16,0 0-30 15,0 0-23-15,0 0 27 16,0 0 30-16,0 0 3 16,0 0-29-16,0-33-27 15,-1 32 40-15,0 1-25 0,1 0-11 16,-2 0-21-16,2 0-32 16,-3 0-161-16,0 0-13 15</inkml:trace>
  <inkml:trace contextRef="#ctx1" brushRef="#br0" timeOffset="1.00812E6">623 12525 491 0</inkml:trace>
  <inkml:trace contextRef="#ctx1" brushRef="#br0" timeOffset="1.00888E6">623 12525 491 0,'17'-50'91'0,"-17"45"12"0,-4-1-62 0,0 3 37 16,2 0-10-16,0 0-4 15,1 3-5-15,1 0-9 16,0 0-24-16,-2 0-6 16,-1 0 2-16,0 0-3 15,-3 0-1-15,-5 0-6 16,2 3-3-16,-1 4-6 16,-1 3 3-16,-3 2-4 15,5-2 2-15,-4 2-1 16,0 2-2-16,-1 1 1 15,5 3-2-15,-2 0 1 16,1 1 1-16,3-3 0 0,-1 0-1 16,5 1 1-16,0-2 0 15,-1-1 0-15,4 2 1 16,-3-1 0-16,3-1-3 16,0 2 3-16,0-2-1 15,0 3 4-15,0 2-5 16,-2-2 4-16,2 2-3 15,0-2 1-15,-1 0 7 16,1-2-2-16,0 1-5 16,0-2 3-16,0 2-6 15,0-1 5-15,0-1-1 16,6 0-4-16,1 2 1 0,4-1 1 16,-2 2-2-16,1 2 0 15,-1-1 10-15,0-1-10 16,0-2 2-16,-2 1-2 15,0-1 6-15,1-3 1 16,-3 0-2-16,5-2 4 16,-2 3-4-16,-1 0-5 15,5 2-2-15,-3-3 2 16,2 2 3-16,5 2-3 16,-3-1 3-16,2 0-2 15,2 0-1-15,0-3 2 16,-4 0 1-16,4-2 2 15,-4 1-5-15,1-1 1 0,-2-3 4 16,-3 1-1 0,1-1-3-16,-2-3-1 0,1 2 3 15,3-1-7-15,0 0 7 16,1 1-3-16,4 0 0 16,0 2 10-16,-3-2-7 15,5 2-2-15,-4-1-1 16,0 0 0-16,2 0 1 15,-3-2 0-15,-3 0-1 16,2 0 0-16,-4-3 2 16,0-1-2-16,0-1 0 15,3 0-31-15,-1 0-22 0,3 0-44 16,0-10-117-16,2-8-221 16</inkml:trace>
  <inkml:trace contextRef="#ctx1" brushRef="#br0" timeOffset="1.01038E6">3504 11212 207 0,'0'0'78'16,"0"0"24"-16,0 0 32 0,0 0-60 15,0 0 10-15,0 0-11 16,0 0-8-16,-25-11-20 16,23 11-13-16,1 0 20 15,-1 0-6-15,2 0 10 16,0 0-4-16,0-1-2 16,0 1-28-16,0 0-2 15,0 0-17-15,0-2 0 16,2 2-3-16,13 0-4 15,4-1 4-15,5 0 4 16,1 1-3-16,3 0 3 16,-1 0-2-16,0 0 1 15,5 0 0-15,3 0 1 16,1 0-4-16,0 6 12 0,-1 6-10 16,0 0 2-1,-5 2 1-15,1 3-5 0,-4 2 0 16,-2 2 0-16,-2 3 8 15,2-1-8-15,-2 5 2 16,-3-2 3-16,1 3-2 16,-1 0-1-16,-4 2-2 15,3 2 4-15,-4 0 3 16,-1-4-2-16,-1-1 6 16,-4-3-7-16,3-1 2 15,-6-1 4-15,5 0-10 16,-5 1 9-16,4-2-8 15,-3 1 4-15,1 0-4 0,-2 1-1 16,-3-2 4-16,4 1-4 16,-4-3 2-16,-1-2 2 15,-1-3-1-15,-1-1-3 16,0-5 0-16,0-1 0 16,0-3 4-16,0-3-2 15,0 1-1-15,0 1 2 16,0-4 2-16,0 2-3 15,-1-1 0-15,-1-1 0 16,-1 0-1-16,0 0-1 16,-4 0 0-16,4 0-42 15,3-3-2-15,-5-4-13 0,2 0-73 16,-3-3-59-16,0 0-129 16</inkml:trace>
  <inkml:trace contextRef="#ctx1" brushRef="#br0" timeOffset="1.01177E6">1753 11723 86 0,'0'0'111'15,"0"0"6"-15,0 0 8 16,0 0-44-16,0 0-45 15,0 0-34-15,0 0-2 16,-14-21-9-16,14 20 9 0,0 1 0 16,0 0 0-16,0 0 0 15,0 0 0-15,0 0 4 16,0-2 1-16,0 2 7 16,-2-1-9-16,-6-4-3 15,1 2 0-15,-1-1 6 16,-1 0 29-16,0 1 15 15,2 0-18-15,-1 3-19 16,2-4 15-16,-1 3 11 16,1-2-21-16,0 0 15 0,3 2 14 15,0-1-6 1,0 2-6-16,3-2 31 0,0 2-6 16,0 0-23-16,0 0-8 15,0 0-2-15,0 0 1 16,0 0-1-16,0 0-10 15,0 0-13-15,0 0-1 16,0 0 0-16,0 0-3 16,0 0 5-16,0 0 5 15,0-5 29-15,-3-2-2 16,-6-6-8-16,0-7-26 16,-3-3 0-16,-3-4-1 15,-3-2 0-15,-3-3 1 16,-1 3-3-16,0 4 0 15,8 5-3-15,4 5 3 0,3 8-6 16,2 4-13-16,5 3-5 16,0 0-55-16,3 0-136 15,13 8 84-15,5 9 4 16,2 1-107-16</inkml:trace>
  <inkml:trace contextRef="#ctx1" brushRef="#br0" timeOffset="1.0122E6">1898 11633 639 0,'0'0'136'15,"0"0"-82"-15,0 0 28 16,0 0 33-16,-54-78-34 0,38 54-13 16,-1 2-21-16,-4-1-25 15,2 1-1-15,-2 0-8 16,4 2-4-16,0 1-8 16,0 4 1-16,5 2-2 15,2 5 0-15,3 2-16 16,2 1-48-16,5 5-27 15,0 0-95-15,0 0-189 16,0 0 18-16</inkml:trace>
  <inkml:trace contextRef="#ctx1" brushRef="#br0" timeOffset="1.01339E6">1560 11239 448 0,'0'0'118'0,"0"0"-19"0,0 0-23 15,0 0 10-15,0 0 26 16,0 0-62-16,-16-21 9 15,16 21-12-15,0 0-16 16,-1 0-9-16,-1 0-4 16,1 0-7-16,-5 1 2 15,-2 12-1-15,-2 7-5 16,-1 3-3-16,2 3-3 16,-1 3 21-16,0 2-16 15,0-2 3-15,-1 3-7 16,0 0 4-16,2 0-1 15,-1 2-2-15,4 0 2 16,0-4-4-16,3-5 1 0,3-6-2 16,0-5-1-16,0-5-2 15,0 0 3-15,0-4-6 16,0-2 6-16,0-2 2 16,0-1 0-16,0 0 0 15,0 0 4-15,0 0-5 16,0 0 8-16,0-7-8 15,0-9 7-15,0-8-3 16,0-6-9-16,-2-4 6 16,-1-1-4-16,-1-1 2 15,-2 4 0-15,0 4 2 16,3 2-1-16,3 4-2 0,-3-1 2 16,3 2-2-16,-3-3 2 15,3 0 0-15,0 5-1 16,0-1 4-16,0 1-7 15,0 2 3-15,0 2-3 16,6 3 1-16,2 1 1 16,-1 2 2-16,-2 4 0 15,0 1 0-15,-2 2-2 16,-1 2-1-16,-2 0 2 16,4 0 0-16,-2 0-4 15,5 0 1-15,2 0 0 16,2 0 2-16,2 2-1 15,1 6 2-15,3 2 0 0,0 1-2 16,5 2 2-16,2 0 12 16,3 2-8-16,-4-3 3 15,12 2-7-15,-6-1 9 16,3 1-4-16,-1 1-1 16,-1 1-3-16,-3-2 2 15,-1 0-1-15,-4-5-1 16,-2-1 1-16,-3-4-2 15,-2-2 2-15,-4-2 0 16,-1 0-1-16,2 0 0 16,-3 0 0-16,0 0-2 15,0 0-1-15,-2 0-21 0,1 0-20 16,-1 0-59 0,2 0-106-16,-6-3-293 0</inkml:trace>
  <inkml:trace contextRef="#ctx1" brushRef="#br0" timeOffset="1.01741E6">7951 18110 599 0,'0'0'87'15,"0"0"-56"-15,0 0 5 16,0 0 65-16,0 0-12 16,0 0-53-16,0 0-28 15,-16 0-4-15,16 0 2 16,0 0-6-16,0 0-6 15,2 0 6-15,9 0 12 16,5 0 24-16,0 0-18 16,8 0 45-16,1 5-26 0,2-3-12 15,6 1-3 1,0-2-11-16,6-1 1 0,3 0-4 16,4 0-5-16,3 0 13 15,-1-1-15-15,2-9 11 16,-2 4-8-16,0 0-4 15,-2-2 0-15,-10 1 7 16,-2 0-6-16,-9 1 0 16,-5 3-1-16,-10 1 0 15,-2 1 0-15,-5 1-3 16,0 0 1-16,-3 0-37 16,0 0-41-16,0 0-60 15,-5 0-59-15,-17 1-240 16</inkml:trace>
  <inkml:trace contextRef="#ctx1" brushRef="#br0" timeOffset="1.01791E6">7980 18277 208 0,'0'0'431'0,"0"0"-406"16,0 0-25-16,0 0 15 16,0 0 42-16,0 0-17 15,6 21 9-15,11-20 15 16,2 2 6-16,2 0-24 15,6-3 0-15,3 0 12 16,2 0-16-16,4-7-16 16,1 0-6-16,2 1-8 15,2-5 1-15,0 6-10 16,1 1 4-16,-3-1 0 16,-2 5-6-16,-4-2 3 15,-3 2-2-15,-5-1-2 16,-2-1 4-16,-4 2-3 15,-4-4 1-15,-2 1-1 16,-5 2 3-16,-5 1 1 0,-2 0-3 16,1-2 1-16,-1 2 2 15,1 0 2-15,-1-2-7 16,2 2 1-16,-2-2-3 16,-1 2 2-16,2 0-37 15,-2 0-60-15,0 0-121 16,0 0-173-16</inkml:trace>
  <inkml:trace contextRef="#ctx1" brushRef="#br0" timeOffset="1.02837E6">1875 13217 220 0,'0'0'55'0,"0"0"7"0,0 0 11 16,0 0 12-16,0 0 13 16,0 0-56-16,0 0 26 15,-49-24 7-15,43 22-47 16,2 2 14-16,2-2-9 15,2 2 7-15,0 0-10 16,0 0-14-16,0 0-12 16,0-1-3-16,0-2-1 15,9-1 0-15,9-5 0 16,12-1 3-16,4-2 0 16,2-3-3-16,7 1 3 15,-1-3-7-15,1-3 11 16,2-2-13-16,-1 1 6 15,-3-1-3-15,-4 3-22 0,-4 2-19 16,-8 0 1-16,-7 5-22 16,-4 5-19-16,-7 2-50 15,-7 4-24-15,0 1-58 16</inkml:trace>
  <inkml:trace contextRef="#ctx1" brushRef="#br0" timeOffset="1.02862E6">1911 13251 342 0,'0'0'216'0,"0"0"-204"16,0 0-12-16,0 0 0 0,0 0 24 16,0 0 82-16,70-15-15 15,-25-6-32-15,7-3-18 16,5-5-19-16,1 1-6 15,-3 0-15-15,-6 1-1 16,-4 2 9-16,-8 4-9 16,-4 4-26-16,-9 5-26 15,-10 5-53-15,-7 3-151 16,-7 4-232-16</inkml:trace>
  <inkml:trace contextRef="#ctx1" brushRef="#br0" timeOffset="1.02876E6">2191 13251 642 0,'0'0'80'0,"0"0"-78"15,108-64-2-15,-50 22-16 16,8-4-62-16,-2 0-33 16,-3-4-371-16</inkml:trace>
  <inkml:trace contextRef="#ctx1" brushRef="#br0" timeOffset="1.03797E6">8617 17915 506 0,'0'0'52'0,"0"0"-34"15,0 0 30-15,0 0 21 16,0 0-30-16,0 0-18 16,0 0 5-16,0 0 7 15,-7-6 16-15,5 6-12 16,1 0 12-16,-2 0-25 15,3 0 0-15,0 0 3 16,0 0-25-16,0 0-2 16,0 0 3-16,0 0-8 15,0 0-4-15,0 0 4 0,9 7 5 16,2 3 7-16,3 2-5 16,1-2-2-16,3 4 0 15,3 0 3-15,2-1-3 16,0 2 0-16,2 1 1 15,-3 1-1-15,2 0-1 16,-2 5 0-16,-2 2 2 16,0 2-2-16,-4 4 1 15,-1 4 0-15,-6 6 0 16,-1 4 8-16,-4 5-8 16,-2 0 0-16,-2-5 0 15,0-4-1-15,0-6-4 16,0-8 5-16,0-3 0 15,-2-5 1-15,-4 1-1 0,-2-8 0 16,-2 1 11-16,-5 1 2 16,2-2 2-16,-4-2 3 15,4-1-7-15,-3-2-5 16,0 0 1-16,5-2 2 16,0 2-6-16,4-5-2 15,-2 1 1-15,4 0-1 16,1 0-1-16,1-2 0 15,1 3-4-15,2-3-33 16,0 0-46-16,0 2-44 16,0-2-67-16,0 0-219 15</inkml:trace>
  <inkml:trace contextRef="#ctx1" brushRef="#br0" timeOffset="1.03948E6">8490 17945 609 0,'0'0'97'16,"0"0"-34"-16,0 0-14 15,0 0 36-15,0 0-1 16,0 0-28-16,-23-17-13 15,23 17-31-15,0 0-12 0,0 0-1 16,0 0-5-16,10 1 6 16,5 6 10-16,7-2 8 15,2-1-10-15,4 1 4 16,4 1 5-16,0 3-13 16,2 0 6-16,1-2-9 15,-5 3-1-15,5 3 0 16,-1-3 0-16,-1-1 4 15,-2 5-4-15,-6-3 0 16,-1 2 1-16,-2-4-1 16,-4-3 2-16,-4 2-2 15,-7-2 3-15,-2-1-3 0,-4 0 0 16,-1-5 0 0,0 3-8-16,0 0 17 0,0 1-9 15,0 1 0-15,0 4 2 16,-15 4 14-16,-4 3-3 15,-6 1 2-15,-1 3-6 16,-3 2-8-16,4 1 12 16,1 2-10-16,1 3 0 15,2 3-3-15,1 2 8 16,1-4-7-16,4 0-1 16,-1-3 1-16,0-1 1 15,3 1 3-15,0-4 0 16,3-2-5-16,1-4 7 15,-1-1-6-15,4-2 2 16,-1-4-3-16,3-1 1 0,1-3-1 16,-3-1 3-16,4 3-3 15,1-7 0-15,-1 0 4 16,2 2-4-16,0-1 1 16,0 2-2-16,0-3 2 15,0 0-3-15,0 0 1 16,0 0 1-16,0 0 5 15,0 0-5-15,0 0-1 16,0 0-12-16,0-4-46 16,0-7-41-16,5-7-211 15,2-8-355-15</inkml:trace>
  <inkml:trace contextRef="#ctx1" brushRef="#br0" timeOffset="1.06818E6">10012 11801 499 0,'0'0'21'0,"0"0"3"16,0 0-9-16,0 0-12 0,0 0 15 16,0 0 60-16,0 0-30 15,-18-21-17-15,18 21-13 16,0 0 0-16,0 0-12 16,0 0 0-16,0 0-6 15,0 0 0-15,0 0 0 16,0 0 0-16,0 0 2 15,1 5-1-15,8 1 0 16,0 3 5-16,0-1 7 16,3 3-10-16,-3 0 11 15,1 2-5-15,1 4 0 16,-2-1-8-16,-2 4 6 16,-1 0 3-16,0 1 9 0,0 1-3 15,0-1-11 1,0 2 9-16,3-1-13 0,-1 4 10 15,4 1 2-15,-1 0-11 16,5 5 16-16,-2-1-16 16,3 2 0-16,2-1 7 15,0 2 2-15,-2 2-5 16,4 0-3-16,-4-2 8 16,0 2-1-16,1-2-7 15,-2 0 1-15,2 1 8 16,0 3-8-16,3 2 6 15,-3-3-5-15,0 2-1 16,1-4 1-16,-1-4 1 16,0 2-3-16,-2-2-1 0,-2 0 5 15,0-1-5-15,0 1 10 16,0-2-5-16,2-1 5 16,-2 0-2-16,2-1 1 15,-3-1-6-15,4-2 0 16,-5-2 0-16,4-1-2 15,-1 1-2-15,1 1 0 16,0 1 0-16,3-1 1 16,-2 2-2-16,-1 1 1 15,1 1-1-15,1 1 5 16,3-2-5-16,0 3 0 16,0-3 1-16,3-1 1 15,3-1-2-15,2-2 1 16,1-3-1-16,5 0 4 15,-1 0 3-15,2 1-7 0,-1-3-2 16,0 5 2-16,1-1 7 16,-5-1-7-16,6 1-1 15,1 1 1-15,5 3-1 16,5 4 3-16,7 4 15 16,4 1 0-16,2 1-16 15,-4-2-1-15,0 1 4 16,-2 0-4-16,2-1-6 15,-2 4 6-15,3-1 0 16,2 3 2-16,-2-1-2 0,5-1 2 16,1-1-1-1,3 0 4-15,3-4-4 0,-3 2 0 16,-1-3-1-16,-2 0 6 16,-1-1-1-16,1-1-5 15,3-3-1-15,-4 0 1 16,1-3-2-16,-5-1-1 15,-4-3 3-15,2-2-1 16,-3-3 1-16,1 1 1 16,0-2 2-16,-3-2-2 15,-1-1 0-15,-2-2-2 16,0-2 2-16,-5 0-3 16,-4-3 5-16,-3 0-3 0,-5-3 5 15,-4 0-3 1,-6 0-1-16,-2 0 0 0,-5 0-2 15,0 0 2-15,-3 0 5 16,2-3-3-16,0-8 1 16,2-3-4-16,1 0 0 15,1-2 0-15,1-1 4 16,-1 0-4-16,1-2 1 16,1 2-1-16,-1 1 1 15,3-4-1-15,2 3 1 16,2-3 0-16,8-1-1 15,2-1 0-15,6-2 1 16,4-2-5-16,0-1 4 16,3-2 0-16,1-3 2 15,2 1-2-15,4-3-4 0,2 0 3 16,5-2 1-16,0-1-2 16,-2 2 2-16,2 0 3 15,-4-1-3-15,-1 1 0 16,-1-2 1-16,0-5-1 15,-2-2 2-15,-1-6 2 16,-2-1-3-16,0 0-1 16,-4 0 0-16,3 5 1 15,1 0-3-15,-1 0 6 16,2 1-10-16,-2 0 9 16,-2 0-6-16,-3 1 2 15,-2 2 1-15,-2-3-1 16,-4 1-1-16,-2-1 1 15,-2-5 1-15,-4-4 0 0,-3-1 3 16,-2-2-3-16,-1-3 0 16,-2 2 0-16,0-1 0 15,-2-1 1-15,1-1-2 16,-3 3 1-16,-2 3 0 16,-4 6 0-16,2 4 0 15,-5 5 0-15,0-1 1 16,1 2 0-16,-5-1-2 15,2 1 2-15,-2-2 3 16,-1 0-4-16,1 1-1 0,0 0 1 16,-1 1 1-16,4 3-1 15,-2-3 0-15,1 3 0 16,-2-1 0-16,-1-1 0 16,1 1-2-16,0 2 2 15,4-2 3-15,1 3-2 16,1 2-2-16,2 0 0 15,2 2 1-15,2 1 0 16,2-2 0-16,3 2-4 16,0 2 4-16,0 0 4 15,4 5-4-15,-2 2-1 16,0 0-3-16,-1 4 4 16,0-1 0-16,1 4 0 0,-2-2 1 15,2 1-1 1,-1-1 0-16,-1 0-1 0,2 1 1 15,-2 2 0-15,-2 1 1 16,1 0-2-16,1 0 0 16,-4 5 1-16,0 0 0 15,-2 1-1-15,3 2 0 16,-3 0 2-16,7 0 0 16,0 1-1-16,2-2-9 15,2-1 9-15,-1 3 1 16,6 1 0-16,2-2-1 15,7 1 0-15,6 0-4 16,4 0 4-16,2-1 3 16,3-1-3-16,-1 0 0 0,2 0-1 15,-4-1 3-15,1 3-3 16,-2-1 2-16,0 1-1 16,-1 2 0-16,1 0 1 15,2 0 2-15,1 0-3 16,1 0 1-16,3 0-3 15,4 0-2-15,2 0 0 16,-2 0 3-16,1 0-5 16,-3 0 3-16,5-1 1 15,0-3-4-15,4-2 5 16,1 2 2-16,-2-1-1 16,1 1 0-16,2 1 0 15,-1 0 1-15,1 0-1 16,2 2 0-16,-2-2 0 15,1-1 4-15,0 0-4 0,2-1 0 16,1 0 0-16,-1-1-2 16,-1-1 3-16,-4 2-2 15,5-2 0-15,-1 1 0 16,2 2 1-16,2 1 0 16,-1-1 0-16,0 2 3 15,0 0-4-15,-2-1 1 16,-1 1 0-16,-2-1 4 15,-3 3-4-15,-1 0 1 16,2 0-4-16,0 0 2 16,-1 0 0-16,-2 0 2 0,-4 0-2 15,-1 0 4-15,6 3-10 16,2 4 7-16,4 0 0 16,-1-1 2-16,2 0-2 15,-3 3-1-15,5-3 1 16,-3 1-1-16,1 0 4 15,0-3-1-15,1 1 1 16,4 0-3-16,2 1 2 16,-1 0-4-16,2 1 0 15,-1 0-1-15,2 2 5 16,-2-2-3-16,1 0 2 16,0 2-1-16,-4-2 3 15,0 3-3-15,2-2 1 16,-4 1-1-16,-4-2 1 0,-3 1 5 15,-1-3-6-15,-2 2 1 16,-2-2 0-16,-2 2 2 16,-9-2-3-16,-5 2 0 15,-3 0 1-15,-9 0-1 16,1 1 0-16,-5-2 0 16,-5 1 1-16,-1 0-1 15,-5-1-1-15,-2-1 1 16,-3 1 2-16,-1 0-1 15,1 0-1-15,-2-1 0 16,3 1 2-16,-2-3-2 16,0 2 1-16,1-2-1 0,-2 0 1 15,2 1 0-15,-6 0-2 16,6 1 1-16,-5-3 0 16,2 1 0-16,-3 1 0 15,1-1 0-15,1 2 0 16,-1-3 0-16,5 1 1 15,-5 0 0-15,2-2 0 16,0 2-1-16,-2-1 3 16,2 1 4-16,-2-3-7 15,-1 3-6-15,0-2 6 16,-2 0 10-16,1-1-8 16,1 0-2-16,-2 0 0 15,4 0 2-15,1 0 7 0,0 0-6 16,0 0 4-1,5 0-4-15,-2 0 3 0,-3 0-2 16,0 0-4-16,-3 0 0 16,-3 0 2-16,-2 0-3 15,-1 2 1-15,-1-2-2 16,-2 1 2-16,1 2 0 16,-1 0-1-16,2 0-1 15,-3 1 0-15,2 1-14 16,-3 5-18-16,0 3-81 15,-3-9-171-15</inkml:trace>
  <inkml:trace contextRef="#ctx1" brushRef="#br0" timeOffset="1.07017E6">12483 15816 775 0,'0'0'52'16,"0"0"-28"-16,0 0 56 16,0 0 46-16,0 0-8 15,0 0-54-15,0 0-25 0,-28 34-3 16,28-34 3-16,3-17 4 15,14-8-25-15,7-8-12 16,4-6 0-16,0-6-3 16,-3-3 3-16,-3-1-1 15,-5 0-3-15,-4 6-2 16,-5 9 0-16,-2 13 5 16,-3 10-5-16,-3 8-6 15,0 3 5-15,0 5-12 16,0 15 4-16,-3 6 9 15,-3-1 3-15,6-5-1 16,0-6-2-16,7-5 3 16,13-7-2-16,8-2 3 0,9-2 3 15,11-22-5 1,6-10 0-16,0-6 6 0,-5-3-8 16,-11 3-4-1,-12 6 3-15,-8 10 1 0,-9 10 1 16,-8 9-1-16,-1 5 0 15,0 4-10-15,-3 21 10 16,-13 13 1-16,-3 5 2 16,5 0 13-16,8-3-16 15,4-5 2-15,2-4-4 16,5-2 2-16,12-8 0 16,9-4-34-16,7-8-61 0,7-8-61 15,1-1-185 1,-2-4-403-16</inkml:trace>
  <inkml:trace contextRef="#ctx1" brushRef="#br0" timeOffset="1.0712E6">13245 15646 617 0,'0'0'228'15,"0"0"-106"-15,0 0-41 16,-91 63 23-16,74-47-36 16,8 0-31-16,6-2-19 15,3-1-12-15,1-4-4 16,20-2 0-16,5-4 5 15,5-3-4-15,0 0-1 16,-2-15-2-16,-7-3-23 16,-9-5 2-16,-12 0-19 15,-1 1 10-15,-11 2 9 0,-14 6 20 16,-5 7-7-16,0 5 7 16,3 2 1-16,2 0 0 15,11 11 0-15,7 0 0 16,7 0-4-16,0-3-5 15,4 1 9-15,20-4 0 16,9-5 9-16,10 0 3 16,4 0 0-16,1-14-7 15,-4-1-2-15,-6-4 0 16,-4 2-1-16,-9 2 3 16,-6 0-5-16,-7 2 3 15,-7 2-1-15,-5 5 17 16,0 3 7-16,-2 3-9 15,-13 0-17-15,-6 6 2 0,2 11 0 16,2 1 3-16,7 0 0 16,10-1 4-16,0 0-9 15,4-1 7-15,13-5 1 16,7-3-6-16,4-8 0 16,3 0 11-16,2 0-6 15,-3-14-6-15,-2-4 6 16,-5 0-1-16,-8-4-5 15,-5 3-1-15,-4 0 1 16,-4 4 1-16,-2 4-4 16,0 5 3-16,-2 6-1 15,-13 0 0-15,-1 3-4 16,-4 14 4-16,7 1 0 0,3 3 2 16,7 1-1-1,3 0-1-15,0-2 0 0,11-1 9 16,11-5-9-16,6-4-4 15,2-3 3-15,3-5 2 16,-2-2-2-16,-1 0-16 16,-4-4 4-16,-6-8 4 15,-5-3 5-15,-2-4 4 16,-5 0 5-16,-4-3-5 16,-1-3 0-16,0 1 0 0,0 2 3 15,6 1-1-15,0 1 2 16,0 4 1-16,6 4-5 15,-5 3 0-15,3 2-3 16,1 4-4-16,-1 3 6 16,1 0 1-16,1 0 0 15,-3 6-2-15,1 11 6 16,-3 5-4-16,-4 2 8 16,-6-1-8-16,0-1 4 15,0-2-1-15,-4-6-2 16,-2-3 6-16,0-8-7 15,5-1-2-15,1-2-2 16,0 0 8-16,0-2-8 16,4-12-7-16,11 0-21 15,0 3 30-15,3 6-5 0,-6 4 0 16,4 1 7-16,-1 0 7 16,1 0 1-16,-2 0-8 15,2 3 2-15,-5-1-2 16,-4 0-1-16,-4-2-43 15,-3 0-111-15,-3 0-110 16,-21 0-359-16</inkml:trace>
  <inkml:trace contextRef="#ctx1" brushRef="#br0" timeOffset="1.07172E6">13527 15802 699 0,'0'0'151'16,"0"0"-93"-16,0 0 59 15,0 0 10-15,0 0-51 16,0 0-22-16,0 0-29 15,0-100-9-15,18 69 14 16,3-3-30-16,6 1 4 16,6 3 1-16,1 6-5 0,3 7-3 15,-1 10 2 1,0 7 1-16,-2 0 0 0,-3 8-3 16,-3 12 2-16,-6 8-5 15,-7 2 4-15,-5 1 0 16,-7 2 2-16,-3-7 0 15,0-4 4-15,0-10-2 16,0-4 0-16,0-8-2 16,3 0-5-16,22-10 5 15,10-12 5-15,11-6-4 16,0 4-1-16,-4 7-16 16,-6 7 0-16,-2 7 0 0,-3 3 16 15,-1 0 0 1,5 10-6-16,0 4-5 0,0 2 9 15,-10 7-20-15,-13 2-116 16,-12 1-134-16,-4-2-434 16</inkml:trace>
  <inkml:trace contextRef="#ctx1" brushRef="#br0" timeOffset="1.07205E6">12527 16544 1032 0,'0'0'16'0,"0"0"-16"0,0 0 0 16,0 0 63-16,88-4 51 15,0-16-61-15,31-5-30 16,28-3-12-16,24-3-8 15,22-3 13-15,7-2-1 16,6 2-15-16,-8 2 11 16,-14 3-8-16,-21 5-1 15,-35 7-1-15,-28 5-1 16,-38 5 0-16,-28 5 2 16,-20 2-2-16,-9 0-4 15,-5 0-7-15,0 0-23 0,-5 2-101 16,-25 10-32-1,-19-2-603-15</inkml:trace>
  <inkml:trace contextRef="#ctx1" brushRef="#br0" timeOffset="1.08752E6">18041 17759 603 0,'0'0'85'0,"0"0"-2"16,0 0-24-16,0 0 1 15,0 0 36-15,0 0-11 0,0 0-38 16,0 0-29 0,0-12 1-16,0 12-8 0,0 0 8 15,0 0-4-15,0 0-9 16,0 0-6-16,0 5 3 15,4 9 5-15,2 6-4 16,1 4 2-16,0 1 3 16,-1-2-5-16,-2 2 2 15,2-6 2-15,-1-2-8 16,1-7 4-16,1-3-2 16,-2-2-2-16,4-5 6 15,7 0-2-15,6-10 18 16,18-16 21-16,8-7-17 15,9-7-18-15,1-1 4 16,-1 2-12-16,-5 7 2 0,-4 6 8 16,-8 3-10-16,-8 6-1 15,-2 8-6-15,-3 0-24 16,-2 4-32-16,3 5-37 16,-1 0-96-16,-2 0-170 15</inkml:trace>
  <inkml:trace contextRef="#ctx1" brushRef="#br0" timeOffset="1.08918E6">10599 16774 706 0,'0'0'67'0,"0"0"-42"15,0 0-5-15,0 0 41 16,0 0 3-16,0 0-9 15,0 0-20-15,80-43-6 16,-47 31-6-16,11 0-14 16,-2 1 9-16,2-2-12 15,0 3 2-15,-2 0-8 16,1 3 3-16,-3-1-9 0,-1 1 5 16,-5 0-33-16,-4 2-28 15,-4-1-14-15,-9 3 1 16,-6 0-62-16,-8 1-66 15,-3 2-121-15</inkml:trace>
  <inkml:trace contextRef="#ctx1" brushRef="#br0" timeOffset="1.08972E6">10958 16570 351 0,'0'0'510'0,"0"0"-509"0,0 0 10 16,0 0-11-16,0 0 45 16,83 0-3-16,-47-4-17 15,1 2-7-15,0 2-1 16,-4 0-16-16,-5 6 4 16,-1 11-5-16,-7 6-14 15,-7 5 8-15,-8 7 6 0,-5 4 3 16,-10 4 5-1,-16 1 15-15,-6 1-15 0,-6-3-3 16,1 2-5-16,-4-1 0 16,1-9-261-16</inkml:trace>
  <inkml:trace contextRef="#ctx1" brushRef="#br0" timeOffset="1.09248E6">15875 17671 542 0,'0'0'142'0,"0"0"-68"16,0 0-57-16,0 0 83 15,0 0-34-15,0 0-44 16,0 0-14-16,7-14 5 15,13 14-12-15,4 0 29 16,3 0-17-16,0 0-6 16,1 0 2-16,-1 0 5 15,-2 0-13-15,-4 0 0 16,-3 1 1-16,-8 1-2 16,-4-2-5-16,-4 0-37 15,-2 0-10-15,-2 0 35 16,-17 0 12-16,-11 0-11 15,-8 0-18-15,-3 0 32 0,-1 0 2 16,-2 0 3 0,5 0-2-16,4 0 0 0,7-2 1 15,7-1 10-15,12 2 10 16,5 1 6-16,4-3-14 16,0 0 3-16,0 3-8 15,9-3-5-15,13-2 0 16,6 3 2-16,4 1 1 15,1 1-5-15,-1 0-2 16,0 0 1-16,-2 0 5 16,-5 0-12-16,-5 1 6 15,-6 2-1-15,-9 1-28 0,-5-4-35 16,0 3 0-16,-15-1 54 16,-11-1-17-16,1-1-11 15,6 0 36-15,7 0 4 16,10 0 28-16,2 0 52 15,5 0-82-15,25-10-7 16,20 0 6-16,11-2-8 16,8 0-24-16,4 1-111 15,-1-1-136-15</inkml:trace>
  <inkml:trace contextRef="#ctx1" brushRef="#br0" timeOffset="1.09415E6">10640 17198 725 0,'0'0'48'15,"0"0"-45"-15,0 0 4 16,0 0 43-16,0 0-17 16,0 0-15-16,50-3 27 15,-20-2-16-15,3-1-16 0,1 2 14 16,4 2-9-16,-2-3-9 16,-4 1-7-16,0 3 2 15,-7 1-3-15,-6 0-1 16,-8 0-2-16,-8 0-44 15,-3 0-29-15,0 0 29 16,-15 10 38-16,-17 0-5 16,-9 3-43-16,-4 1 26 15,-1-5 18-15,-1-1 12 16,2-1 6-16,7 2-4 16,2-5 4-16,8-1 12 15,6 0-14-15,8-3 21 16,6 3 13-16,6-3-13 15,2 0 10-15,0 0-13 16,0 0-22-16,8 0 1 0,14 0 12 16,12 0 40-16,6-7-18 15,4-3-25-15,8 1-2 16,3 3-8-16,3 1-1 16,-3-1-234-16</inkml:trace>
  <inkml:trace contextRef="#ctx1" brushRef="#br0" timeOffset="1.09647E6">13029 16782 609 0,'0'0'65'0,"0"0"24"16,0 0 12-16,0 0 6 15,0 0-53-15,0 0 32 16,0 0-29-16,0 0-26 16,-44-3-5-16,44 3-5 15,0 0 4-15,0-5-3 16,23 0 2-16,12-4 14 16,11-4-19-16,3-1-10 15,2 4-3-15,-5 3-4 16,-6 0-2-16,-8 5-8 0,-9 2-42 15,-8 0-42-15,-10 9-92 16,-5 6-68-16,-11 6-62 16</inkml:trace>
  <inkml:trace contextRef="#ctx1" brushRef="#br0" timeOffset="1.09671E6">12883 17205 567 0,'0'0'178'16,"0"0"-175"-16,0 0 12 15,0 0 86-15,0 0 33 0,0 0 3 16,51 14-70 0,-20-16-11-16,5-8-21 0,3-2-21 15,-3 0 1-15,-2 0-7 16,-6 3-5-16,-6 1-1 15,-5 6-4-15,-8-4-50 16,-6 3-52-16,-2-3-96 16,-1-2-160-16</inkml:trace>
  <inkml:trace contextRef="#ctx1" brushRef="#br0" timeOffset="1.097E6">13086 16788 873 0,'0'0'84'0,"0"0"-79"16,0 0-1-16,0 0 39 15,0 0 75-15,0 0-70 16,-9 90 2-16,9-61-12 15,12-2-10-15,0 2-8 16,1-5-10-16,4 1-5 16,-1-4 1-16,-1-1-5 0,4-3-1 15,2-8-45 1,6-6-96-16,5-3-186 0</inkml:trace>
  <inkml:trace contextRef="#ctx1" brushRef="#br0" timeOffset="1.09728E6">13603 16696 917 0,'0'0'60'15,"0"0"-47"-15,0 0 24 16,0 0 91-16,0 0-61 16,91 3-34-16,-56-3-17 15,-3 0-14-15,0-2 3 16,-4-3-9-16,-4-2 4 16,-6 1-71-16,-6 0-115 15,-12-1-185-15</inkml:trace>
  <inkml:trace contextRef="#ctx1" brushRef="#br0" timeOffset="1.09755E6">13800 16677 704 0,'0'0'287'0,"0"0"-239"16,0 0-45-16,0 0 53 15,0 0 21-15,0 0-15 16,-1 64-4-16,1-34-24 15,0 5-6-15,0 6 12 16,1 6-16-16,1 3-12 16,-2 0 10-16,0 1-20 15,1 0 2-15,-1-1-1 16,5-6-1-16,1-10 8 16,-2-10-10-16,1-14-6 15,-2-7-23-15,-3-3-60 16,1-12 2-16,-1-18-176 15</inkml:trace>
  <inkml:trace contextRef="#ctx1" brushRef="#br0" timeOffset="1.09855E6">13724 16288 764 0,'0'0'64'0,"0"0"-47"0,-98-29 21 15,50 24 24-15,-9 1-3 16,-5 4-7-16,-6 0-22 16,-4 0-11-16,-6 10-13 15,-3 3 1-15,-2 0 6 16,4 3 4-16,0 4 2 16,-2 4-8-16,2 5-4 15,-1 2 5-15,5 8-5 16,7 3-4-16,14 6 5 15,9 3-8-15,7 3 2 16,7 5-3-16,2 4 1 16,-2 8 0-16,8 3 6 15,2 3 2-15,11 1-6 0,10 2-2 16,0-5 5-16,13-1 9 16,17-2-12-16,9-8 8 15,9-1-8-15,11-4 8 16,8-4-5-16,14-5-5 15,10-8 5-15,11-2-4 16,18-5 7-16,10-4-7 16,9-3 43-16,8-6-29 15,-4-5-3-15,-4-8-4 16,-3-9-5-16,-3 0-2 16,-5 0 13-16,-6-15-14 15,-8-7 3-15,-9-6 3 16,-8-5-2-16,-7-12 0 0,-9-11 7 15,-11-9-9-15,-8-13 5 16,-14-7-1-16,-9-6-2 16,-17-11-2-16,-13-2-2 15,-9 3 0-15,-2 2-1 16,-26 14-1-16,-12 5 2 16,-14 7 0-16,-13 1-5 15,-14 4 5-15,-13 3 0 16,-12 4 0-16,-5 8 0 15,-15 8 0-15,-6 9-1 16,-3 11 4-16,-11 7-3 16,-1 9 0-16,-2 9-1 15,-7 0-10-15,4 22 11 16,3 11 7-16,6 13-6 0,10 10-1 16,9 10 0-16,8 12-10 15,4 10 8-15,8 8-62 16,-1 4-75-16,4-12-260 15</inkml:trace>
  <inkml:trace contextRef="#ctx1" brushRef="#br0" timeOffset="1.10357E6">12732 16849 387 0,'0'0'165'15,"0"0"-117"-15,0 0-21 16,0 0 5-16,0 0 88 15,0 0-57-15,0 0-34 16,30-27-10-16,-22 25-3 16,1 0 3-16,-2 2-7 15,-3-2-1-15,3 2-1 16,-1 0 0-16,4 0 13 16,2 0 1-16,1 0-6 15,4 0 17-15,2-3-17 0,-1 1-3 16,3-3 12-1,3 1-12-15,-2 1 0 0,5 0-8 16,3 1 0-16,1-3 2 16,-1 1-7-16,1 0-1 15,-1-3 1-15,-1 4 1 16,-4-3-3-16,-3 3 0 16,-7-2 2-16,-2 1-1 15,-5 0 0-15,-4 3 0 16,1 1-1-16,-5 0-17 15,0 0-122-15,0 0-143 16,-7 0-224-16</inkml:trace>
  <inkml:trace contextRef="#ctx1" brushRef="#br0" timeOffset="1.10418E6">12868 17258 518 0,'0'0'95'15,"0"0"-78"-15,0 0 61 16,0 0 5-16,0 0-23 15,0 0-6-15,-3 0-28 16,8 0-9-16,9 0 20 16,7 0-1-16,2-3-9 15,5-3-3-15,1-2 6 16,-1 2 1-16,3-2-14 0,-1 3-7 16,0 0 3-16,-2 0-6 15,-1 1-2-15,1 1 0 16,1-1 0-16,-1 1 0 15,-1-4 1-15,-6 0-4 16,4 2-1-16,-4-1-1 16,0 1 3-16,-6-1-3 15,-2 0 2-15,-1 2-1 16,-4-2 5-16,-4 2-6 16,-3-1-10-16,-1 0-31 15,0-1-76-15,-2 0-64 16,-17-2-81-16,-3 2-300 15</inkml:trace>
  <inkml:trace contextRef="#ctx1" brushRef="#br0" timeOffset="1.10527E6">13050 16762 377 0,'0'0'95'0,"0"0"-18"15,0 0-32-15,0 0 36 16,0 0 12-16,0 0-36 16,-34-41 28-16,32 39-62 15,2-1 39-15,0 3 7 16,0 0-17-16,0 0-24 16,0 0-28-16,0 0-11 15,0 7 0-15,0 8 11 16,0 7 13-16,2 3-4 15,7 1 3-15,-3 4 0 16,1 1 4-16,1 4 3 0,-1-1-9 16,2 2 1-16,-3-2-5 15,2 0 1-15,-1-2 0 16,-1-3 2-16,0-7-5 16,-2-2-3-16,1-5 1 15,-2-2-1-15,0-5 0 16,-3-4 1-16,0-2-1 15,0-2 0-15,0 0 2 16,0 0 8-16,0-11-2 16,0-9-9-16,-5-6-19 15,-2-3 4-15,-1-5-7 16,1 0-25-16,1 0 29 0,-2 2-4 16,2 1 4-16,-1 1 7 15,0 2 6 1,1 4-3-16,1 2 8 0,2 3-2 15,2 5 2-15,1 1 0 16,0 6 2-16,0 2 0 16,-2 2-1-16,1 3 3 15,1 0-4-15,0 0-5 16,0 0-16-16,0 15 17 16,0 7 4-16,0 2 2 15,0 3 10-15,0 8-4 16,3-2 19-16,0 5 0 15,-2 1-18-15,1-1 8 0,1-4-4 16,1-1-4-16,0-5-3 16,2-6-2-16,-3-6-3 15,0-6 0-15,0-3-1 16,-1-7 3-16,-1 0-1 16,3 0 1-16,-1 0 7 15,2-15 1-15,3-13-5 16,-5-6-6-16,-3-8 0 15,0-3-11-15,0-3-8 16,0 4 4-16,0 3-2 16,0 9 7-16,0 7 7 15,0 3 3-15,-5 8 0 16,4 7 0-16,-2 3-3 16,1 4 2-16,2 0 1 0,-1 0-5 15,0 17-11-15,-1 10 16 16,2 7 6-16,0 3 3 15,0 1 1-15,0 2 7 16,2-3-11-16,5-4 9 16,-1-4-14-16,3-9 4 15,-2-6-2-15,4-5-6 16,1-5-33-16,0-4-127 16,-1 0-278-16</inkml:trace>
  <inkml:trace contextRef="#ctx1" brushRef="#br0" timeOffset="1.11029E6">9954 15504 17 0,'0'0'357'0,"0"0"-286"15,0 0-35-15,0 0-14 16,0 0-1-16,0 0 6 15,0 0 9-15,0-21-31 16,0 16-5-16,0 2-7 16,0-2 7-16,0 5 1 0,0 0-1 15,0 0 7-15,0 0-4 16,0 0 11-16,0 0-10 16,0 0-1-16,0 0 11 15,0 0-10-15,0 0 10 16,0 0-1-16,0 0-10 15,0 0 5-15,0 0-3 16,0 0 2-16,0 0-2 16,0 0 1-16,0 0 4 15,0 0 1-15,0 0-1 16,0 0 9-16,5 0 13 16,1 0 14-16,2-6-5 15,4-3 9-15,3-5-19 16,1-1 7-16,2-3-8 15,3-1-22-15,-1-1 11 0,0 1 18 16,-2 2-19-16,-1 3-2 16,-3 0 3-16,-5 7-4 15,-2 0-8-15,-1 4-4 16,-5 1-3-16,-1 1-4 16,0-1 4-16,0 2 0 15,0-1-55-15,0 1-94 16,0-3-83-16</inkml:trace>
  <inkml:trace contextRef="#ctx1" brushRef="#br0" timeOffset="1.11065E6">9989 15227 542 0,'0'0'57'0,"0"0"6"16,0 0-60-16,0 0 27 15,0 0 17-15,0 0-26 16,70-40-19-16,-47 36 11 16,-2 1-4-16,-2 3 18 15,2 0-17-15,-5 0 6 16,1 7-9-16,-3 3 6 0,0 6 10 15,-3 3-3 1,-1 1-5-16,-1 3 0 0,-3 1 1 16,-3 0-5-16,-3 0 16 15,0 0-18-15,0 0 2 16,0-2-5-16,-6 5-4 16,-4-3-2-16,2-1-140 15,-1-2-184-15</inkml:trace>
  <inkml:trace contextRef="#ctx1" brushRef="#br0" timeOffset="1.11166E6">10514 18027 623 0,'0'0'7'0,"0"0"7"16,0 0-8-16,0 0 29 15,0 0 14-15,0 0 0 16,54 51 6-16,-40-45-32 16,-2 3-4-16,2-2 7 15,-1 3-11-15,4-5-9 16,-3 1-2-16,2 0 1 16,-2-2-2-16,6-1-3 15,3 0-80-15,0-3-194 16</inkml:trace>
  <inkml:trace contextRef="#ctx1" brushRef="#br0" timeOffset="1.11306E6">16514 16491 679 0,'0'0'105'16,"0"0"-54"-16,0 0 3 15,0 0 18-15,0 0 10 16,0 0-21-16,-75-62-20 15,56 47-14-15,-4-2-6 16,-4-3-5-16,-4-1-9 16,-4 0 9-16,-3-1-9 0,2 3-5 15,-3-1 3-15,2 0-3 16,2 1 0-16,7 2-2 16,7 3 0-16,8 5-2 15,7 4 2-15,6 3 0 16,0 2-62-16,6 0-106 15,15 0 2-15,4 3-117 16</inkml:trace>
  <inkml:trace contextRef="#ctx1" brushRef="#br0" timeOffset="1.11343E6">16431 16098 762 0,'0'0'57'0,"0"0"-45"16,-83-13 11-16,46 13 40 16,-5 0-10-16,-4 0-13 15,-4 0-17-15,1 0 6 16,-3 6 0-16,1 1-9 15,3 2-3-15,1 4-7 16,3 1-9-16,4 2 2 16,6-1-1-16,7 2-2 15,14 0 0-15,5 4-1 0,8-1-3 16,0 3 3 0,18 0 0-16,21 3-6 0,13-5 4 15,22-4 1-15,19-4 2 16,14-4-56-16,12-8-101 15,0-1-418-15</inkml:trace>
  <inkml:trace contextRef="#ctx1" brushRef="#br0" timeOffset="1.12227E6">14872 14156 860 0,'0'0'49'0,"0"0"16"0,0 0-45 16,0 0 16-16,0 0 18 15,-98-36-9-15,80 41-23 16,-1 13-13-16,1 5-7 15,5 3 5-15,7-6-3 16,6-1-4-16,0-5 0 16,1-4 4-16,13-3-4 15,4-6 4-15,0-1 2 16,4 0 0-16,2-8-2 16,-4-8 3-16,-3-2-4 15,-4-5-3-15,-7 2-3 0,-4 3 2 16,-2-1 0-1,0 6 1-15,0 4 0 0,0 4-3 16,0 5 3-16,-6 0-9 16,0 14 8-16,-3 13 1 15,0 2 0-15,1 4-1 16,1 3 1-16,4-2 2 16,2-2-2-16,-4-3 2 15,4-5-2-15,-2-6 0 16,1-4 0-16,1-6 1 15,-1-5 0-15,2-1-2 16,0-2-2-16,0 0-2 16,0-11 3-16,0-5-97 0,0-6 59 15,5 2 25 1,10 3 1-16,3 3-18 0,1 0 24 16,-3 4 5-16,1 4 6 15,-4-1-6-15,3 0 8 16,-2 1-7-16,-1 2 2 15,-2-3 0-15,-1 3 9 16,0-4 3-16,0-1 2 16,0-4 9-16,0-1-10 15,-1-5 11-15,-1-1-6 16,-2 1-12-16,0-3-3 16,-3 3-1-16,-2 2-2 0,1 5 1 15,-2 4 0 1,0 4-1-16,0 3-1 0,0 1-3 15,0 0-2-15,-3 0 4 16,-6 0 1-16,2 8 1 16,1 7 0-16,2 0 2 15,1 3-1-15,0-1 3 16,3 3-2-16,0-3 2 16,0 0 3-16,9-1-3 15,5-6 4-15,2 0-7 16,4-3 5-16,-1-2 2 15,3-5 1-15,1 0-4 16,-4 0 3-16,2 0-2 16,-3-2-5-16,-3-5 4 15,0 0-5-15,-5-3 0 0,-1 2 6 16,0-2-6-16,2 0-4 16,-4-1 4-16,4 1 0 15,-4 3 1-15,-1-1-2 16,0 4 2-16,-4 3-1 15,-1 1 0-15,-1 0-2 16,0 0-6-16,0 0 5 16,0 0 0-16,-5 5 1 15,-7 9 2-15,0 1 7 16,1 2-7-16,0 0 4 16,5 0 0-16,3-2-4 15,3-1-5-15,0-2 4 16,0-2 2-16,8-5 2 15,5-1-3-15,1-4 0 0,0 0 5 16,2 0-3-16,-2-4 6 16,-3-8-5-16,-1-1 0 15,-2-3-1-15,-5-1-1 16,1-3 1-16,-4 1 0 16,0 0-1-16,-4 2 1 15,-8 2-4-15,-2 2 2 16,1 7-2-16,-4 3-5 15,4 3 7-15,0 0-2 16,2 0 2-16,2 5-1 16,5 5-2-16,4 1-8 15,0 2 10-15,0 1-30 16,15 0-9-16,4 2-47 0,7-4-60 16,2-5-214-1</inkml:trace>
  <inkml:trace contextRef="#ctx1" brushRef="#br0" timeOffset="1.12603E6">14846 14308 586 0,'0'0'138'0,"0"0"-67"16,0 0-39-16,0 0-24 15,0 0 28-15,0 0 13 16,0 0-33-16,27-7-12 16,14 5 18-16,4-3 6 15,4 0-20-15,4-4-2 16,-7 1-4-16,-3-2 6 16,-13 0-5-16,-6-1-3 15,-12 2-1-15,-12-1 0 0,0 0 0 16,-27 0-15-16,-16 5-9 15,-8 3 24-15,-12 2-4 16,-2 3 0-16,-4 14 4 16,7 4 0-16,11 1 1 15,14 0 6-15,20-5-6 16,17-1 0-16,6-5-8 16,30-2 8-16,13-5 1 15,12-4 0-15,5 0 1 16,3-4 0-16,-4-8 1 15,-7-2-3-15,-13 1-24 16,-17-1-2-16,-19 2 5 0,-9-3 18 16,-19 3-24-1,-23 5-25-15,-14 5 33 0,-7 2 18 16,-3 14-1-16,0 15 2 16,11 9-4-16,11-1-66 15,18-7-314-15</inkml:trace>
  <inkml:trace contextRef="#ctx1" brushRef="#br0" timeOffset="1.13622E6">12657 16545 14 0,'0'0'546'0,"0"0"-492"15,0 0-23-15,0 0 2 16,0 0 41-16,0 0-17 16,0 0-22-16,56-64-19 15,-39 57 4-15,1-2 6 0,-1 2-7 16,2-2-2-16,1-1 0 16,5-1 33-16,1-1-39 15,2 1 12-15,2 0-10 16,0 2-3-16,1-1-1 15,2 2 1-15,1 2-7 16,-1 0 7-16,0 1-7 16,-3 2 1-16,-2-3 2 15,-1 2-4-15,1-3-1 16,0-1 2-16,-1 1-2 16,-2 0 1-16,-3 1-1 15,-6 2-1-15,-5 1 1 0,-8 2-1 16,0 1-4-1,-3 0-35-15,0 0-20 0,-5 1 51 16,-13 7 8-16,-6 1-2 16,-4 1 5-16,-4 0-3 15,0-1 0-15,-3 2 3 16,-2-2-6-16,0 0 4 16,-5-1-2-16,3 1-2 15,-4-1-3-15,3 1 5 16,-3-1 1-16,3 2 2 15,0 1-2-15,0-2 0 16,4 1 2-16,5-1 3 16,4 0 2-16,5 0 1 0,4-4 23 15,7 2-19-15,6-5-6 16,3-1 0-16,2-1-6 16,0 1-4-16,0-1 4 15,12 0 0-15,18 0 11 16,7 0 6-16,9-4 3 15,4-8-4-15,6-2-3 16,4-2-2-16,7 0-3 16,6 2-4-16,-1 0 0 15,-2 1-2-15,-2 4-1 16,-7 1 0-16,-5 3 0 16,-6 1-1-16,-5 4 2 15,-9 0-2-15,-8 0-1 16,-7 0 0-16,-1 0 0 0,-7 0 0 15,-4 4 0-15,-5-2-3 16,-2-1-5-16,-2 1-26 16,0 0 1-16,-16 6 28 15,-16-2-1-15,-13 5-37 16,-13-1 18-16,-9 3 25 16,-9 1-1-16,-5 2 0 15,-4-1 1-15,5 1 1 16,7-1 0-16,18-1 11 15,16-1 9-15,16-4-14 16,14-6-4-16,9 1-2 16,0-4-9-16,16 0 9 15,16 0 10-15,16-4-8 0,13-9 8 16,8-6-8 0,7-2 5-16,-3-1-5 0,-4 2-2 15,-8 0 0-15,-5-1-4 16,-3 0 2-16,-7 1-11 15,0-2-12-15,-4 1-39 16,2 1-44-16,-3-4-232 16</inkml:trace>
  <inkml:trace contextRef="#ctx1" brushRef="#br0" timeOffset="1.14745E6">10419 14275 545 0,'0'0'44'0,"0"0"-19"16,0 0-19-16,0 0 6 15,0 0 9-15,0 0 51 0,0 0-9 16,0 43-26 0,0-26-10-16,0 0-4 0,0-5-12 15,0-1 2-15,4-6 0 16,2-3-8-16,6-2 10 16,12 0 2-16,9-10 8 15,9-8-13-15,1-3-7 16,2 2-5-16,-5 1-29 15,4 4-51-15,3 4-58 16,-4 4-137-16</inkml:trace>
  <inkml:trace contextRef="#ctx1" brushRef="#br0" timeOffset="1.14822E6">22186 14229 754 0,'0'0'18'0,"0"0"-13"0,0 0-1 16,-36 87-2-16,23-53 31 16,7-2 4-16,3-1-1 15,3-7 5-15,0-2-26 16,4-5 3-16,13-7 3 15,7-3-1-15,13-5 1 16,12-2 0-16,14 0-12 16,8 0-9-16,5-15-153 15,2-15-506-15</inkml:trace>
  <inkml:trace contextRef="#ctx1" brushRef="#br0" timeOffset="1.1555E6">23221 12097 712 0,'0'0'82'0,"0"0"-73"0,0 0 1 16,0 0 87-16,0 0 59 15,0 0-49-15,0 0-35 16,-1-14-29-16,5-3-29 15,5-3 11-15,5-4-8 16,0-2-4-16,5-4-1 16,0-3-9-16,3-4-1 15,-2 1 0-15,0-1 3 16,0 8-6-16,-7 6 3 16,-4 9-4-16,-2 11 3 15,-5 3-2-15,0 0-7 16,-2 14-13-16,3 12 19 15,-2 10 2-15,1 3 2 16,-1-3-1-16,0-1-1 16,3-5 3-16,0-6-4 0,3-6 2 15,1-5 2-15,-2-6-2 16,0-5-1-16,6-2 2 16,1 0 2-16,10-17 7 15,5-7-3-15,2-9-5 16,0-2 1-16,-1-4-2 15,-4-1 4-15,-6 2-5 16,-3 7-1-16,-5 8-7 16,-5 9-12-16,-3 10-24 15,0 4-55-15,-3 8-203 16,0 16 0-16</inkml:trace>
  <inkml:trace contextRef="#ctx1" brushRef="#br0" timeOffset="1.15593E6">23846 12029 718 0,'0'0'90'0,"0"0"-34"15,0 0 18-15,0 0-6 16,0 0-1-16,0 0-23 0,-89 37-13 16,67-18 3-16,3 3-5 15,9 0 6-15,4-4-22 16,6-3-5-16,0-1 4 16,5-5-9-16,12-5-2 15,6-4 2-15,5 0 1 16,2-12 1-16,-4-7 11 15,-3-4-16-15,-7-2 0 16,-8-3-17-16,-8 2 6 16,0 1-3-16,-8 6 3 15,-14 7 4-15,-2 8 6 16,3 4 1-16,1 0 5 0,5 0-4 16,6 7-1-16,5 2-19 15,4 4-43-15,0-3-67 16,13-3-61-16,11-5-132 15</inkml:trace>
  <inkml:trace contextRef="#ctx1" brushRef="#br0" timeOffset="1.15667E6">23994 12201 552 0,'0'0'223'16,"0"0"-133"-16,0 0-22 16,0 0 51-16,0 0-16 15,0 0-43-15,-3 0-5 16,3 0-7-16,1-14 5 16,13-5-29-16,4-6-20 15,2-4 7-15,2-3-3 16,-2-4-1-16,-1-3-7 15,0-2 4-15,-3 5-3 16,-4 6 3-16,-4 11-3 0,-5 10-1 16,-1 6-1-1,-2 3 0-15,0 0-9 0,0 15-15 16,0 10 22-16,0 9 3 16,0-1 2-16,0-1 1 15,0-3-4-15,3-7 2 16,0-5-1-16,3-6 0 15,0-4 5-15,5-7-7 16,4 0 4-16,8-7 3 16,7-16 2-16,5-9-6 15,0-4-1-15,0-8 0 16,-4-4-1-16,-3-1-16 0,-2 6 4 16,-6 11-21-16,-6 12-21 15,-5 14-26-15,-2 6-107 16,-5 6-142-16</inkml:trace>
  <inkml:trace contextRef="#ctx1" brushRef="#br0" timeOffset="1.15719E6">23581 12822 797 0,'0'0'108'16,"0"0"-94"-16,85-1-7 15,-46 1 56-15,1-2-36 16,-3 2-25-16,-1 0-4 15,-8 0-85-15,-10 0-257 16</inkml:trace>
  <inkml:trace contextRef="#ctx1" brushRef="#br0" timeOffset="1.15754E6">23491 13116 648 0,'0'0'308'0,"0"0"-280"15,81-15 3-15,-45 4 38 16,1 5-14-16,0-3-40 16,-1 2-8-16,-3 0-7 15,-7-1-29-15,-6-5-144 16,-5-3-87-16</inkml:trace>
  <inkml:trace contextRef="#ctx1" brushRef="#br0" timeOffset="1.15773E6">23787 12872 632 0,'0'0'250'0,"0"0"-208"15,0 0-30-15,0 0 11 16,0 0 87-16,0 0-52 15,0 82-28-15,9-56-18 16,1-2-7-16,-1 1-5 16,3-6-11-16,6-5-137 15,-1-9-156-15</inkml:trace>
  <inkml:trace contextRef="#ctx1" brushRef="#br0" timeOffset="1.1581E6">24131 12841 869 0,'0'0'118'15,"0"0"-101"-15,0 0-14 16,0 0 69-16,0 0-18 16,-1 77-25-16,-1-48-18 15,1-3 1-15,1-6-1 16,0-6 1-16,-3-5-11 15,3-6 6-15,0-3-3 16,0 0 9-16,0-13 36 0,0-13-33 16,0-10-13-1,6-5-1-15,2-3 0 0,3-2-2 16,1 2 1-16,1 1-2 16,2 5-3-16,0 9-5 15,-1 7-2-15,0 7 9 16,-1 5-10-16,0 5 1 15,0 5-8-15,1 0-1 16,2 0-12-16,-2 8-31 16,-1 6-91-16,-6 0-53 15</inkml:trace>
  <inkml:trace contextRef="#ctx1" brushRef="#br0" timeOffset="1.15838E6">24021 12712 896 0,'0'0'56'16,"0"0"-48"-16,0 0 52 15,0 0 47-15,0 0-35 16,0 0-16-16,51 23 9 15,-11-20-22-15,6-3-6 16,0 0-32-16,1-2 8 16,0-5-8-16,0-3-5 0,-3 3-9 15,-7 0-46-15,-8 6-36 16,-12-1-112-16,-10 2-267 16</inkml:trace>
  <inkml:trace contextRef="#ctx1" brushRef="#br0" timeOffset="1.15892E6">23537 13597 755 0,'0'0'166'0,"0"0"-138"16,0 0-14-16,0 0 89 15,129-26-13-15,-68 19-42 16,5-3-26-16,5 1 2 0,-2 1-21 16,-4-3 1-16,-9 2-4 15,-6-5-63-15,-11-10-170 16,-11-10-388-16</inkml:trace>
  <inkml:trace contextRef="#ctx1" brushRef="#br0" timeOffset="1.15998E6">23690 11361 72 0,'0'0'439'0,"0"0"-320"16,0 0-47-16,0 0-21 16,0 0 47-16,-106-58-37 15,70 58-7-15,-4 0-22 16,-9 1-4-16,-7 14 8 16,-6 5-14-16,-1 10-4 15,-7 6 6-15,0 6-5 16,0 8-7-16,6 3 8 15,5 9-12-15,10 8 9 16,4 8-9-16,7 6-7 0,-1 5 5 16,-1 7-2-1,5 5 1-15,9 7-7 0,12 9 2 16,14 8 0-16,0 0 8 16,6 3-4-16,13-2-4 15,8-5 0-15,10-2 2 16,11-6-8-16,12-6 9 15,13-3-7-15,16 1 7 16,16-2-3-16,16-5 1 16,6-11-1-16,8-11 0 15,-4-10 2-15,-2-9-2 16,-3-13 1-16,-3-12 3 16,-10-16-1-16,-1-16-6 0,-7-6 9 15,-4-29 0-15,-1-15 4 16,-2-11 0-16,-10-18 6 15,-9-14-6-15,-12-11-10 16,-10-10 5-16,-12-6-4 16,-5-1 2-16,-6-1-3 15,-4-1 2-15,-2 3-2 16,-8 3 1-16,-4 4-3 16,-10-3 2-16,-6 4 0 15,0 0 2-15,-16 1-2 16,-13 4 0-16,-12 0-1 15,-6-4-4-15,-12 1 4 16,-12 1-1-16,-9 1-4 16,-6 11 2-16,-7 10 2 0,-3 16-2 15,-6 18 3-15,-1 18 1 16,-7 17 0-16,-7 8-1 16,-4 10 7-16,-2 2-7 15,1 23 2-15,5 11-2 16,-3 13-2-16,4 6 2 15,2 6 0-15,7 4 1 16,3 5 0-16,0 10 0 16,-4 9-27-16,-6 7-55 15,-9 0-143-15,-5-7-525 16</inkml:trace>
  <inkml:trace contextRef="#ctx1" brushRef="#br0" timeOffset="1.16205E6">22916 11185 536 0,'0'0'58'0,"0"0"59"16,0 0-83-16,0 0-7 15,0 0 41-15,0 0 27 16,0 0-36-16,92-51-1 16,-53 43-7-16,3 1-14 15,4 0-5-15,0 0-9 16,9 0-7-16,5-1-1 15,9 1-13-15,5-2 6 16,4 2-1-16,2-1-7 16,-1 0 3-16,3 4-1 15,5-6-2-15,5 2 4 16,4 0-1-16,-2-2-1 0,0-2-4 16,-6-1-5-16,-3-1 7 15,-3 3 0-15,-9 0 2 16,-6 1-4-16,-4 1 4 15,-4 3-1-15,-5 1-1 16,-2-1 0-16,-4 2-3 16,-2 0 3-16,-1-1 10 15,3-2-9-15,-1 1-1 16,3-2-1-16,-1 1 1 16,-3 1 1-16,-3-1-1 15,-7 2 0-15,-6 0 3 16,-5 2-2-16,-5 0-2 15,-3 1 4-15,-3-1-8 0,-2 3 5 16,-6-3-1 0,-2 3 1-16,-1 0 0 0,0 0 0 15,-3 0 1-15,0 0 2 16,0 0-3-16,0 0-3 16,2 0 2-16,-2 0-6 15,0 0-18-15,0 0-53 16,0 3-51-16,0 1-98 15</inkml:trace>
  <inkml:trace contextRef="#ctx1" brushRef="#br0" timeOffset="1.16447E6">23044 8517 678 0,'0'0'90'16,"0"0"4"-16,0 0-40 15,0 0 34-15,0 0 12 16,0 0-30-16,0 0-23 0,0 0-28 16,-24 1-9-16,39-1 6 15,16 0 10-15,17 0 24 16,9-7-25-16,7-3-17 15,-3-1-4-15,-6 3-4 16,-9 4-5-16,-8 4-51 16,-11 0-53-16,-13 12-108 15,-14 9-87-15</inkml:trace>
  <inkml:trace contextRef="#ctx1" brushRef="#br0" timeOffset="1.1647E6">23040 8944 541 0,'0'0'259'16,"0"0"-250"-16,0 0 26 15,0 0 52-15,0 0 48 16,0 0-45-16,69 37-21 16,-28-37-13-16,-1-8-45 15,1-6-6-15,-5-6-5 16,-4 0-4-16,-9-4-53 15,-10-2-63-15,-12-4-161 16,-1-5-318-16</inkml:trace>
  <inkml:trace contextRef="#ctx1" brushRef="#br0" timeOffset="1.16488E6">23211 8643 756 0,'0'0'144'0,"0"0"-123"0,0 0-4 16,0 0 2-16,0 0 100 15,0 0-52-15,3 83-22 16,7-52-14-16,-3 1-3 16,3 1-11-16,-1-2-10 15,1-1-7-15,0-7 0 16,7-6-19-16,1-9-94 16,6-8-198-16</inkml:trace>
  <inkml:trace contextRef="#ctx1" brushRef="#br0" timeOffset="1.16516E6">23721 8588 813 0,'0'0'143'0,"0"0"-119"16,0 0-1-16,0 0 59 16,0 0 22-16,0 0-53 15,86 15-23-15,-56-14-5 0,0 1-15 16,-7-2-8-16,-6 0-15 16,-6 0-38-16,-5 0-81 15,-6 0-112-15,-4-3-369 16</inkml:trace>
  <inkml:trace contextRef="#ctx1" brushRef="#br0" timeOffset="1.16538E6">23819 8604 101 0,'0'0'667'16,"0"0"-581"-16,0 0-39 16,0 0 27-16,0 0 24 15,0 0 5-15,-1 67-37 0,1-42-25 16,1 5-10-1,2 0 5-15,2 2-16 0,-3 2-6 16,-2-1-5-16,0-4-6 16,0-2-3-16,0-5-9 15,0-5-51-15,0-6-50 16,0-8-169-16,0-3-584 16</inkml:trace>
  <inkml:trace contextRef="#ctx1" brushRef="#br0" timeOffset="1.16652E6">23010 9757 800 0,'0'0'99'15,"0"0"9"-15,0 0-14 16,0 0-23-16,0 0-52 15,0 0-11-15,-10 44 40 16,10-7-4-16,0 6-23 16,0 0 3-16,0-2-6 0,0 0 0 15,-1-7-8 1,1-5 1-16,-1-8-6 0,1-8-4 16,0-9 0-16,0-4 2 15,-2 0 6-15,2-17 13 16,-2-11-21-16,1-11-1 15,-2-6 0-15,3-1-3 16,0-1-5-16,0 3-8 16,0 3 7-16,3 7 5 15,6 8-4-15,6 5 2 16,1 9 1-16,5 4-10 16,1 5 9-16,2 3-1 0,0 0 7 15,-3 16 0 1,-4 10-2-16,-6 5-5 0,-9 3 4 15,-2 4 3-15,-13-1 1 16,-13 2 11-16,-4-5 6 16,-1-2-16-16,6-4 1 15,4-8 2-15,10-8-5 16,7-4-8-16,4-5-47 16,0-3-104-16,16 0-187 15</inkml:trace>
  <inkml:trace contextRef="#ctx1" brushRef="#br0" timeOffset="1.16845E6">23363 10026 928 0,'0'0'124'0,"0"0"-53"0,0 0 2 16,-80-12-23-16,60 12-7 15,2 2-4-15,9 13-24 16,4 1-9-16,5 4 0 16,0-1-4-16,2-4-2 15,15-4 0-15,7-5-9 16,1-6 7-16,3 0 2 16,-3-5-17-16,-6-10-2 15,-2-2-9-15,-9-2 11 0,-8 0 3 16,0 2-10-16,-5 0 9 15,-10 5-3-15,-4 5 16 16,3 6-2-16,4 1 4 16,1 0 1-16,2 5-1 15,5 4-3-15,2 4-3 16,2-1 6-16,0 3-2 16,0-1 2-16,13-3-5 15,2-2 4-15,5 0 1 16,0-8 0-16,3-1 0 15,0 0-25-15,-5 0 7 16,-1-6-5-16,-2-7 11 16,-4-2 9-16,-2-4 3 15,1-1 4-15,-5 0-3 16,2-2 1-16,-4 0 0 0,0 0 20 16,-1 4-4-16,2 2-4 15,1 7 4-15,2 2-17 16,0 4 3-16,-1 3 1 15,6 0-1-15,0 0-3 16,2 8 4-16,2 6 5 16,-2 6-6-16,-3 4 3 15,-3 2 1-15,-2-1 1 16,-5-3 1-16,-1 0 0 16,0-5 0-16,-4-6-2 15,-1-6 1-15,2-3-1 16,3-2-3-16,0 0 5 0,0-7 1 15,0-14-11-15,16-2-20 16,3 0 6-16,1 3-16 16,0 7 11-16,-4 9 6 15,-2 4 9-15,-2 0 3 16,0 2 0-16,0 9 1 16,1 3 1-16,1-2-1 15,0 0 2-15,-1-7 3 16,3-2 0-16,-2-3 2 15,4 0-4-15,1-5 1 16,-2-9 5-16,0-1-3 16,-2-5-2-16,-3 0-4 15,-4 0 1-15,-3 2-1 16,-5 5-2-16,0 4 2 0,0 5 3 16,0 4-1-16,-5 0 4 15,-5 0-6-15,0 8 1 16,-5 8 0-16,4 1 3 15,5 0 2-15,2 0-6 16,2-1 2-16,2-1-6 16,0-2 4-16,0-2 0 15,6-2 0-15,9-3 2 16,0-4 3-16,4 1-2 16,-1-3-3-16,2 0-8 15,2 0-2-15,-4-3 7 0,1-5-6 16,-3-1 7-1,1-5-4-15,-5 2 6 0,0-1 4 16,-1 1-1-16,-2 2-4 16,1-1 2-16,-3 3-1 15,1 2 8-15,0 3-8 16,-3 0 1-16,-2 1-1 16,1 2-2-16,1 0 2 15,0 0 6-15,2 5-6 16,-2 5-2-16,-2 2 0 15,-2 2 2-15,-1-2 1 16,0 0 3-16,0-4 2 16,0-1-6-16,3-5-1 15,0-2 0-15,3 0-1 16,5 0 2-16,0-12-5 0,3 0 5 16,-2 1-1-1,-5 3 1-15,-1 0 1 0,0 4-1 16,-3-1 6-16,3 2-6 15,-3 1-8-15,-1 0 7 16,1 1-27-16,-2 1-4 16,1 0-13-16,1 0 13 15,-1 0-11-15,0 0-20 16,0 0 28-16,-1 0 20 16,-1 0 5-16,0 0 4 0,0 0 6 15,0 0 5 1,0-6 3-16,0 3-7 0,0-2 17 15,0-1-13-15,0 1 15 16,0 1-6-16,0 0 19 16,0 1-16-16,0 3-2 15,0 0-3-15,0 0-12 16,0 0-5-16,0 0-11 16,-1 3 16-16,-10 10 4 15,-2 0 9-15,1 2 3 16,1 2 3-16,-2-1 2 15,6-1-6-15,-1-1-1 16,3-1 1-16,0-1-4 16,5-4-9-16,0-4-1 0,0 1-1 15,0-5-6-15,11 0 4 16,6 0-2 0,2-12-3-16,1-3-15 0,-4-1-1 15,-1 1-8-15,-8-2 22 16,-1 2 0-16,-4 4 7 15,-2 3 0-15,0 4-2 16,0 1-1-16,0 3-8 16,0 0 6-16,-9 4 7 15,-4 10 9-15,5 2 8 16,1 1 11-16,2-1-18 16,4-3 1-16,1-3 3 15,0-3-7-15,1 0-6 0,13-7-1 16,5 0 14-1,8 0-8-15,3-12 6 0,1-4-12 16,-1-1-12-16,-4 1-3 16,-4 6-2-16,-5 1-62 15,-3 9-13-15,-3 0-6 16,-4 0 9-16,-4 13-17 16,1 0-22-16,2-4 4 15,3-1-23-15,2-2 112 16,5-5 35-16,-3-1 118 15,1 0 4-15,-1 0-52 16,1 0-50-16,-3-1-20 16</inkml:trace>
  <inkml:trace contextRef="#ctx1" brushRef="#br0" timeOffset="1.17395E6">17200 10599 794 0,'0'0'66'16,"0"0"-40"-16,0 0 12 15,0 0-9-15,0 0 34 16,0 0 6-16,0 0-27 0,0 0-34 16,0 0-4-16,1 0-1 15,1 0-2-15,2 0 1 16,5 0 2-16,0 5 10 16,2 2-1-16,1 1-4 15,2 2-1-15,2 0-2 16,3 2 3-16,2 1 8 15,1-1-14-15,-1 1 0 16,4 1-2-16,1 1 1 16,0 2-1-16,3-3 0 15,0 4 0-15,4-3-1 16,0-3 1-16,4 4-1 0,4-4 2 16,-1 0 2-16,2 1-4 15,1 0-4-15,-4-4 3 16,3 0 0-16,-2-2 2 15,0-1-2-15,2 0 4 16,3-2-4-16,0 0 2 16,4-3 6-16,-3 1-7 15,2-1-6-15,2 1 6 16,-2 1 1-16,0-3 0 16,-3 4-1-16,-1-2 0 15,-2 1 7-15,-3 0-7 16,1-3-3-16,-4 2 3 15,3-2 2-15,-3 3-2 16,-1 1-2-16,-2-3 1 0,0 2 1 16,-2 0 0-16,-1 1-1 15,-3 0 1-15,-1 1 0 16,2-3 0-16,0 2 8 16,3-1-7-16,1-2-1 15,1 2-2-15,-1 1-6 16,-1-4 8-16,1 3 3 15,-1-1 0-15,-1-1-3 16,-2-1-1-16,3 1 1 16,-1-1-4-16,3 2 4 15,-2-2 6-15,-1 0-6 0,0 0-9 16,0 0 9 0,0 1 8-16,-3-1-7 0,0 2-2 15,3-2 1-15,-2 2 0 16,5 1 0-16,-2 0-3 15,2 0 3-15,-6-1 0 16,3 0 3-16,-4 0-3 16,0-2-5-16,-1 0 5 15,0 2 0-15,-1-2 1 16,-3 0-1-16,0 0 0 16,3 0 1-16,-3 2 1 15,1-1-2-15,-1-1 0 16,0 2 0-16,-2-1 0 15,1-1 0-15,-1 2 0 16,4-2 0-16,0 0-2 0,1 0 2 16,3 0 0-16,3 0 2 15,-2 0 5-15,2 0-7 16,0 0 0-16,-6 0-9 16,3 0 8-16,-5 0 1 15,-1 0-1-15,-5 0 3 16,0 0 2-16,0-2-4 15,1 1 0-15,0-2 0 16,2-1 1-16,2 1 0 16,-1 0-2-16,3 0 1 15,3 0 0-15,0-4 0 16,3 0 1-16,-1 0-1 16,-1 0 1-16,-6 1-1 0,0 1-9 15,-3-1 9-15,-3 1 8 16,1 1-8-16,-2-3 0 15,3 1-1-15,0-2 0 16,1 2 1-16,0-3 0 16,2 1 0-16,2-3 2 15,0 2-2-15,2-2 0 16,-1 0 1-16,1-2-1 16,0 6 0-16,-4-3 0 15,-1 3 0-15,-5 0-1 16,-3 5 3-16,-5 1-4 15,-3 1 1-15,-2-2 1 16,4 2 0-16,-2-1 1 16,0-1-2-16,3 2-4 0,0-3 4 15,1-1 0-15,3-1 1 16,0-1-3-16,-3 2-2 16,1-2 3-16,0 1 2 15,-1 2-1-15,-1-2 1 16,0 0 0-16,-2 1-44 15,-1 0-50-15,0-2-58 16,-3-3-72-16</inkml:trace>
  <inkml:trace contextRef="#ctx1" brushRef="#br0" timeOffset="1.2308E6">17758 3629 542 0,'0'0'72'0,"0"0"-9"16,0 0-50-16,0 0 28 16,0 0 25-16,0 0-9 15,-41-3 6-15,37 3-27 16,-1 0-15-16,-1 3-8 16,-4 3-7-16,-2 0-1 15,-4 2-1-15,-1 3 12 0,-2 1-15 16,1 4 9-16,0 0-2 15,0 0-2-15,2 1-5 16,-1 1 6-16,1 3 0 16,-2 0 1-16,0-1 6 15,2 2-7-15,1 2-7 16,-2-4 3-16,7 0 4 16,0-2-7-16,2 2 4 15,0 2-4-15,1-1 0 16,-3 4 0-16,4-2 0 15,-2 2 0-15,1 0 6 16,-2 2-7-16,1 1 2 16,1 3-1-16,-3 0 2 0,2-1 0 15,1-1-2 1,0-1 0-16,3-1 0 0,0-1 3 16,1 1-3-16,1-2 2 15,1 1 2-15,-1 3-1 16,2 0-5-16,0-1 10 15,-1 0-8-15,-1 3 3 16,1 0-2-16,-2 3 1 16,1-1-2-16,-1 3 0 15,-2 2-5-15,3-3 10 16,-4 0-6-16,0-3 3 16,0-3-2-16,3 1 0 0,-4-2 3 15,1-1-2-15,0 1-1 16,1-1 2-16,2 0-2 15,0 1-5-15,1-3 5 16,2 2 6-16,0-3-5 16,0 2-2-16,0-4 2 15,-1 2 0-15,-1-2-1 16,0 2 0-16,0-2 0 16,-4-2 3-16,3 0-3 15,-1-2 0-15,-1 1 3 16,2 0-2-16,0 1-1 15,-1-1 4-15,2-1-4 16,-1 3 1-16,1-1-1 16,0-3 0-16,-1 5 0 15,0 0 7-15,0 1-6 0,-3 4 6 16,0-1-1-16,-1-1-1 16,1 0-2-16,0-3 4 15,-2-1-7-15,0 0 2 16,1 3-1-16,0-1 2 15,-2 3 3-15,-1 3-4 16,0 5 2-16,1 1-4 16,0 4-3-16,-1 0 3 15,1 0 2-15,1 0-2 16,1-1 6-16,3-3-5 16,1 1-2-16,3-5 1 15,0-2-3-15,0-6-43 0,16-8-76 16,9-13-125-1,0-5-182-15</inkml:trace>
  <inkml:trace contextRef="#ctx1" brushRef="#br0" timeOffset="1.23164E6">21266 3581 814 0,'0'0'93'16,"0"0"-48"-16,0 0 35 15,0 0-33-15,-96 11 12 16,66 6-16-16,2 6-2 16,1 5-17-16,4 3 7 15,7 3-12-15,2 1 0 0,9 3-7 16,5-2 7-16,0-3-7 15,16-3-11-15,13-7 1 16,4-5 0-16,4-6 0 16,6-7-2-16,3-5 14 15,2 0-14-15,3-13-42 16,1-4-48-16,-5-2-71 16,-9-2-206-16</inkml:trace>
  <inkml:trace contextRef="#ctx1" brushRef="#br0" timeOffset="1.23212E6">21734 3589 776 0,'0'0'144'0,"0"0"-67"0,0 0-20 16,0 0-23-16,0 0-13 15,0 0 21-15,-19 85 12 16,19-43-33-16,0-2 0 16,0 1 5-16,0-3-13 15,0-6-10-15,7-4 7 16,-1-11-5-16,-1-8-5 16,-3-5 11-16,-2-4-9 0,3-7 13 15,-3-19 8 1,0-14-23-16,0-7-7 0,0-4-8 15,-3-3 0-15,-7 4 6 16,0 9 9-16,4 7 1 16,-2 10 0-16,5 10-1 15,0 3 0-15,2 7 0 16,1 2 7-16,0 2-6 16,0 0-1-16,0 0-13 15,0 0 2-15,12 0 11 16,9 0 7-16,6 0 4 15,4 0-2-15,2 0-4 16,1 0-10-16,-4-7 16 16,-2-3-23-16,-6 2-11 0,-5 2-63 15,-10 5-79-15,-7 1-96 16,0 1-426-16</inkml:trace>
  <inkml:trace contextRef="#ctx1" brushRef="#br0" timeOffset="1.23229E6">21751 3791 410 0,'0'0'280'0,"0"0"-181"16,0 0-20-16,0 0 19 15,0 0 34-15,0 0-57 16,95 37-20-16,-50-55-25 16,0-7-27-16,2 0-3 15,-4-1-62-15,-5-1-128 16,-8 2-290-16</inkml:trace>
  <inkml:trace contextRef="#ctx1" brushRef="#br0" timeOffset="1.23277E6">22364 3582 897 0,'0'0'129'0,"0"0"-88"16,0 0-28-16,0 0-13 16,0 0 20-16,0 0 41 0,-17 80-18 15,15-43-12-15,1-1-19 16,1 0-4-16,-3-7 6 16,2-7-6-16,-2-7-8 15,3-9 0-15,0-3 2 16,0-3 3-16,-2-5 8 15,1-19-9-15,-1-8-4 16,2-10-9-16,0-5-6 16,0-6-2-16,0 5 3 15,8 9 10-15,5 8 2 16,1 8-5-16,5 8 4 16,-2 1 3-16,0 8-1 0,1 3 2 15,0 3-1 1,1 4 8-16,-2 15-7 0,-1 7 1 15,-7 7-2-15,-8 9 0 16,-1 5 1-16,-4 0-1 16,-18 3 4-16,-4-3 2 15,-8-1-5-15,0-1-1 16,0-1-54-16,-2-3-113 16,1-4-318-16</inkml:trace>
  <inkml:trace contextRef="#ctx1" brushRef="#br0" timeOffset="1.23357E6">21609 4446 434 0,'0'0'313'0,"0"0"-194"16,0 0-22-16,0 0-40 0,0 0-8 16,0 0-14-16,-6 41 32 15,6-5-9 1,0 3-19-16,0 2-5 0,0 2-19 16,0-1 14-16,1 0-19 15,4-11 4-15,-3-9-7 16,-1-13-3-16,-1-6-4 15,0-3 2-15,0 0 4 16,0-23 6-16,0-8-6 16,3-11-5-16,-3-3-2 15,0 1-8-15,0-1-2 16,4 3 9-16,-1 6-11 16,0 8 6-16,2 6 3 0,-1 9 0 15,5 3-2-15,1 4-3 16,6 5 6-16,3 1-2 15,5 1 4-15,2 16 1 16,-1 8-3-16,0 5 1 16,-7 4 0-16,-9 2 1 15,-6 0 1-15,-3 1-2 16,-12-1 2-16,-14-2 0 16,-3 0 11-16,0-7-3 15,4-6-4-15,10-8-3 16,3-6-1-16,11-7-4 15,1 0-37-15,4-23-39 16,21-11-342-16</inkml:trace>
  <inkml:trace contextRef="#ctx1" brushRef="#br0" timeOffset="1.23407E6">22095 4535 149 0,'0'0'767'0,"0"0"-649"15,0 0-24-15,0 0-32 16,0 0-27-16,0 0-20 16,-12-1-11-16,12 23 16 15,0 6 16-15,0 8-21 0,0 3 4 16,0 2-6-1,0 1-1-15,0-4-4 0,0-9 0 16,0-10-6-16,0-6-2 16,0-11 0-16,0-2 1 15,-1-2 15-15,-2-22-16 16,0-13-26-16,0-11 10 16,1-4-9-16,2 0 9 15,-5 4-5-15,4 4 4 16,-2 11 13-16,0 8 4 15,2 8 5-15,-1 7-2 16,2 7 11-16,0 0-3 16,0 3-1-16,0 0-10 0,0 0-11 15,8 0 5-15,11 0 6 16,5 0 1-16,6 0 12 16,-2 0-8-16,3 0-5 15,-1 0-10-15,0 0-37 16,-7-4-79-16,-9 2-168 15,-14 2-471-15</inkml:trace>
  <inkml:trace contextRef="#ctx1" brushRef="#br0" timeOffset="1.23422E6">22141 4732 692 0,'0'0'116'0,"0"0"-27"0,0 0 31 16,0 0 9-16,0 0-63 15,99-34-43-15,-62 7-23 16,2 4-4-16,-2-1-80 16,-7 1-199-16,-5 6-415 15</inkml:trace>
  <inkml:trace contextRef="#ctx1" brushRef="#br0" timeOffset="1.23475E6">22593 4461 801 0,'0'0'256'15,"0"0"-178"-15,0 0-32 0,0 0-21 16,0 0-21-16,0 0 36 16,-13 65-10-16,13-29 16 15,0 2-20-15,0 2-10 16,0-1-8-16,0-2-2 15,2-7-4-15,3-10-1 16,-3-8 3-16,-2-10-4 16,0-2 7-16,0-9-5 15,0-19-4-15,0-8-11 16,-9-6-5-16,0-2-7 16,1-4-19-16,4 0 17 15,2 1-16-15,2 5 27 16,0 4 13-16,11 7-15 15,8 6 17-15,4 8-11 16,2 8 12-16,-1 6 1 0,4 3 0 16,-4 0 3-16,-3 15-4 15,0 3 0-15,-5 6 15 16,-4 1-5-16,-6 2-6 16,-1 4 16-16,-5 0-1 15,0 2 10-15,-8-2-4 16,-11-3 8-16,-1 0-9 15,-6-2-10-15,0-2-8 16,-1-4 10-16,1-3-16 0,3-3 0 16,1-3-20-16,-2 0-48 15,-1-6-104-15,1-5-423 16</inkml:trace>
  <inkml:trace contextRef="#ctx1" brushRef="#br0" timeOffset="1.23977E6">22187 5929 881 0,'0'0'26'0,"0"0"-25"15,0 0 11-15,0 91 24 16,0-61 40-16,8-1-22 16,-1-1-14-16,-2-4-17 15,3-4-3-15,-4-5-6 16,-1-7-5-16,-3-4-5 16,0-4 5-16,0 0 19 15,0-17 31-15,-3-12-48 16,-4-4-10-16,-1-9 4 15,0-1-3-15,1-5-2 16,1-1 3-16,3 3 0 16,2 0-4-16,1 12 1 0,0 6 0 15,0 8 0-15,10 7-1 16,2 7 6-16,0 6-10 16,4 0 6-16,2 0-7 15,0 9 7-15,0 11-1 16,-6 6 0-16,-6 3 0 15,-4 8-1-15,-2 4 2 16,0 1 1-16,-10-3 7 16,-4-6 6-16,2-5-14 15,4-6 4-15,5-7 0 16,3-5-10-16,0-6-13 16,0-4-97-16,11 0-248 0</inkml:trace>
  <inkml:trace contextRef="#ctx1" brushRef="#br0" timeOffset="1.24147E6">22408 6146 921 0,'0'0'86'0,"0"0"-63"15,0 0-1-15,0 0 24 16,0 0-25-16,0 0-15 15,20 2-2-15,-4-2 5 16,-2-6-3-16,0-4-5 0,-5-4-1 16,-2-3-1-16,-1-5-1 15,-2 0-8-15,-4-1 8 16,1-4 2-16,1 1 0 16,2 3 0-16,2 2-4 15,1 6 4-15,4 4-3 16,3 0 2-16,0 6 0 15,1 2 1-15,-2 3 0 16,-2 0 0-16,0 0 0 16,-4 8 1-16,0 9 4 15,-4 0 10-15,-1 2 3 16,-2 3 9-16,0-2 6 0,3-3-13 16,2-1 2-1,4-5-15-15,2-4-1 0,4-3 9 16,8-4-11-16,4 0 4 15,2-14-5-15,1-6-3 16,-2-1-4-16,-4-3 4 16,-7 4-7-16,-4 3-6 15,-5 7 2-15,-6 3 7 16,-2 7 2-16,0 0-6 16,0 0-7-16,-10 14 15 15,-5 4 3-15,6 1 4 16,1 3-1-16,5-5-5 15,3-3 7-15,0-2-7 16,1-6-1-16,18-4 1 16,5-2-1-16,4 0 3 0,5-16 3 15,0-2-6-15,-2-2-7 16,-2 1-1-16,-7 2 4 16,-7 2 2-16,-7 7 0 15,-7 0 2-15,-1 8-1 16,0 0-1-16,-15 4 2 15,-6 11 0-15,-2 7 1 16,3 1 4-16,4 2 9 16,5 2-14-16,4-3 7 15,4 0-4-15,3-4-3 16,0-3 2-16,6-5-1 16,9-4 1-16,4-6-1 15,3-2-1-15,-1-2 7 16,5-16-3-16,-4-6-3 0,-1-5 2 15,-3-5-2-15,-3-4-1 16,-6-4 2-16,-3-2 3 16,-6-2-4-16,0 1 2 15,0 3 14-15,-6 8 2 16,0 5-2-16,1 12 3 16,4 6-10-16,1 6-4 15,0 4-2-15,0 1-4 16,0 0-2-16,0 1-5 15,0 15 7-15,0 9-3 16,3 3 6-16,0 4-6 16,4 2 5-16,-1 2-2 15,0 1 1-15,5-4-1 0,2-6 1 16,3-5 1-16,2-8-2 16,3-6 0-16,1-6-1 15,2-2 0-15,-1-2-1 16,-1-15 2-16,0-5-5 15,-5-3 5-15,-4-3 0 16,-5 3 1-16,-4 0-1 16,-4 4 0-16,0 7 0 15,0 5 1-15,0 5-1 16,-2 4-5-16,-5 0 3 0,-2 11 2 16,1 6-8-1,1 6 8-15,6-1 1 0,1 3 0 16,0-1 7-16,0-4-8 15,11-1 1-15,8-4-1 16,0-4 1-16,4-5 0 16,0-3-1-16,3-3-2 15,1 0 2-15,-4-6 5 16,-3-8-5-16,-2-3-1 16,-6-1-3-16,-2 3 5 15,-4-4-1-15,-4 5 0 16,-2 2 2-16,0 1-2 15,0 8 0-15,0 2 0 16,0 1-3-16,0 0-5 16,0 1-3-16,-6 15 10 0,1 3 0 15,-2-1 1-15,1 2 1 16,1-1 0-16,4-2-1 16,1-1 1-16,0-2-1 15,0-3 1-15,3-2-1 16,7-2 0-16,4-4 2 15,1-3 0-15,2 0-1 16,2 0-1-16,1-3 2 16,-1-7-1-16,-2 0-1 15,1-1-3-15,-4 4-2 16,0-3 1-16,-2 0 4 16,0 0 3-16,-2 1-3 0,0-2-2 15,1 3 2 1,-2-2 1-16,0 2 0 0,0 1-1 15,-3 0 0-15,-1 0 1 16,1 4-1-16,-2-3-1 16,1 3 1-16,-2-2 0 15,1 2 0-15,-1 1 0 16,-2 1 0-16,1 1-1 16,-2 0 0-16,0-2-2 15,0 2-7-15,0 0-4 16,0 0 7-16,0 0 1 15,0 0-1-15,0 0-24 16,0 0-4-16,-12 0-83 0,0-1-181 16,-1 1-369-1</inkml:trace>
  <inkml:trace contextRef="#ctx1" brushRef="#br0" timeOffset="1.24204E6">23427 5637 892 0,'0'0'115'0,"0"0"1"15,0 0-41-15,0 0-20 0,0 0-7 16,0 0-32 0,0 0-11-16,-26-17-5 0,26 17-69 15,0 0-169-15,0 0-321 16</inkml:trace>
  <inkml:trace contextRef="#ctx1" brushRef="#br0" timeOffset="1.24277E6">23673 5755 758 0,'0'0'84'0,"0"0"-14"15,0 0 25-15,0 0 1 16,0 0-29-16,-91 16-10 15,72-1-32-15,1 4-9 16,3 1 11-16,0 4-4 16,8-2 1-16,4 2-9 15,3-2-6-15,0-2-6 16,9-1-1-16,13-4-2 16,8-3 7-16,4-7-5 0,3-5 7 15,1 0-9-15,-1-5 0 16,-6-8-11-16,-5-1-6 15,-5 2-3-15,-5 0-2 16,-9 4 4-16,-4 1 13 16,-3 5 4-16,0 1-1 15,0 1-6-15,-4 0-7 16,-5 3 15-16,3 8 0 16,2 5 0-16,4-1 0 15,0 1 3-15,0-3-2 16,11-1 2-16,7-6-2 15,8-6 3-15,2 0-1 16,5-6 1-16,3-16-1 16,0-9-3-16,-2-5 0 0,-5-6 0 15,-4-4 3-15,-5 2-3 16,-2-2 0-16,-7 4 1 16,-5 0 7-16,1 8-6 15,-1 7 26-15,-5 10-18 16,1 10 6-16,-2 7-2 15,0 1-14-15,0 20-2 16,-10 13 2-16,-1 7 4 16,5 5-1-16,2 0 1 15,0 2-2-15,4-2-2 16,0-7-13-16,0-10-67 16,4-13-80-16,5-15-230 0</inkml:trace>
  <inkml:trace contextRef="#ctx1" brushRef="#br0" timeOffset="1.24291E6">24177 5792 1064 0,'0'0'59'16,"0"0"-48"-16,0 0-10 16,0 0-2-16,0 0-5 15,0 0-197-15,51 19-558 16</inkml:trace>
  <inkml:trace contextRef="#ctx1" brushRef="#br0" timeOffset="1.24385E6">22789 6716 821 0,'0'0'122'0,"0"0"-36"16,0 0-15-16,0 0-6 16,0 0-31-16,0 0-16 0,4 44 39 15,-1-7-28-15,0 2 7 16,0 0-13-16,-2-2-2 15,-1-4-4-15,2-8-5 16,-2-11-3-16,0-7-1 16,0-4-6-16,0-3-1 15,0-3 8-15,0-18 7 16,0-8-15-16,0-3 0 16,-5-7 0-16,1-2-1 15,1-2-4-15,2-1-4 16,1 1-13-16,0 7 15 15,0 7 3-15,7 7 3 16,7 8 0-16,3 6-4 0,2 3 0 16,4 5 0-16,1 0-1 15,-1 2 3-15,0 15 0 16,-5 3 2-16,-8 8-2 16,-8 2 2-16,-2 4-1 15,-4 2 1-15,-19-4 0 16,-3-1 1-16,-3-5 0 15,1-6-1-15,4-3 8 16,5-5-8-16,11-7-3 16,6-5-54-16,2 0-68 15,5-9-336-15</inkml:trace>
  <inkml:trace contextRef="#ctx1" brushRef="#br0" timeOffset="1.24406E6">23032 6962 646 0,'0'0'453'15,"0"0"-403"-15,0 0-25 16,0 0 34-16,0 0-6 16,0 0-35-16,52-73-12 15,-40 66-6-15,-3 3-3 16,-5 4-26-16,-4 0-128 15,0 0-299-15</inkml:trace>
  <inkml:trace contextRef="#ctx1" brushRef="#br0" timeOffset="1.2444E6">23032 6962 809 0,'-83'-51'140'0,"91"43"-81"15,4 0 55-15,4 2-32 16,4 3-45-16,4 3-16 16,0 0-4-16,-4 3-10 0,-6 11-5 15,-5 7-2 1,-6 5 1-16,-3 6 4 0,-1 0 5 15,-18-1 8-15,-6 1 6 16,-3-6-4-16,0-6-8 16,2-6-6-16,7-5-3 15,4-9 0-15,4 0-3 16,7-6-11-16,4-17-57 16,0-6-77-16,12-8-241 15</inkml:trace>
  <inkml:trace contextRef="#ctx1" brushRef="#br0" timeOffset="1.24578E6">23144 6978 100 0,'0'0'879'15,"0"0"-801"-15,0 0-45 16,0 0 31-16,0 0-6 15,0 0-22-15,92-50-18 16,-65 34-4-16,-2 1-6 16,-4 0-4-16,-1-2-3 15,-8 1 11-15,-1 2-8 16,-6 0 9-16,-5 1-8 0,0 4 5 16,0 0-10-16,-2 5 6 15,-5 4-6-15,-5 0-3 16,2 2 3-16,-5 12 0 15,7 2 3-15,-1 2 2 16,6 1-2-16,2 1-1 16,1 0 4-16,0-4-3 15,3-3 1-15,7-1-2 16,3-6-2-16,2-1-3 16,3-5 3-16,4 0 7 15,1 0-6-15,1-11-1 16,-3-4 6-16,-3-2-6 15,-3-1 0-15,-3 0 0 16,-5-1 0-16,-4 4 7 16,-3 5-7-16,0 4 0 0,0 5 4 15,0 1-3-15,-2 0-1 16,-3 0 3-16,-1 5-4 16,0 9 2-16,3 2 0 15,1 1-1-15,2 0 0 16,0-3 0-16,0-2 3 15,11 0-3-15,5-5-3 16,4-2 3-16,5-5 0 16,9 0 3-16,5 0-3 15,3-15-11-15,-2 0 1 16,-1-1-4-16,-4-1 11 16,-3 2 1-16,-6-1 0 0,-6 3 2 15,-5 2 0 1,-8 5-5-16,-5 1 7 0,-2 5-4 15,-2 0-2-15,-17 0-7 16,-6 10 9-16,2 7 2 16,1-1 2-16,6 2-2 15,7-3 0-15,1 1 1 16,4-3 1-16,4 0-2 16,0 0 0-16,0-3 0 15,3-1-1-15,7-4 2 16,5-3 0-16,0-2 0 15,3 0-1-15,-2-14-12 16,1-2-11-16,-4 1 5 0,-5-2 17 16,0 0 1-1,-5 2 0-15,-1 4 0 0,-1 4 4 16,-1 4 1-16,2 3 28 16,-2 0-22-16,0 0-10 15,0 10 12-15,0 9-12 16,0 9 11-16,0 4-3 15,0 5-8-15,-8 2 7 16,-2 0 1-16,1-6-6 16,-1-2-6-16,-2-5 4 15,1-6-1-15,2-2 0 16,1-9-4-16,5-6-20 0,3-3-16 16,0 0-23-16,0-14 11 15,11-6-34-15,5-5-3 16,3 1 23-16,1 2 55 15,0-1 10-15,1 3 1 16,0-2 7-16,1 2 23 16,-1 1 11-16,1 2-9 15,-2-3-12-15,-1 1-5 16,0 0-6-16,-2-1 1 16,-2 0-2-16,-2-3-2 15,-1 2-3-15,-1-1 0 16,-4 2-1-16,-1 1-2 15,-3 5 1-15,-1 4-1 0,-2 8 2 16,0 2 3 0,0 0-3-16,0 0 5 0,0 5-6 15,0 11-1-15,0 4 6 16,0 4 2-16,0 2-2 16,0 1-1-16,0 2 3 15,-5-2-5-15,-2 5 3 16,-2-2-5-16,-3 0-1 15,1-3 0-15,4-5-1 16,5-7-1-16,2-11-18 16,3-4-9-16,19-11 28 15,6-13-13-15,7-4-32 16,7 0 6-16,7 0-1 16,5 2 30-16,0 3 6 0,-10 5-88 15,-17 4-263 1</inkml:trace>
  <inkml:trace contextRef="#ctx1" brushRef="#br0" timeOffset="1.24656E6">22917 6820 12 0,'0'0'524'15,"0"0"-477"-15,0 0-9 16,0 0 36-16,0 0-43 15,0 0-3-15,-9-40-22 16,6 37-5-16,2-3 0 16,1 6-1-16,0 0 2 15,0 0 5-15,0 0-14 16,-2 0 8-16,0 0-1 16,1 0 6-16,1 3 15 0,-2-3-15 15,1 0-2-15,-1 0-4 16,-2 0-70-16,-2 0-245 15</inkml:trace>
  <inkml:trace contextRef="#ctx1" brushRef="#br0" timeOffset="1.24758E6">22917 6820 764 0,'-87'-88'80'0,"85"88"25"0,2 0-4 16,0 0-18-16,0 3-47 15,0 8-30-15,0 7 29 16,2 4 3-16,6 4-9 16,-1 1-12-16,4 4 0 15,1 5 9-15,-3 3-7 16,0 5-5-16,-1 0-5 15,-3 0 4-15,0-6-7 16,-1-1-3-16,-2-10 1 16,2-6-5-16,-2-5 3 15,-2-8-1-15,0-4 1 16,0-4-1-16,0 0 1 0,0-8 0 16,0-12 3-1,-3-6 3-15,-5-5-8 0,2-9-4 16,-3-4 2-16,3-2-1 15,-1-3-13-15,0 2 11 16,2 3 3-16,0 5-6 16,-2 2 8-16,1 3-9 15,1 3 3-15,1 4 2 16,1 4 4-16,1 3-2 16,2 1-3-16,0 4 4 15,0-1 1-15,0 3 0 16,3 2 3-16,6 2-9 15,4 1 6-15,-1 1-3 16,2 3 0-16,2 2 2 16,1 2 1-16,1 0-1 0,0 0 1 15,-2 0-1-15,2 0 0 16,-3 7 2-16,0 6 1 16,-3-1-2-16,-5 2-2 15,1 3 0-15,-8 0-2 16,0 5 0-16,0 0 4 15,-5 3 4-15,-7 0-4 16,0 0 0-16,-1-3 5 16,-2-2-4-16,0-1-1 15,-1-1 5-15,-1-2-5 16,4-3 1-16,1-3-1 16,5-2 1-16,2-3 1 15,3-4-2-15,2-1-1 16,0 0 1-16,0 0 3 0,0 0 1 15,0 0-2-15,0 0 2 16,0-1-3-16,2-5 0 16,6-1 4-16,5 1-5 15,0 0 0-15,5 2-6 16,2 1 6-16,2 2-2 16,2 1 0-16,3 0 2 15,-4 0 0-15,2 10 2 16,-5 5-2-16,-6 2-3 15,-4 3 2-15,-8 5 2 16,-2 0-1-16,0 5 3 0,-11 1 2 16,-8-2 9-16,-7-1-3 15,-2-4-11-15,0-4 10 16,-3-3 0-16,1-4-4 16,-2-6 3-16,3-2 0 15,0-3-6-15,5-2 1 16,6 0-4-16,1 0-9 15,6 0-59-15,-2 0-102 16,1-5-589-16</inkml:trace>
  <inkml:trace contextRef="#ctx1" brushRef="#br0" timeOffset="1.30347E6">20927 4137 430 0,'0'0'92'16,"0"0"-51"-16,0 0-4 0,0 0 52 16,0 0-1-16,0 0-5 15,0 0-36-15,-6 3-23 16,5-2-3-16,1-1 8 15,-2 0-1-15,2 0 0 16,-3 2-19-16,2 1-8 16,-2 2 9-16,-3 4-6 15,-2 5 9-15,-2 1-7 16,-3 6 0-16,-3 4 12 16,-3 6-2-16,-3 4 7 15,-4 2 2-15,-2 0 15 16,3 2-17-16,2-5-1 15,3-2-12-15,4-3 1 16,3-3-7-16,4-2 5 0,5-4-8 16,-1 0 6-16,4-3-5 15,-1-3 1-15,1-1-2 16,1-4 1-16,0-2-2 16,0-6 3-16,0 1-3 15,0-2 1-15,0 0-5 16,0 0 3-16,0 0-5 15,0 0-11-15,0-7-14 16,0-6-86-16,0-2-78 16,0 1-221-16</inkml:trace>
  <inkml:trace contextRef="#ctx1" brushRef="#br0" timeOffset="1.30432E6">21364 4693 618 0,'0'0'79'16,"0"0"-42"-16,0 0 30 16,0 0 16-16,0 0-1 15,0 0-24-15,-82 7-22 16,57 1-1-16,-4 1-14 0,0 1 12 15,-7 0 6 1,-6 2-27-16,-6 0 2 0,-5 2-4 16,-5-1 4-16,4-2-6 15,6-3 13-15,6-4-6 16,14 1-8-16,10-4 16 16,6-1-15-16,6 0 2 15,5 0-2-15,1 0 1 16,0 0-8-16,0 0 0 15,0 0 0-15,0 0-1 16,0 0 0-16,0 0 0 16,0 0 0-16,0 0 0 15,0 0-1-15,0 0 3 16,0 0-5-16,0 0-3 16,0 0 6-16,0 0-20 0,0 0 7 15,0 0-12-15,0 0-28 16,-2 0-47-16,-4 0-42 15,-4-3-106-15,-7-16-409 16</inkml:trace>
  <inkml:trace contextRef="#ctx1" brushRef="#br0" timeOffset="1.30494E6">20605 4417 545 0,'0'0'84'16,"0"0"21"-16,0 0-59 15,0 0 13-15,0 0 66 16,0 0-55-16,-9-25-11 0,7 25-27 16,2 0-6-16,-1 0-26 15,-4 3-11-15,-3 16 11 16,-3 9 27-16,-4 8-18 15,-1 4 9-15,-5 9-4 16,-3 8-5-16,-3 10 2 16,-6 5-4-16,-2 3-1 15,2-4-5-15,5-10 1 16,8-9 11-16,7-8-11 16,10-9 3-16,3-4-3 15,0-8-2-15,7 1 4 16,10-7-4-16,3-2 4 15,3-2 0-15,5-5 1 16,2 0 3-16,3-7 2 0,7-1-2 16,1 0 4-16,9 0-5 15,1-4-7-15,3-8 10 16,-1 0-9-16,1 2 1 16,-3-2-1-16,-2 5-1 15,-6 2 0-15,-3 5 0 16,-4 0-35-16,-3 0-42 15,-6 0-114-15,-11 0-251 16</inkml:trace>
  <inkml:trace contextRef="#ctx1" brushRef="#br0" timeOffset="1.31162E6">22003 5721 602 0,'0'0'42'0,"0"0"-26"16,0 0-14-16,0 0 10 0,-72 78 6 15,54-38 29 1,6 12-5-16,6 11 6 0,2 12 3 16,4 14-4-16,0 10-10 15,0 8 7-15,0 1 0 16,10-1-5-16,17 2-11 16,16 0-18-16,20 2-5 15,17-1-3-15,19-3 1 16,14-4 0-16,17-9-2 15,15-7-2-15,3-10-60 16,3-6-57-16,-6-9-32 16,-12-10-86-16,-10-17-336 15</inkml:trace>
  <inkml:trace contextRef="#ctx1" brushRef="#br0" timeOffset="1.3124E6">24275 5213 473 0,'0'0'69'15,"0"0"-14"-15,0 0-1 16,0 0 31-16,0 0-11 16,0 0 9-16,119 14-1 15,-61 13-11-15,9 15-15 16,6 11-26-16,-1 10-11 16,-7 14-2-16,-8 10 2 15,-12 15-2-15,-8 11 0 16,-14 10 8-16,-10 9-7 15,-13 4-12-15,-2-4 6 16,-29 4-8-16,-13-8-3 16,-8-3 3-16,-10 4-6 15,-14-5 5-15,-9-3-3 0,-12-2 0 16,-6-7-6 0,-11-3-48-16,-9-6-78 0,-11-16-177 15</inkml:trace>
  <inkml:trace contextRef="#ctx1" brushRef="#br0" timeOffset="1.3393E6">12652 5727 138 0,'0'0'164'15,"0"0"-117"-15,0 0 28 16,0 0 0-16,0 0 42 16,0 0-41-16,0 0-3 15,0-27-10-15,0 26-30 0,0-1 14 16,0 0-8-1,0 0 28-15,0 1-35 0,0 0-18 16,0-2 16-16,0 2 0 16,0-1-12-16,0 0 1 15,0 2-2-15,0 0-7 16,0 0-9-16,0 0-2 16,0 0 2-16,0 8 1 15,0 5-1-15,0 2 5 16,0 2-6-16,0 0 0 15,3 0-1-15,7-2 1 16,-2 2-1-16,2-1 1 16,-1-2 1-16,-1-1 2 15,2-5-1-15,-2 0 0 16,-1-3-2-16,-4-2 0 0,1-3 6 16,2 0-2-16,4 0 3 15,7-10 20-15,4-10-6 16,3-6-8-16,6-2-4 15,0-2-6-15,4 2-2 16,-4 0-1-16,-2 4 0 16,-2 2 1-16,-3 3-1 15,-2 5 2-15,-3 1-2 16,0 4 1-16,-3-1-2 16,3 0-1-16,0 3-3 15,-3 3-22-15,1 1-29 16,-6 1-42-16,-2 2-89 15,-5 0-93-15</inkml:trace>
  <inkml:trace contextRef="#ctx1" brushRef="#br0" timeOffset="1.39757E6">12604 4880 467 0,'0'0'144'16,"0"0"-58"-16,0 0-29 0,0 0 48 15,0 0-4 1,0 0-21-16,0 0-33 0,-12-13-15 15,11 13-5-15,1 0-4 16,0 0-23-16,0 0 0 16,0 17 0-16,1 12 2 15,11 5 1-15,0 7 4 16,0 0-6-16,0 3 2 16,1-5-3-16,2-2 5 15,-3-9-5-15,1-6 0 16,0-10-3-16,-3-7 0 15,4-5-58-15,-4-9-106 16,5-25-231-16</inkml:trace>
  <inkml:trace contextRef="#ctx1" brushRef="#br0" timeOffset="1.39783E6">12853 4816 462 0,'0'0'285'16,"0"0"-226"-16,0 0-54 16,0 0 2-16,0 0 45 15,0 0 63-15,17 78-57 16,-10-44-21-16,-3-3-6 16,1 5 0-16,0-3-21 15,-1 0 3-15,-1-2-9 0,-1-4-2 16,-2-5 2-1,0-5-4-15,0-4 0 0,0-7-91 16,-14-6-136-16,-12 0-335 16</inkml:trace>
  <inkml:trace contextRef="#ctx1" brushRef="#br0" timeOffset="1.39818E6">12475 5028 465 0,'0'0'207'0,"0"0"-206"16,0 0 16-16,20 107 18 16,-1-63 24-16,3 2 2 15,3-2-20-15,5-5 6 16,1-6-30-16,2-8 2 15,0-6 2-15,-2-7-15 16,3-6 11-16,-1-6-3 16,3 0 15-16,0-21 6 15,3-11-13-15,-1-8-10 16,-2-7 0-16,1-5-9 16,-5-2-1-16,-3 6-2 0,-3 3 0 15,-7 10-17-15,1 11-82 16,-6 3-48-16,-5 4-212 15</inkml:trace>
  <inkml:trace contextRef="#ctx1" brushRef="#br0" timeOffset="1.43035E6">13693 5291 236 0,'0'0'181'0,"0"0"-153"15,0 0-18 1,0 0 51-16,0 0 89 0,0 0-56 16,0 0-14-16,0 0-22 15,0 2 3-15,-3-2-7 16,3 0-5-16,-1 0-15 15,1 0 5-15,-2 0-22 16,2 0 6-16,0 0-8 16,0 1-9-16,0 2-6 15,0 3-1-15,0 4 1 16,0 4-2-16,0 1 8 16,2 2-6-16,5-1 4 0,-3 4-1 15,0-3 2 1,3-1 10-16,-1 0-12 0,1-2 1 15,-1-2-4-15,-2-3-2 16,0-4 1-16,-1-2 2 16,-2-3 1-16,1 0-2 15,5 0 12-15,2 0 0 16,5-13 9-16,3-6-10 16,2-2 5-16,1-1-7 15,-1 2-5-15,0 1-4 16,0 2 5-16,2 2-7 15,-2 1 2-15,5 1-8 16,3 2-28-16,0 2-28 16,9 1-67-16,-4-1-202 15</inkml:trace>
  <inkml:trace contextRef="#ctx1" brushRef="#br0" timeOffset="1.45108E6">11581 3476 29 0,'0'0'497'0,"0"0"-381"0,0 0-32 15,0 0-41-15,0 0 44 16,0 0-49-16,0 0 7 16,-11-17-3-16,11 17 3 15,0 0-15-15,-1 0-7 16,1 0-5-16,0 0-3 15,0 0-14-15,0 0-1 16,0 5-6-16,0 12 6 16,1 2 10-16,8 6-2 15,2 0 12-15,-1 5-12 16,1 2 1-16,-2-2 6 16,1-1-10-16,-1-4 2 15,-2-4-4-15,0-8 5 16,0-2-8-16,-4-6-2 15,0-4-9-15,-3-1-28 0,3 0-52 16,0-20-45-16,-2-8-294 16</inkml:trace>
  <inkml:trace contextRef="#ctx1" brushRef="#br0" timeOffset="1.45139E6">11773 3449 663 0,'0'0'180'0,"0"0"-115"0,0 0-14 15,0 0-26-15,0 0-16 16,0 0 35-16,0 35 12 16,2-13-19-16,5 6-16 15,1 5 1-15,1 6-8 16,0 3 7-16,2 1-8 15,0 1 0-15,-2-8-7 16,-1 0-5-16,-1-5 3 16,-1-3-2-16,-3-8-2 15,-2-3 0-15,-1-4-19 16,0-5-40-16,0-4-41 16,-17-2-106-16,-8-2-433 15</inkml:trace>
  <inkml:trace contextRef="#ctx1" brushRef="#br0" timeOffset="1.45185E6">11438 3734 531 0,'0'0'150'16,"0"0"-119"-16,0 0-31 16,0 0 42-16,0 0 50 15,0 0-19-15,30 96-3 0,-8-68-17 16,5 3-19-16,-1 0 9 16,3-1-13-16,-1 1-19 15,3 1 3-15,2-3-6 16,2-1 6-16,-1-3-8 15,-1-2 4-15,1-1-8 16,-2-4-2-16,-4-5 5 16,-3-4-2-16,-4-9 1 15,-3 0-4-15,0-3 0 16,0-20 13-16,-1-11-13 0,4-7 2 16,-4-6-2-1,1-1 4-15,-5 1-4 0,1-1 0 16,-2 7-5-16,-2 0-8 15,2 5-1-15,-4 4 3 16,-1 6-22-16,2 0 3 16,-2 5-42-16,1 1-65 15,-4 2-131-15</inkml:trace>
  <inkml:trace contextRef="#ctx1" brushRef="#br0" timeOffset="1.51183E6">8150 3358 599 0,'0'0'123'16,"0"0"-33"-16,0 0-49 16,0 0 13-16,0 0 25 15,0 0 0-15,0 0-39 16,11-69-8-16,-11 68-5 16,0-1-8-16,0 2-9 0,0 0 0 15,0 0-5-15,0 0-5 16,0 0-14-16,0 15 12 15,0 7 2-15,0 12 6 16,-9 4-4-16,-1 4 8 16,-4 4-4-16,3-2-2 15,-2 4 3-15,-2 1-4 16,0-6-2-16,2-3 2 16,2-6 2-16,1-9-3 15,2-6-2-15,4-6 12 16,1-3-12-16,3-5 0 15,0-5-24-15,0 0-50 16,0-8-55-16,0-17-164 16</inkml:trace>
  <inkml:trace contextRef="#ctx1" brushRef="#br0" timeOffset="1.51215E6">8422 3430 649 0,'0'0'142'16,"0"0"-127"-16,0 0-10 16,0 0 32-16,0 0 36 15,-39 72-11-15,21-43-27 0,3 7 3 16,-4 6-1-16,-2 1-8 15,4-2-13-15,-3 3-3 16,-1-4-3-16,0 0-3 16,-3-1 8-16,-3 1-14 15,-1-3 0-15,-2-3-2 16,0-5 1-16,3-4-28 16,2-9-62-16,-2-11-193 15</inkml:trace>
  <inkml:trace contextRef="#ctx1" brushRef="#br0" timeOffset="1.51253E6">7871 3580 775 0,'0'0'80'0,"0"0"-80"16,0 0 2-16,0 0 15 16,8 86 26-16,1-42 12 15,4 8-22-15,-1 3 2 16,-4 8 4-16,0 7-19 0,-5 1 3 16,-1 4 3-16,-1-4-1 15,4-8-16-15,3-9 4 16,3-13-11-16,6-13 1 15,5-11-3-15,8-14 0 16,10-3 3-16,14-21 9 16,12-20-1-16,14-13-1 15,8-10-7-15,6-3-3 16,0 0 0-16,3 9-19 16,-4 12-46-16,-1 3-192 15,-10-2-454-15</inkml:trace>
  <inkml:trace contextRef="#ctx1" brushRef="#br0" timeOffset="1.52052E6">10042 4025 258 0,'0'0'132'16,"0"0"-19"-16,0 0-53 15,0 0 0-15,0 0 36 0,0 0-61 16,0 0-26 0,-8-7 25-16,8 6-28 0,0 1-6 15,0 0 6-15,0 0-5 16,0 0-1-16,-4 0-8 16,4 0 7-16,-3 1 2 15,-2 6 5-15,-1 0 15 16,2-1-6-16,-1 1-4 15,1-2 3-15,-1 0 9 16,1 2-5-16,-1-2 20 16,0-1-26-16,0 6-12 15,2-3 4-15,-4 5-5 16,2 1 6-16,-4 1 0 16,3 5 2-16,0 1-4 15,-1 1 3-15,-1 1 3 0,1 2-6 16,1-2-6-1,0 3 2-15,0-3 1 0,-4 1 8 16,4-1-7-16,-2-1 5 16,3-1-3-16,4 0-1 15,-3-1 1-15,3-1 1 16,-3 1-1-16,3 4 0 16,-4-1-1-16,4 0-1 15,-1 0 5-15,2-2-3 16,0 0 5-16,0-2-8 15,0-1 5-15,0 0-4 16,0 1 0-16,5-1-1 0,-1 5 3 16,0-2 2-16,-1 4-2 15,0 5-3-15,0-2 0 16,2 2 1-16,0 1-1 16,1 0 1-16,-1-1 0 15,1 1-1-15,-1-1 2 16,1-2-1-16,-2 1-1 15,1-1 0-15,-1-1 0 16,1 1 1-16,-1-3 0 16,2 3-1-16,-1-2 0 15,1 1-2-15,2-1 2 16,-1 1 1-16,2 1-1 16,-2 1 0-16,0 0 1 15,-2 0 1-15,-1 1-4 16,-1 0 4-16,-3 0-4 0,2 1 5 15,-1-2-3-15,1-1 0 16,1-1 0-16,0 1 0 16,2 2 0-16,-3 2 0 15,3-1 1-15,-4 3 3 16,1-1-4-16,-2 1-1 16,0 1 1-16,0 3 3 15,0 4-3-15,0 0 0 16,0-1 0-16,0 0 0 15,0-2 1-15,0-4-1 0,0-1-4 16,0 1 4 0,0-1 0-16,0 3 0 0,0 0 0 15,0 3 0-15,0 1 1 16,0 2-1-16,-5-1 1 16,-1 1-1-16,-4 1 3 15,-1 1-2-15,2 1-1 16,-2-1 2-16,0 1 0 15,1 2 1-15,1-1-2 16,-3 0 3-16,0 0-2 16,1 0 1-16,1 0-2 15,0 2 1-15,2 4 0 16,2-2-2-16,-2-4-2 16,1 0 2-16,1-4 4 15,0 0-4-15,0-2 0 0,-3-1 1 16,3 3-1-16,2-3 0 15,-2 0 0-15,1-1 1 16,-2-1-1-16,1-3 0 16,3-2 0-16,-1-2 2 15,-1 0-3-15,2-2 1 16,-2-3-4-16,1 1 4 16,4-2 0-16,-4-2 4 15,2 1-7-15,1-2 7 16,-1-1-6-16,0 0 2 15,2 0 0-15,-1 0 0 16,0 0 0-16,-1 1 1 0,1-1-1 16,-2 2 0-16,1-1 0 15,-1 0 0-15,2-1 1 16,-2 5-2 0,1-2 1-16,-1-1 0 0,3 5 1 15,-4 0-1-15,4 4 0 16,0 1 0-16,0-1 0 15,-2 2 0-15,-1-5 0 16,0 0 0-16,-1-1 0 16,1-3 0-16,0-2 0 15,0 0 0-15,0 0 0 16,-3-3 2-16,2 1-2 16,1 1 0-16,0-1 0 0,-2 1 0 15,3 3 1 1,1 0 6-16,-2 3-7 0,0-2 0 15,-1 0 0-15,2 0 1 16,1-3 2-16,-2-1-3 16,1-1 5-16,1 0-5 15,-1 1 0-15,-1-4-4 16,1 0 4-16,0 2 2 16,-1-2 1-16,0 1-3 15,0-1 1-15,1 1 5 16,-2 0-6-16,4-2-2 15,-3 1 2-15,1 0 8 0,2 1-8 16,-1 0 0 0,-1 0 0-16,1 2-6 0,-3 1 6 15,2-2 0-15,-1 0 1 16,0-1-1-16,1 3 1 16,1-2 1-16,-1 1 2 15,2 2-4-15,0-1-1 16,0 4-3-16,0 0 4 15,0-1 0-15,0 2 4 16,0 3-2-16,3-3-2 16,2-1 1-16,-1-1-8 15,1 2 15-15,-2-3-12 16,3 3 4-16,1-2-3 16,1-4 3-16,-1 2 7 15,1-1-7-15,2-2 0 16,-4-2-1-16,3 3 1 0,1-3-10 15,-1-1 9-15,-3-2-6 16,1-1 7-16,1-3-9 16,-3 2 3-16,1-2 12 15,-3 1-11-15,0 1 10 16,1-2-5-16,-1 3 0 16,0-2 0-16,1 2 0 15,-2 3-8-15,-2 1 8 16,0 2 0-16,0-1 1 15,0 1 0-15,0 5 5 16,0 1-3-16,0-1-3 0,0 2 1 16,0-5-2-16,0-1 3 15,0-1-7-15,0-1 5 16,0 0 0-16,0 2 0 16,0 0 1-16,3 2-1 15,0-1 2-15,-2-1 0 16,1-1-2-16,-1-1 0 15,1-2 0-15,1-1 1 16,0-1-1-16,2 0 3 16,2 2-3-16,0 0-2 15,1 1 2-15,-1 3 1 16,-1 4 0-16,2 0-1 16,-4 4 1-16,1 1 7 15,-1-2-8-15,-1 1 0 16,0-3 1-16,1-3-1 0,-3 3-1 15,1-4 1-15,-2 0 0 16,2 1 0-16,-1-4-5 16,-1 1 5-16,3 1 3 15,-1-1-3-15,-2 1 0 16,3-1 0-16,0 0 1 16,1-2-1-16,1 3 2 15,0-4-1-15,-3 3-1 16,1-3 0-16,0 5 0 15,-1-2 0-15,-2 1 0 0,4 0 2 16,-4 3-1 0,2-1 0-16,-1 3-1 0,1 0 1 15,-1 0 0-15,1-3 1 16,1-2 1-16,-2-1 0 16,2-2-1-16,-3-3 3 15,0 1 0-15,0-3-3 16,3 1 1-16,-1 0 0 15,-1-2 1-15,1 0-3 16,-1 1 0-16,1 2-1 16,-2 0 0-16,3-1 4 15,-2-4-3-15,2 1 2 16,0 1 0-16,0-1-3 16,-1 1 1-16,1 0 0 15,-3-1 3-15,2-1-2 0,-2 5-2 16,0-3 1-16,0 4-1 15,0-1 4-15,1 3-2 16,1 0-2-16,1 2 1 16,1-2-1-16,-2 3 2 15,3-3-2-15,-3 1-2 16,-2 1 1-16,1-1 1 16,-1 2 1-16,0 2 0 15,2 2-1-15,-1-4 0 16,1-3-1-16,1 0 2 15,2-4-2-15,-2-1 2 16,0-4 6-16,-1-3-5 0,-1-1-2 16,1-1 0-16,-1-3 0 15,2 1-8-15,-1-1-17 16,1 0-23-16,1 0-51 16,0 0-79-16,-4-12-287 15</inkml:trace>
  <inkml:trace contextRef="#ctx1" brushRef="#br0" timeOffset="1.61274E6">10753 3534 706 0,'0'0'52'0,"0"0"-4"15,0 0-34-15,0 0 14 16,0 0 3-16,0 0-17 16,0 0-5-16,0 25 41 15,3-2-4-15,0 7 9 16,-2-1-24-16,3-3-4 16,-1-2 1-16,1-5-11 0,5-7-3 15,-2-4-8-15,2 0-2 16,2-7 6-16,5-1-9 15,8 0 11-15,6-14-5 16,10-7 8-16,9-7-15 16,4-13-87-16,-3-6-350 15</inkml:trace>
  <inkml:trace contextRef="#ctx1" brushRef="#br0" timeOffset="1.61731E6">2020 3642 489 0,'0'0'138'0,"0"0"-100"15,0 0-1-15,0 0 32 16,0 0 4-16,0 0-26 16,0 0 2-16,0-10-8 15,0 10 8-15,0 0-33 16,0 0-2-16,0 0-5 15,0 0-5-15,0 0-8 16,0 0-4-16,0 3 8 16,3 8 4-16,2 7-4 0,3 3 0 15,0 2 2-15,-1 1-1 16,0 0-1-16,4 3 6 16,-2-2-4-16,3 4 11 15,1-3-12-15,-2-2 2 16,2-2 4-16,-2-3-7 15,-2-4 0-15,1-3 1 16,-4-3-1-16,0-1 0 16,0-2 2-16,-3-3 2 15,0 0-4-15,-1-3-1 16,-1 0 1-16,3 0 1 16,1 0 6-16,1-3 30 15,6-11-6-15,6-3-14 16,2-5-6-16,-3 0-4 15,4-2-5-15,-3 0 5 0,4-2-5 16,1-1-2-16,6-4 3 16,-2 3 5-16,-3 2-7 15,2 2-1-15,-6-1-7 16,1 4 7-16,2 3 0 16,-4 2-19-16,3 4-20 15,-7 0-7-15,0 5-66 16,-4 2-21-16,-4 0-51 15,-6 5-172-15</inkml:trace>
  <inkml:trace contextRef="#ctx1" brushRef="#br0" timeOffset="1.6181E6">2166 3468 145 0,'0'0'193'0,"0"0"-128"16,0 0-32-16,0 0 12 16,0 0 6-16,0 0 24 15,0 0-3-15,0 0-29 16,0 0 2-16,0 0 1 16,0 0-6-16,0 0-18 15,0 0 4-15,0 0-11 16,0 0-5-16,0 0-8 15,0 0 0-15,0 0-2 16,0 0-1-16,0 0-10 0,6 0-76 16,2 0-30-1,0 0-181-15</inkml:trace>
  <inkml:trace contextRef="#ctx1" brushRef="#br0" timeOffset="1.62118E6">2178 3414 516 0,'0'0'119'15,"0"0"-91"-15,0 0 11 16,0 0 43-16,0 0-4 16,0 0-29-16,0 0-10 15,0 0 5-15,0 0 5 16,0 0-7-16,0 0-16 16,0 0-16-16,0 0-3 0,0 0-4 15,0 2-3-15,6 9-11 16,1 4 11-16,4-1 1 15,-2 1 9-15,4-1-8 16,-2-3-2-16,-2-1 0 16,-1-3-1-16,-3 0 3 15,1-5-2-15,-3-1 0 16,2-1 3-16,-5 0 2 16,1 0-4-16,-1 0 14 15,0 0 12-15,2 0 14 16,1 0-10-16,0-10-10 15,4-5-10-15,0-5-8 16,4-4-3-16,2 0 1 16,1-6-1-16,0 2 6 0,-1 1-6 15,1 3 1-15,-2 7-2 16,-1-1 1-16,2 4-5 16,-1 5-28-16,1 0-16 15,1 3-32-15,7 2-88 16,-5 1-48-16,1-1-367 15</inkml:trace>
  <inkml:trace contextRef="#ctx1" brushRef="#br0" timeOffset="1.64049E6">7243 11059 744 0,'0'0'43'0,"0"0"-17"15,0 0 9-15,0 0 50 16,0 0 22-16,0 0-35 16,0 0-26-16,0 0-24 15,0 0-4-15,0-2-1 16,8-2-17-16,14-2 0 15,8-4 0-15,9 3 13 0,7 0-13 16,8 2-1-16,4 1 1 16,6-1 2-16,2-3-2 15,1 4 0-15,-3-4 0 16,-1 0 0-16,-2-1 0 16,-3-1 5-16,-1 0-5 15,-8-2-1-15,-9 2 1 16,-9 2 1-16,-7 0-1 15,-9 4 0-15,-5 0-1 16,-2 1-1-16,-3-1-1 16,-2 2-23-16,-2-1-28 15,-1 2-75-15,0 1-54 16,0 0-175-16</inkml:trace>
  <inkml:trace contextRef="#ctx1" brushRef="#br0" timeOffset="1.64085E6">7479 11140 686 0,'0'0'13'16,"0"0"-13"-16,0 0 0 15,0 0 3-15,0 0 40 16,0 0 52-16,30-3-25 0,9-8-35 16,17-3 2-16,12 0-4 15,9 0 9-15,4-2-13 16,7 1-12-16,-2-1-8 16,-1 1-5-16,-9 4 7 15,-10 1-7-15,-15 7-3 16,-13 2-1-16,-7 1 0 15,-5 0 0-15,-1 0-2 16,4 0-31-16,1 0-107 16,-1 0-24-16,0 0-203 15</inkml:trace>
  <inkml:trace contextRef="#ctx1" brushRef="#br0" timeOffset="1.71632E6">22535 15412 114 0,'0'0'269'0,"0"0"-193"15,-88 4 7-15,66-4 21 0,5 0 17 16,6 0-48-16,1 0-10 16,4 0-19-16,0 0-14 15,1 0-1-15,2 0-15 16,3 0-9-16,0 0-5 15,0 0-11-15,3-3-150 16,15-5-265-16</inkml:trace>
  <inkml:trace contextRef="#ctx1" brushRef="#br0" timeOffset="1.71675E6">22817 15413 566 0,'0'0'52'0,"0"0"-46"16,0 0-5-16,0 0-1 15,0 0 18-15,0 0 26 16,-39 3-20-16,14 0 6 15,-5 2 6-15,-4-2-18 0,1 0 1 16,-5 0 5 0,3 1 7-16,2 0 2 0,3-1-11 15,2 0-4-15,2 0-4 16,4-2-6-16,3 1 7 16,4-1 19-16,3-1-18 15,1 1-7-15,5 2-2 16,3-3 1-16,2 0-6 15,1 0 0-15,0 0 0 16,0 0 3-16,0 0-5 16,0 0-8-16,7 0-28 15,14 0-106-15,5 0-93 16,-2 0-401-16</inkml:trace>
  <inkml:trace contextRef="#ctx1" brushRef="#br0" timeOffset="1.71712E6">22557 15862 690 0,'0'0'55'0,"0"0"-25"16,0 0 9-16,0 0 41 0,0 0-12 16,0 0-36-16,-5 0-23 15,1 0-4-15,-3 0-5 16,-7 0 0-16,-8 0 2 16,-6 3 2-16,-8 1 3 15,-4-3 5-15,3 1 27 16,2 0-13-16,9-2-5 15,7 1-2-15,8-1-8 16,5 0 1-16,6 0-5 16,0 0 1-16,0 0-4 15,0 0-4-15,0-13-65 16,16-11-245-16,2-7-471 16</inkml:trace>
  <inkml:trace contextRef="#ctx1" brushRef="#br0" timeOffset="1.71752E6">22571 15305 745 0,'0'0'8'0,"0"0"-7"16,0 0 3-16,0 0-2 15,0 0 1-15,0 0-2 0,-60 17 14 16,43 6-7-16,-2 6 3 16,-4 2 3-16,-4 5-8 15,-3 1 12-15,-3 4-6 16,0 2 0-16,0 3-4 16,2 0-3-16,6 2-1 15,7-1-2-15,6-2 8 16,7-3 10-16,5-6 16 15,0-4-14-15,17-2 0 16,11-8 26-16,14-3 10 16,14-8-24-16,10-9-21 15,6-2-2-15,4 0-11 16,-6-12-79-16,-7-2-74 16,-19-4-223-16</inkml:trace>
  <inkml:trace contextRef="#ctx1" brushRef="#br0" timeOffset="1.71862E6">1950 16347 725 0,'0'0'51'0,"0"0"-24"16,0 0-26-16,0 0 20 15,0 0 48-15,0 0-27 16,46-35-30-16,-19 23-3 15,3 2-6-15,-2 0 0 16,0 3-3-16,-1-2 1 16,-4 5-3-16,-2 3-55 15,-7 1-68-15,-9 0-93 16,-5 15-11-16,0 5-103 16</inkml:trace>
  <inkml:trace contextRef="#ctx1" brushRef="#br0" timeOffset="1.71885E6">1996 16583 274 0,'0'0'77'0,"0"0"-15"15,0 0 27-15,0 0-2 16,0 0 53-16,0 0-58 16,27 15-22-16,-5-15 4 15,2 0-41-15,6 0 2 16,0-12-12-16,4-1-4 15,-3-3-9-15,-2-1-1 0,-3-3-26 16,-9-3-67 0,-4-5-125-16,-13-2-320 0</inkml:trace>
  <inkml:trace contextRef="#ctx1" brushRef="#br0" timeOffset="1.71922E6">2026 16145 491 0,'0'0'61'0,"0"0"-44"0,0 0-17 16,0 0 0-1,0 0 16-15,0 0 19 0,43 34 39 16,-17-23-12-16,6-2-35 15,0 3-8-15,5 0-9 16,-4 2 4-16,1 3-11 16,0 3 8-16,-5 3-5 15,-5 4-1-15,1 4-4 16,-9 4 3-16,-1 8 2 16,-9 6-4-16,-6 6 11 15,0 3-10-15,-12-2 1 16,-8-1 13-16,-3-8 7 15,-5-2-22-15,4-7 6 16,-2-3-5-16,4-4-3 0,4-6-6 16,2-13-245-1</inkml:trace>
  <inkml:trace contextRef="#ctx1" brushRef="#br0" timeOffset="1.75149E6">7951 11891 850 0,'0'0'9'0,"0"0"45"0,0 0-31 15,0 0-13-15,0 0-8 16,0 0 35-16,0 0-15 16,-11-50-21-16,11 50-1 15,0 0-60-15,0 8-115 16,0 6-76-16</inkml:trace>
  <inkml:trace contextRef="#ctx1" brushRef="#br0" timeOffset="1.75181E6">8128 12455 681 0,'0'0'116'0,"0"0"-62"16,0 0-49-16,0 0-4 15,0 0 4-15,0 0-5 0,0-7 0 16,0 7-22-16,9 0-93 15,-4 3-135-15</inkml:trace>
  <inkml:trace contextRef="#ctx1" brushRef="#br0" timeOffset="1.75214E6">8942 12472 730 0,'0'0'63'0,"0"0"-43"16,0 0-15-16,0 0 24 15,0 0-13-15,0 0-10 16,-9 0-6-16,5 5-40 16,-8-2-178-16,-6-1-387 0</inkml:trace>
  <inkml:trace contextRef="#ctx1" brushRef="#br0" timeOffset="1.75252E6">8119 13174 625 0,'0'0'133'16,"0"0"-72"-16,0 0-9 16,0 0-2-16,0 0-9 15,0 0-11-15,1-5-27 16,4 5-3-16,7 0-74 16,3 0-39-16,2 0-116 15,-1 0-327-15</inkml:trace>
  <inkml:trace contextRef="#ctx1" brushRef="#br0" timeOffset="1.75289E6">8847 13515 87 0,'0'0'689'0,"0"0"-662"16,0 0-26-16,0 0 3 15,0 0 9-15,0 0 3 16,3-3-16-16,9 3-35 16,3 0-97-16,-2-1-196 0</inkml:trace>
  <inkml:trace contextRef="#ctx1" brushRef="#br0" timeOffset="1.75318E6">9718 13138 798 0,'0'0'16'0,"0"0"-14"0,0 0-2 15,0 0-2-15,0 0 1 16,0 0-51-16,-18 0-220 15</inkml:trace>
  <inkml:trace contextRef="#ctx1" brushRef="#br0" timeOffset="1.75358E6">9494 13651 663 0,'0'0'71'0,"0"0"-37"16,0 0-19-16,0 0-15 15,0 0-4-15,0 0-13 16,0-8-143-16,-7 27-19 16</inkml:trace>
  <inkml:trace contextRef="#ctx1" brushRef="#br0" timeOffset="1.75388E6">9129 14291 614 0,'0'0'70'16,"0"0"-66"-16,0 0 3 16,0 0 16-16,0 0 30 15,0 0-53-15,36-19-7 0,-23 19-64 16,-1 0-120-16,4 3-289 16</inkml:trace>
  <inkml:trace contextRef="#ctx1" brushRef="#br0" timeOffset="1.75409E6">9620 14722 851 0,'0'0'21'0,"0"0"-21"0,0 0-47 15,0 0 47-15,0 0 8 16,0 0-8-16,14-31-73 16,-14 25-297-16</inkml:trace>
  <inkml:trace contextRef="#ctx1" brushRef="#br0" timeOffset="1.75435E6">8698 14890 752 0,'0'0'10'15,"0"0"-10"-15,0 0-54 16,0 0-8-16,3-76 62 16,6 59 4-16,2 0-4 15,2-5-226-15</inkml:trace>
  <inkml:trace contextRef="#ctx1" brushRef="#br0" timeOffset="1.75466E6">8644 13810 704 0,'0'0'11'0,"0"0"-11"0,0 0-30 16,0 0-34-16,0 0 45 15,0 0-58-15,-30 6-219 16</inkml:trace>
  <inkml:trace contextRef="#ctx1" brushRef="#br0" timeOffset="1.75499E6">7895 14145 882 0,'0'0'8'16,"0"0"-8"-16,0 0-2 16,0 0 0-16,0 0 2 0,0 0 0 15,0 9-111-15,0-6-292 16</inkml:trace>
  <inkml:trace contextRef="#ctx1" brushRef="#br0" timeOffset="1.75527E6">7615 14717 70 0,'0'0'830'16,"0"0"-823"-16,0 0-4 16,0 0 3-16,0 0-5 15,0 0 2-15,-28-72 9 16,28 55-12-16,0-3-61 16,0-6-152-16,0-6-279 15</inkml:trace>
  <inkml:trace contextRef="#ctx1" brushRef="#br0" timeOffset="1.75549E6">7162 13984 287 0,'0'0'463'0,"0"0"-463"16,0 0-19-16,0 0-177 15,0 0 141-15,0 0-4 16,7-3-169-16</inkml:trace>
  <inkml:trace contextRef="#ctx1" brushRef="#br0" timeOffset="1.75577E6">7198 13101 822 0,'0'0'11'0,"0"0"-11"15,0 0-13-15,0 0-46 16,0 0 47-16,0 0-23 16,-1 45-54-16,5-37-71 15</inkml:trace>
  <inkml:trace contextRef="#ctx1" brushRef="#br0" timeOffset="1.75614E6">6425 13123 655 0,'0'0'250'0,"0"0"-246"0,0 0-4 16,0 0-13-16,0 0-22 15,0 0 27-15,-2 14 3 16,2 1-14-16,0 2-128 16,-3-2-221-16</inkml:trace>
  <inkml:trace contextRef="#ctx1" brushRef="#br0" timeOffset="2.2161E6">8859 2862 277 0,'0'0'107'0,"0"0"-68"16,0 0 5-16,0 0 8 15,0 0 63-15,0 0-48 0,0 0-16 16,-9-24 33-16,7 24-30 15,2 0-11-15,0 0-12 16,0 0-10-16,0 0-4 16,-3 0-12-16,2 0 5 15,-1 0-7-15,2 0 2 16,0 4-4-16,0 6-2 16,0 2 0-16,0 1 1 15,0 2 0-15,9 0 0 16,3 0-3-16,2 1 3 15,-1-3 5-15,2 3-5 16,-1 0 5-16,0-1-10 16,3 0 5-16,1-2 0 0,2 1 5 15,2-2-5 1,1-2 0-16,0-2 2 0,3 1-2 16,1-4 0-16,-1 0 2 15,1-3-2-15,1 1 0 16,-2-1-2-16,3-2 2 15,-1 4 2-15,2-1 1 16,2-2-3-16,0 2 0 16,3 0-1-16,-1 0 4 15,3 1-6-15,0-1 3 16,-1 0 0-16,0-2 3 16,-1 2 0-16,-4 0-4 15,5-1 3-15,-2 0-4 16,2 1 2-16,-1-3 0 0,0 0 0 15,1 0-2-15,-2 0 2 16,0 0 0-16,-2 0 7 16,2 0-7-16,-1 0-2 15,-1 4 1-15,3 1-1 16,-1 0 1-16,1 0-1 16,-1 1 2-16,3-2 4 15,-3 1-4-15,1-1 0 16,0-1 1-16,3-1-1 15,2 0-3-15,0-2 3 16,2 0 0-16,0 0 0 16,-3 0 0-16,1 0 0 15,-4 0 0-15,1 1 1 16,-3 1 1-16,0 1-2 16,1 1-1-16,-2 0 1 0,-2-1 0 15,2-2 8-15,0 1-8 16,0-2 0-16,3 3 2 15,0-3-1-15,0 0-1 16,0 0 0-16,-1 0-7 16,-1 0 7-16,0 0 7 15,-1 2-7-15,1-2 0 16,2 2-3-16,0-2 3 16,1 0 0-16,3 0 1 15,-4 0-1-15,1 0 2 16,-2 0-2-16,-2 0 1 0,0 0-1 15,2 0-1-15,-1-4 1 16,4 4-8-16,-2-3 12 16,-1 0-4-16,4 2 0 15,-2-2 0-15,1 0 3 16,-1-1-2-16,-4 4 1 16,4-3 0-16,-6 1-2 15,1 1 4-15,-1-1 0 16,3 2 2-16,-1-1 0 15,0 1-4-15,-3-1 2 16,3-1 3-16,-1 2-1 16,1-1-3-16,-1 1 2 0,2-2-5 15,-3 2 7 1,-1 0 4-16,0 0-7 0,-2 0-1 16,-1-2-3-16,1 2 3 15,-1 0-2-15,2-3-1 16,-1 1 2-16,0-2 6 15,-1 1-8-15,1 0 4 16,-5-1 8-16,1 3-11 16,3-2 0-16,-2 3 4 15,2-2-5-15,2 1-4 16,0 1 4-16,4 0 4 16,2-1-4-16,3 1 0 15,0-3 4-15,6 1-3 16,-4-2 1-16,5 1-1 0,1-1-1 15,3-1 3 1,2 0-1-16,3 0-1 0,1 2 4 16,2 3 0-16,1-1-5 15,-2 1 9-15,-2 0-7 16,-2 0-2-16,0 0 1 16,-1 0 5-16,-2 0-1 15,5 0-5-15,-2 0 6 16,-2 0-2-16,-3 0 10 15,-3-2-7-15,0-4 3 16,-3 1-4-16,2-1-3 16,-4 0-2-16,-2-1 2 15,-3 1 3-15,-2 2-5 0,-4-3 3 16,-4 2-3-16,-4 0 0 16,-3 3-1-16,-2-1 0 15,-3 1 2-15,0 2 0 16,-2 0-1-16,-2 0-1 15,-2 0 0-15,1 0-4 16,0 0-14-16,-3 7-52 16,-4-7-175-16,-11 0-704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2:23:12.2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1346 2793 466 0,'0'0'28'0,"0"0"-26"0,0 0-2 16,0 0-3-16,0 0 3 16,0 0 32-16,0 0 23 15,6 0 7-15,-3 0 13 16,3 0-36-16,-3 0-22 16,-2 0-14-16,2 0 1 15,-3 0 1-15,0 0-5 16,0 0 4-16,0 0-4 15,0 0 2-15,0 0-2 0,0 0 0 16,0 0 0 0,0 0 0-16,0 0 0 0,0 0 0 15,1 1 0-15,2 4 1 16,1 1 5-16,3 2-11 16,-1-1 7-16,3 3-2 15,-1-2 5-15,5 1 6 16,0 1 2-16,1-1-13 15,6 2 5-15,3 0 13 16,-1-2 6-16,8 1-12 16,3-3 5-16,4 4-2 15,8-5-5-15,1 4 10 16,5-5-9-16,1 4 0 16,0-2-3-16,1 1 0 15,0 2-1-15,1-2-2 0,-2 2-5 16,-1 1 2-16,1 1 3 15,2 0-4-15,0 0 15 16,2 2-11-16,4-2 12 16,8 1-17-16,1-4 2 15,8-1 5-15,3 1 9 16,0-2-16-16,1 0 5 16,2-1 5-16,4 2-10 15,-1 0-1-15,-1 1 1 16,-4-1 10-16,2 0-9 15,-1-3-1-15,-6 1 4 16,0 0 0-16,-2-1 2 0,3 1-6 16,-1 0 0-16,5-4 7 15,-5 1-7-15,-2-1-1 16,-3-1 1-16,-7 0 0 16,-3 2-9-16,-3-1 9 15,-6 3 1-15,0 1-1 16,-4-1 1-16,1 1-1 15,3-1 9-15,-2 0-8 16,3-1 0-16,1-1 1 16,0-1-2-16,1 1 10 15,0 0-9-15,3-3-1 16,2 2 0-16,4-2 0 16,5 1 10-16,-1 1-9 0,1-1 4 15,1-1-5 1,3 2 2-16,0-2-1 0,6 0-1 15,4 0 3-15,-3 0-3 16,8 0 2-16,-4 0-2 16,2 0 1-16,1 0 1 15,-1 0 5-15,7-5-8 16,2-4 3-16,3 1 2 16,2-2-4-16,0 0-5 15,-1 0 5-15,4 2 0 16,-5 1-5-16,-4 2 3 15,-3-1 2-15,-1 3 9 0,-7 1-9 16,0-1-4-16,-2 0 4 16,1 1 3-16,3 1 0 15,-4-2 1 1,1-1-4-16,-2-2-1 0,-2-1-1 16,4 0 4-16,-1-2-4 15,1 1 4-15,-3 2-1 16,-2 1 4-16,-2-1-2 15,-7 1-3-15,-2-1 4 16,-6 2-1-16,-5-2-3 16,-6 2 3-16,-1 2-5 15,-2-2 3-15,-3 3-2 16,0-1 2-16,-7-1-1 16,-7 3 4-16,-4 0-4 15,-5 0 0-15,-7 0-1 0,0 0 3 16,-7 0-1-16,0 0 0 15,-6 0-2-15,0 0 1 16,0 0-1-16,0 0-3 16,0 0-14-16,0 0-74 15,3-8-55-15,-3-11-201 16</inkml:trace>
  <inkml:trace contextRef="#ctx0" brushRef="#br0" timeOffset="3611.1861">10737 4683 467 0,'0'0'79'0,"0"0"-67"16,0 0-2-16,0 0 87 15,0 0 5-15,0 0-39 16,0 0-18-16,-2-1 7 16,2 1-9-16,0 0 7 15,0 0-11-15,0 0-12 16,0 0-1-16,0 0-13 16,0 0-13-16,0 0 0 15,9 0-2-15,7 1 4 16,4 7 4-16,1 6-5 0,0-2 6 15,0 3-4-15,1 2-2 16,-1 0-2-16,1 5 5 16,-2 0-8-1,-1 6 7-15,0-2-6 0,-4 4 3 16,2 1-2-16,-5 3 2 16,-1 2 3-16,-3-2-3 15,-4 4 0-15,-1-1 2 16,-1-3-2-16,-2-1-1 15,0 0 1-15,0-2 0 16,-6 0 0-16,-7 0 0 16,-5-1-1-16,-3-2 4 15,-3 0-3-15,-2-2 5 0,-1 1-5 16,-1-4 0-16,1 0 3 16,1-4-2-16,-1 1 0 15,2 1-1-15,-1-4 0 16,2 2 0-16,-4-2 0 15,4 1 2-15,-3-2-2 16,-2-2 0-16,2 0 0 16,-3-1 4-16,0-1-4 15,0-1 4-15,0 0-1 16,5-3-2-16,2 1-2 16,4-4 2-16,0-1-1 15,4 1 0-15,1-2 2 16,5-3-2-16,5 3 2 15,2-3-2-15,2 0 0 0,0 0-30 16,0 0-59-16,0 2-98 16,2-2-132-16,10 0-167 15</inkml:trace>
  <inkml:trace contextRef="#ctx0" brushRef="#br0" timeOffset="4272.1891">10742 4735 251 0,'0'0'331'0,"0"0"-241"0,0 0-50 16,0 0 20-16,0 0-13 15,0 0-32-15,15 3 7 16,9 17 39-16,5 4-11 16,2 7-12-16,0 4-18 15,2 6-11-15,-2 6 5 16,-2 6-1-16,-5 7-13 15,-5 2 12-15,-6 1-7 16,-10 1-1-16,-3-2-4 16,0 1 5-16,-13-2-5 0,-7-1 3 15,-6 3 8-15,-6-4 0 16,-6-2-2-16,-6 4-1 16,-8 1-8-16,-6 5 4 15,-6 0 0-15,-2-1-1 16,1-10 1-16,5-6 0 15,9-11-2-15,11-5 2 16,6-8-3-16,4-2-1 16,3-7 0-16,2-3-1 15,1-5 1-15,-1-3-41 16,5-1-99-16,-4-5-54 16,-2-3-507-16</inkml:trace>
  <inkml:trace contextRef="#ctx0" brushRef="#br0" timeOffset="9716.4952">400 6972 281 0,'0'0'553'0,"0"0"-503"15,0 0-36-15,0 0 18 16,0 0 34-16,0 0-1 16,0 0-14-16,6 0-25 15,3 0-7-15,3 0-3 16,3 0 18-16,1 0-15 16,5-2-6-16,0 2-5 15,1 0-7-15,-2 0-2 16,4 0-3-16,1 0 0 15,-1 0-42-15,-3 0-74 0,-4-3-111 16,-10 1-216 0</inkml:trace>
  <inkml:trace contextRef="#ctx0" brushRef="#br0" timeOffset="10015.8914">415 7257 572 0,'0'0'166'0,"0"0"-165"16,0 0 5-16,0 0 44 16,0 0 30-16,0 0 13 15,36 0 9-15,-12 0-27 0,3-4-46 16,5-3-13-16,-2 1 1 15,-1-1 3-15,0 1-13 16,-5 0-5-16,-3 1 0 16,-3 2-2-16,-10 0-2 15,2 3-23-15,-7-3-33 16,-3-5-75-16,0-1-54 16</inkml:trace>
  <inkml:trace contextRef="#ctx0" brushRef="#br0" timeOffset="10620.7951">397 6723 618 0,'0'0'113'0,"0"0"-113"16,0 0 0-16,0 0 10 15,0 0 71-15,0 0-9 16,57 22 25-16,-32-15-38 16,2 0-4-16,4 1-20 15,2 2-11-15,-1 1-18 16,6 4-3-16,-5 0 1 16,1 6 0-16,-4 5-3 15,0 6 0-15,-3 5 6 16,-3 7-7-16,-5 2 1 15,-2 1-1-15,-7-3 0 16,-1 1 0-16,-9-5-1 16,0 0 2-16,0-5 0 0,-6-2-1 15,-9 1 2 1,-6-5-2-16,-1 0 4 0,-5-2 1 16,7-7-3-16,-2-3-1 15,5-7-1-15,1-3 5 16,-3-1-1-16,-2-3 1 15,0-3-1-15,0 0-3 16,2 0-1-16,4 0 0 16,4 0-6-16,3 0-67 15,5 0-90-15,1-3-80 16</inkml:trace>
  <inkml:trace contextRef="#ctx0" brushRef="#br0" timeOffset="16321.1581">9928 7431 372 0,'0'0'111'0,"0"0"-79"0,0 0 71 16,0 0 33-16,0 0-81 15,0 0 16-15,0 0-12 16,-7 0-21-16,7 0 7 16,0 0-14-16,0 0 4 15,0 0-16-15,0 0 0 16,0 0-9-16,0 0-8 15,0 0 5-15,15 0 18 16,4 0 1-16,4 0-10 0,3 1-6 16,3-1-2-16,5 0 2 15,2 0 5-15,0 0-7 16,2 0-6-16,-2 0 0 16,-2 0 5-16,-4-1 4 15,-1-3-7-15,-4 1-4 16,-3-1 2-16,-4-1-1 15,-3 3 1-15,-7-1-2 16,-4 0 2-16,-2 2 3 16,-2-2 10-16,1 3-5 15,-1 0 12-15,0 0-21 16,0 0 10-16,0 0-11 0,0 0 2 16,0 0-2-1,0 0-23-15,0 0-20 0,0 0-29 16,3 0-99-16,0 0-152 15,0 0-155-15</inkml:trace>
  <inkml:trace contextRef="#ctx0" brushRef="#br0" timeOffset="17153.408">9648 7490 549 0,'0'0'89'0,"0"0"-24"0,0 0 38 15,0 0-13-15,0 0 4 16,0 0-24-16,-6 0-44 15,6 0-15-15,0 0-1 16,6 0 9-16,12 0 36 16,5 0-17-16,6 0-13 15,4 0 3-15,2 0-12 16,1 0-5-16,2-4-3 0,0 2-6 16,0-1 7-16,0 3-9 15,1-3 0-15,1 3 0 16,-4 0 2-16,-3 0 4 15,-8 0-6-15,-6 0-4 16,-6 0 3-16,-7 0-5 16,-3 0-3-16,-3 0-15 15,1 0-12-15,-1 0 2 16,0 0-44-16,0 0-48 16,-9 0-72-16,-5 0-313 15</inkml:trace>
  <inkml:trace contextRef="#ctx0" brushRef="#br0" timeOffset="17617.1646">9691 7593 519 0,'0'0'99'0,"0"0"-85"15,0 0-3-15,0 0 83 16,0 0-25-16,0 0-35 16,6 6 34-16,13-6 33 15,2 0-43-15,8 0 9 16,2 0-21-16,3 0-11 16,-1-3-16-16,2-3-5 15,2 2-6-15,-4 0-2 16,4-1-3-16,-1 1-3 15,0 1 0-15,-1-2-4 16,-5 2-11-16,-6 0-24 0,-2 2-90 16,-6-1-24-1,-6-1-116-15</inkml:trace>
  <inkml:trace contextRef="#ctx0" brushRef="#br0" timeOffset="20138.2087">11021 6547 739 0,'0'0'100'15,"0"0"-55"-15,0 0 50 16,0 0 21-16,0 0-29 15,0 0-24-15,0 0-16 16,0-24-21-16,0 21-2 0,0 3-9 16,0 0-5-16,0 0-1 15,0 0-1-15,0 0 1 16,0 0-9-16,0 5-3 16,5 6 3-16,-2 2 6 15,-2 3-4-15,-1 1-2 16,0 3 4-16,0-1-4 15,0 3 1-15,-4 0 0 16,-9 1 0-16,-4 2 0 16,-4-1 1-16,-5 1-2 15,-4-3 0-15,-3-1 2 16,0-2-4-16,3-4 1 16,2-4 1-16,4-2 2 0,3-3 4 15,0-3-4-15,3-2-1 16,6 0 2-16,2-1-2 15,0 0 1-15,5 0-1 16,-1 0-2-16,4 0-2 16,1 0-12-16,-2 0-30 15,3 0-29-15,0-1-77 16,0-2-116-16,9 0-351 16</inkml:trace>
  <inkml:trace contextRef="#ctx0" brushRef="#br0" timeOffset="20715.9895">11196 6703 436 0,'0'0'369'0,"0"0"-269"0,0 0 13 15,0 0-15-15,0 0-34 16,0 0-34-16,0-4-19 15,0 4-11-15,0 0 0 16,0 4-2-16,0 11 2 16,0 7 9-16,-6 0-8 15,-3 2 9-15,-3 0 3 16,-1 1-1-16,-3-1 1 16,0 2 6-16,-3-2-12 15,1 0 0-15,-4 0-1 16,-2 1-5-16,-1 1 3 15,-2-1 1-15,3-4-3 16,-2-1 0-16,3-4 1 0,0-3 1 16,5-7 2-16,1 0-2 15,1-6-1-15,2 2-2 16,3-2 3-16,-1 0-1 16,3 0 2-16,0-2-3 15,3-6-2-15,1 1-2 16,0 0-32-16,2-1-35 15,0 1-52-15,2-4-103 16,-3-2-118-16</inkml:trace>
  <inkml:trace contextRef="#ctx0" brushRef="#br0" timeOffset="21578.7834">10680 6604 574 0,'0'0'106'0,"0"0"-42"16,0 0 21-16,0 0 25 0,0 0-36 16,0 0-11-16,16-9-11 15,-13 6-2-15,-1 3-28 16,-2 0 2-16,0 0-3 15,0 0-12-15,0 0 3 16,0 0-12-16,0 5 3 16,-9 9-1-16,-9 4 21 15,1 2 0-15,0-1-6 16,-3 4-7-16,5 2 0 16,1 1-6-16,2 1 3 0,-1 3-5 15,0-2 1-15,2 3-1 16,4 0-2-16,-2-1 0 15,3 0 1-15,3 3-1 16,0-4 0-16,0 0 0 16,3-8-1-16,0-3 1 15,0-2 0-15,0-4 0 16,0-2 1-16,0-1-1 16,5-3 0-16,-2-4 0 15,-1 3 1-15,2-3 0 16,-1 1-2-16,4-1 2 15,2 1-1-15,0 0 1 16,4-2 2-16,4 0-1 0,4-1-2 16,1 2 8-1,2-2-1-15,2 1-3 0,0 2 1 16,1 0-5-16,1 0 2 16,4 2 1-16,-1 2-1 15,2 3-1-15,0 0-1 16,0 2 1-16,0-3 1 15,-2 1-2-15,2-1 0 16,-2-1 1-16,-1-1-1 16,-4-3 2-16,-2-1-7 15,-1-3 10-15,-5 0-5 16,1 0 2-16,-1 0-2 16,-5 0 0-16,0-3 0 0,-2 0-2 15,-3 2 2-15,-5 0-32 16,1-1-28-16,-4 2-51 15,0-4-162-15,0-2-344 16</inkml:trace>
  <inkml:trace contextRef="#ctx0" brushRef="#br0" timeOffset="26499.2048">1559 6598 677 0,'0'0'95'0,"0"0"-61"16,0 0 42-16,0 0-25 15,0 0 43-15,0 0-39 16,0 0-7-16,0 0-5 16,-21-14-27-16,18 14-8 15,-1 0 10-15,-4 0-12 16,-2 0-2-16,-2 0 3 15,-3 0-2-15,-5 0-5 16,0 6 2-16,-4 1-2 16,3 0 1-16,0 1-1 15,0 1 0-15,0-1 0 16,6-1 0-16,2 0 2 16,-2-1-2-16,6-1 0 0,-3 1-4 15,2 1 3-15,-1 0 1 16,-2 1-1-16,2 3 1 15,1-1 0-15,-5 0 3 16,6 2-3-16,-3 0 0 16,3 0 0-16,2-2-1 15,-1 0 1-15,-2-2 0 16,5 1-2-16,-1 2 2 16,0 0 0-16,-1 1 0 15,0-3-1-15,-1 3 1 16,2-3 1-16,0 4-1 15,-3-1 0-15,4 3-1 0,1 1 1 16,1-1 0 0,1 2-2-16,2 2 0 0,0 1 1 15,0 0 1 1,0 1 0-16,0 1-2 0,0-1 1 16,4-1 1-16,0-2 0 15,4 0 1-15,-4-3-1 16,5 5-2-16,0-2 2 15,0 0 0-15,3 1 3 16,0 3-5-16,1-1 3 16,1 0-1-16,0 0 1 15,0 0-1-15,1 2 1 0,0 1-1 16,-1-1 0 0,6 1 0-16,1-2-2 0,1-2 2 15,1-2 0-15,1-2 0 16,1-2 2-16,5-4-4 15,3-3 4-15,4-4-4 16,9-3 1-16,4 0-6 16,6 0-69-16,-2 0-126 15,-5-3-201-15</inkml:trace>
  <inkml:trace contextRef="#ctx0" brushRef="#br0" timeOffset="28704.2768">11606 6360 527 0,'0'0'55'16,"0"0"22"-16,0 0 22 0,0 0-19 15,0 0 25-15,0 0-27 16,-4-10-6-16,4 10-9 15,0 0-24-15,0 0-10 16,0 0-5-16,0 0-8 16,0 0 1-16,9 0-13 15,5 0 10-15,5 0-12 16,0 0 11-16,2 0-7 16,3 10-1-16,-1-3-4 15,3 5 6-15,-2 0-6 16,-3 1 1-16,-1 3-2 15,0 3 1-15,-4-2 1 16,2 1-2-16,-4 1 0 0,0 0-2 16,-1 1 6-16,-3 4-5 15,2-1 2 1,-4 2-1-16,0-1 0 0,3 0 0 16,-7 1 0-16,1 0 0 15,-3-2-1-15,0-1 2 16,0 0-1-16,-2-1 3 15,0-1-3-15,0-2 0 16,0 3 0-16,0-4 0 16,0 2 2-16,0-1-1 15,0 0 2-15,0 0-3 16,0 1 0-16,0-2 1 16,-2 0-1-16,-1-1 1 15,0-3-1-15,0 1 0 0,0-1 0 16,0-2 0-16,-1 0-1 15,1 0 1-15,0-2 0 16,-2 4 1-16,-1-1 0 16,-1 2-2-16,-5 1 2 15,1 1-1-15,1-2 0 16,-3-1 1-16,0-4-1 16,0-1 2-16,1 0-2 15,-1-2 1-15,-2 0 2 16,-1-1-2-16,-1 1 0 15,-4-1-1-15,-1 1 2 16,2 0-2-16,1-1 0 16,3 1 3-16,-1 1-3 0,4 1-1 15,-4-1 1 1,2 3 0-16,-5 0 0 0,-3 3 0 16,-2-3 0-16,2 4 2 15,1-4-2-15,3-4 1 16,2 2-2-16,0-4 1 15,0 0 0-15,1-1 5 16,2 0-5-16,4-3 6 16,5 0-3-16,4 0-3 15,1 0 1-15,0 0-1 0,0 0 1 16,0 0-1 0,0 0 0-16,0 0-1 0,0 0 0 15,0 0-14 1,0 0-48-16,0 0-19 0,0 0-97 15,0 0-40-15,-3 0-305 16</inkml:trace>
  <inkml:trace contextRef="#ctx0" brushRef="#br0" timeOffset="49423.3968">6395 7435 198 0,'0'0'116'0,"0"0"-60"15,0 0-32-15,0 0 54 16,0 0-25-16,0 0-16 16,0 0-5-16,0 0 11 15,0 0-5-15,-6-11 5 16,6 11-20-16,0 0 7 16,0-2 3-16,0 0-7 15,-2-1-9-15,-1 1-1 16,2 0-2-16,-1-1 24 15,2 1-6-15,0 2-7 16,0-1 23-16,0 1-15 16,-1 0-12-16,1 0-10 15,0 0 0-15,0 0-5 0,0 0-4 16,0 0 0-16,0 0 1 16,0 0 1-16,0 0-4 15,0 0-7-15,0 0 6 16,0 0 0-16,0 0-6 15,0 0 4-15,0 0 3 16,0 0-1-16,3 1 5 16,3 2-4-16,0 0 0 15,-2 0 0-15,2 0-1 16,0 1 6-16,-2-1-2 0,1-1 6 16,0 1-8-1,-1-2 3-15,2 3 0 0,1 0-1 16,2-1 6-16,0 0-4 15,2 0 3-15,-4 0-6 16,2 1-2-16,3 0 4 16,0 1-4-16,2 0-2 15,5 2 2-15,-3-1 0 16,4 0 6-16,0 1-5 16,1-3-1-16,-1 1 2 15,-1-1 1-15,2-3 0 16,-6-1-3-16,3 1 3 15,-3 1 0-15,-2-2-3 16,1 3 0-16,-4-1 3 16,3 0-2-16,-2 1-2 15,5 1 2-15,-1 0-2 16,0 0 3-16,2-1-1 0,0 0 1 16,-1-2-1-16,-2 2 2 15,1-1-1-15,0 0 6 16,-1 1-2-16,0 0 2 15,-3-3-5-15,5 3-3 16,-3 0 4-16,4 0-4 16,0-1 1-16,2 3 0 15,-4-2 1-15,4 1-1 16,-2 2-1-16,1-4 1 16,-1 3-6-16,0-1 6 15,4-1-1-15,1 0 2 16,-1-1-2-16,3 0 0 0,0-1 1 15,-2 0-1-15,-1 1 0 16,-1-1 7-16,2-1-7 16,-6 0 0-16,3 0 1 15,0 0 1-15,0 0 0 16,0 0-2-16,-3 0 3 16,2 0 0-16,1 0 3 15,0 0-4-15,3 0 3 16,0 0 1-16,6 0 1 15,-2 0-1-15,3 0-6 16,-4 0 1-16,2 0-1 16,-5 0 6-16,-2 0-6 15,-1 0-2-15,3 0 1 0,-2 0 2 16,1 0 6 0,1 0-6-16,-2 0 0 0,0-1-1 15,1-2 0-15,-1 2 4 16,-1-2-4-16,3 2 0 15,-1-2 0-15,0 3 1 16,1-3 1-16,1 2-2 16,-2-2 2-16,0 1 0 15,0 1 3-15,-2-1-2 16,0 2 3-16,0 0-4 0,0-1 0 16,0 1-1-1,-2-1 3-15,0-2-2 0,-2 3-1 16,2 0 0-16,-1 0-1 15,-2-3 7-15,2 3-3 16,-2-3 3-16,3 2-5 16,-2-1 7-16,3 1-9 15,-3 1 2-15,3 0 0 16,-2 0 0-16,2 0 2 16,3 0-4-16,-3 0 0 15,0 0 2-15,0 0-1 16,1 0 0-16,-1 0 1 15,-2 0-1-15,0 0 7 16,-2 0-5-16,-2 0-3 16,1-2 2-16,0 2-1 0,0-5 4 15,0 3 0-15,0-1 0 16,-2 1-1-16,0 0 1 16,0-1-5-16,3-1 3 15,2 1 1-15,0 0-4 16,7 0 3-16,-1 2-2 15,1-2-1-15,-1 3 6 16,-1-3-6-16,0 2-2 16,-2 0-2-16,1-1 4 15,-4 1 0-15,4 1 0 16,-6-3-1-16,6 2 1 16,-2-2 1-16,-2 1-1 15,1-1 0-15,-1-2-2 16,3 2 2-16,-1-1 5 0,-1 1-4 15,-1-1-1-15,1-1 0 16,-1 3 1-16,-3-2-2 16,2 2 2-16,-2 1-4 15,2-1 5-15,-2 2-6 16,-1-3 8-16,-1 3-8 16,-2-4 7-16,4 3-3 15,-2-1 0-15,0 1 0 16,0-2 0-16,2 0 0 15,-3 0 0-15,2 0 2 16,1 1-2-16,1-1-1 16,-1 0 1-16,-1 2 1 15,0-1-1-15,2 1 1 16,-3-1-2-16,0 2 1 0,-2-2 0 16,3 2-1-16,1 0 0 15,2 0 1-15,0 0 1 16,0 0-1-16,1 0 2 15,0 0-2-15,1 0-1 16,2 0 1-16,0 0-1 16,-2-1 4-16,1 1-6 15,-3 0 6-15,0-2-6 16,-3 2 4-16,-1 0-2 0,-3 0 2 16,0-2 1-1,-2 1-2-15,1 0 0 0,2-2 2 16,-3 2 3-16,2-2 8 15,1 0-11-15,-2 0 7 16,5-2-7-16,-3 2-3 16,0-1 1-16,3 1 0 15,-3-1 3-15,-2 1-1 16,4 3-2-16,-5-3 0 16,0 1-1-16,-2 2 0 15,1-1 1-15,-1 1 2 16,-3 0-2-16,1 0 1 15,-1 0-4-15,-1 0 3 16,0 0-1-16,0 0 1 16,0 0-1-16,0 0-2 0,0 0 2 15,0 0-6-15,0 0-14 16,0 0 0-16,0 0-20 16,0 0-20-16,0 0-43 15,-3 0-173-15,-17-5-357 16</inkml:trace>
  <inkml:trace contextRef="#ctx0" brushRef="#br0" timeOffset="51244.408">3796 7573 565 0,'0'0'107'0,"0"0"-15"0,0 0-64 15,0 0-10-15,0 0 41 16,0 0-6-16,0 0-28 15,0 6-11-15,6-6-8 16,14 0-3-16,7 3-2 16,9-3 8-16,5 3 14 15,1-2 1-15,1 0-19 16,0 1 1-16,5-1-4 16,0 1 0-16,4-2 0 15,-4 0-1-15,3 1 1 16,-7-1-1-16,-5 2 1 0,-6-1-2 15,-6-1 4-15,-9 3-8 16,-7-3 5-16,-6 0-2 16,-2 0 2-16,-3 0 0 15,0 0 14-15,0 0 12 16,0 0 61-16,0 0-70 16,-3 0-6-16,-2-3-7 15,0 2-2-15,1-2-3 16,2 3 1-16,2-2-1 15,0 2-1-15,0 0-4 16,0 0-30-16,0 0-79 16,0 0-26-16,0 0 40 0,8 0-66 15,-5 0-238 1</inkml:trace>
  <inkml:trace contextRef="#ctx0" brushRef="#br0" timeOffset="67400.1495">12196 6372 528 0,'0'0'74'0,"0"0"23"15,0 0-20-15,0 0 13 0,0 0-37 16,0 0 44 0,0 0-13-16,-8-28-34 0,8 28-22 15,0 0-1-15,0 0-4 16,0 0-7-16,0 0-16 15,0 0-7-15,0 6 4 16,0 7 3-16,0 3 3 16,4 4-1-16,0 1 1 15,-3 1-3-15,-1 3 4 16,0-1 8-16,0 0-4 16,0 3-2-16,-11-4 0 15,-6 0-6-15,-1-4 8 0,-2 0-5 16,1-7 2-1,2-1-1-15,3-7 2 0,2-3-5 16,1-1-1-16,-1 0 0 16,3 0-7-16,3-4-43 15,5-8-18-15,1 0-122 16,0-3-25-16,3-4-451 16</inkml:trace>
  <inkml:trace contextRef="#ctx0" brushRef="#br0" timeOffset="67791.3848">12352 6409 587 0,'0'0'102'0,"0"0"-92"15,0 0 30-15,0 0 24 16,0 0 15-16,0 0-19 16,-4 82 11-16,-2-61-11 15,-3 3-3-15,-6 0-19 16,3-2-12-16,-4 0-5 0,0-2 4 15,0 1-12-15,-2-4 2 16,0-2-5-16,4-1-1 16,-2-2-4-16,4-4-3 15,2-3-2-15,3 0-1 16,1-3-5-16,1-2-36 16,-1 0-36-16,-3 0-104 15,3 0-143-15</inkml:trace>
  <inkml:trace contextRef="#ctx0" brushRef="#br0" timeOffset="68284.223">12088 6404 498 0,'0'0'169'16,"0"0"-87"-16,0 0-54 16,0 0 15-16,0 0 42 15,0 0-4-15,-12 38-24 16,5-19 17-16,-2 3-22 15,-2 0-19-15,2 4 3 0,0-3-2 16,-1 2-19-16,1 3 2 16,1-1 4-16,1-1-5 15,0 0 0-15,2-1-3 16,2-1-2-16,2-2-7 16,1 0 1-16,0-4-1 15,0-2-1-15,0-4-1 16,0-2-1-16,9-1 1 15,4-4-1-15,4 1 2 16,6-5 2-16,6-1 2 16,6 0 1-16,4 0 0 15,0-10-8-15,0-1-5 16,-2 0-13-16,1 1-34 0,-3-1-66 16,-7-1-229-1</inkml:trace>
  <inkml:trace contextRef="#ctx0" brushRef="#br0" timeOffset="76600.395">15071 7807 514 0,'0'0'99'16,"0"0"9"-16,0 0-38 15,0 0-8-15,0 0 23 0,0 0 3 16,0 0-25 0,0 0-23-16,-3-38-9 0,3 38 1 15,0 0-13-15,0 0-18 16,0 0 0-16,0 3 6 16,0 7-7-16,0 3 2 15,0 3 15-15,0 2-8 16,0 0 1-16,5 0 0 15,-2 2 2-15,3-2-3 16,1 4-3-16,-1 2-1 16,2-3-1-16,-2-2 3 15,4 0-1-15,-1-4-5 16,0-3 1-16,0-5 6 16,0-6-5-16,1-1-1 15,8 0 19-15,5-6-10 0,8-13 21 16,7-8-21-16,4-3 0 15,0 0-3-15,0-1-1 16,0 5-6-16,-5 1 6 16,-2 3 0-16,-5 5-5 15,-5 0 2-15,-6 6-3 16,-3 3-1-16,-4 2 0 16,-1 3 0-16,-1-1-7 15,-1 4-20-15,0-1-10 16,3 1-12-16,1 0-23 15,2 0-35-15,-1 0-21 16,-3 1-122-16,-2-1-318 0</inkml:trace>
  <inkml:trace contextRef="#ctx0" brushRef="#br0" timeOffset="86504.8513">7821 9881 44 0,'0'0'126'16,"0"0"-60"-16,0 0-9 0,0 0-20 16,0 0 96-16,0 0-24 15,0 0-51-15,-21-26 61 16,18 22-32-16,0 0-39 16,0 1 16-16,1 0-20 15,1 1-20-15,1 1-3 16,0 1-1-16,0 0-10 15,0 0 3-15,0 0-11 16,0 0-4-16,0 0 3 16,0 0-1-16,10 6 26 15,3 5-21-15,1 0 15 16,5 1 8-16,1 2-17 16,2 0 3-16,3-1-8 0,1 2 6 15,1 2-1 1,-2 0-4-16,-1 1-1 0,0 5 2 15,-2-1-5-15,-3 4-2 16,0 4 5-16,0 1-4 16,-4 2 9-16,0 1-4 15,-2 2-5-15,-1 0 3 16,-3 4 3-16,-3 5-4 16,-4 2-2-16,-2 0-1 15,0 1 2-15,0-3 0 16,0-2 0-16,0-1-1 15,-6-1-2-15,-4 3 12 16,-1-2-9-16,-1 0-1 0,0-3 1 16,-3-3-2-1,3-3 3-15,-1-5-2 0,-2-4-1 16,3-5-1-16,1-3 2 16,1-5-2-16,0-3 1 15,-1-4-3-15,2 1 5 16,-1-2-3-16,-1 0 2 15,2-1-1-15,1 1-2 16,4-3-3-16,1 0-21 16,0 0-20-16,2 0-9 15,1-6-97-15,0-8-66 16,0-8-213-16</inkml:trace>
  <inkml:trace contextRef="#ctx0" brushRef="#br0" timeOffset="87092.7436">8247 9941 273 0,'0'0'44'0,"0"0"-10"15,0 0-2-15,0 0 8 16,0 0 6-16,-88-47-20 15,78 43-26-15,-1 3-23 16,-2 0-144-16,4 1-109 0</inkml:trace>
  <inkml:trace contextRef="#ctx0" brushRef="#br0" timeOffset="88438.9154">7925 9881 485 0,'0'0'59'16,"0"0"31"-16,0 0-67 16,0 0 32-16,0 0 19 15,0 0-26-15,12-51-29 0,-6 48-18 16,0 0 1-16,-4 3-2 15,-2 0 4-15,0 0-4 16,0 0 2-16,0 0 1 16,0 0 4-16,0 0-4 15,0-2 19-15,0 2 12 16,0-1-7-16,0 1 5 16,0 0-1-16,0-2-8 15,0 2-11-15,0-1-12 16,0 0-9-16,0 1 9 15,0-2-1-15,-3 2 1 16,-2 0-22-16,2 0 0 16,3 0 12-16,-2 0 7 0,2 0 1 15,0 0-4 1,0 0 4-16,0 0 1 0,0 0 1 16,11 2 3-16,7 2 11 15,2 2 5-15,4-1 2 16,4 2 3-16,1 1 11 15,7 1-20-15,4 3-2 16,2-2-2-16,0 5 1 16,-5 2-3-16,-1 3-6 15,-4 1 1-15,-2 5-2 0,-1 1 0 16,-5 5 4 0,-3 0-5-16,-3 3 0 0,-1-1-1 15,-2 0 4-15,0 0-1 16,-1-2-2-16,-2-1 2 15,-1 2 0-15,-1-3 2 16,-3 5 1-16,0-3-6 16,-2 0 2-16,-2-3 0 15,-2-1 1-15,-1-3 5 16,0-1 3-16,0 1-1 16,0-4-7-16,0 1 7 15,0-2 1-15,0 1-4 16,0-4-4-16,-4 0 3 15,-1-2-1-15,1-1-2 16,0 1 3-16,-1-1 0 0,2 1-3 16,-3 1-1-16,3 2 1 15,-3 1-2-15,-1 0 2 16,-1 1 7-16,1-1-9 16,-5 0 3-16,6 0 0 15,-3-3 3-15,0-2-2 16,0 1 6-16,-1-3-10 15,-1-1 0-15,0 1 5 16,0-1-6-16,0 0 0 16,-1 0 0-16,3-2 0 15,0 1 0-15,-1 0-1 16,1 0 1-16,-2 1 3 0,1-2 3 16,-2 1-6-1,2-3 0-15,-4 3-1 0,1-3 2 16,1-4-2-16,2 1 2 15,-4-3-1-15,2 2 4 16,-1-2 1-16,-2 1 7 16,2-2-6-16,1 1-3 15,0-1 3-15,2 0-4 16,-1 0 2-16,3 0 1 16,0 0 1-16,0 0-1 15,-1 0-5-15,1 0 5 16,-1 0-3-16,-4 0 6 15,-2 0-7-15,2 0 1 16,-2 0 0-16,2-4-2 16,-1 0 3-16,0 0 3 0,3-2-4 15,-2 2-1 1,0 0 8-16,3 1-6 0,-3-2 0 16,2 4-3-16,6-2 1 15,-1 2 0-15,-2-1 0 16,6 1 8-16,-2-1-9 15,0 0 4-15,3 2-4 16,0 0 0-16,-1-3 5 16,2 3-5-16,-1-2 0 15,1 2 1-15,0 0-1 16,0 0-1-16,0-1-3 16,0 1-10-16,0-2-23 0,0 2-30 15,5-1-48-15,12-2-41 16,4-7-120-16,3-2-460 15</inkml:trace>
  <inkml:trace contextRef="#ctx0" brushRef="#br0" timeOffset="89450.1021">9193 10092 585 0,'0'0'151'15,"0"0"-119"-15,0 0-16 16,0 0 8-16,0 0 64 16,0 0 7-16,-37 52-31 15,16-27-1-15,-5 5-12 16,-4 2-18-16,-5 2-8 15,-4 2-9-15,-3 2 0 16,-4 3-8-16,-7-3-2 0,7-3-4 16,-1-4 1-16,8-5-3 15,6-4 0-15,6-3 5 16,11-7-5-16,4-3 0 16,2-5 0-16,9-2-5 15,0-2-10-15,1 0-7 16,0 0-32-16,0-15-193 15,14-6-98-15</inkml:trace>
  <inkml:trace contextRef="#ctx0" brushRef="#br0" timeOffset="89783.2099">9417 10144 130 0,'0'0'651'0,"0"0"-592"16,0 0-45-16,0 0 3 16,-92 87 75-16,61-58-3 15,-7 5-30-15,2 3-19 16,-3 1-19-16,-3 3-10 15,2-7 11-15,1-6-10 16,2-3 1-16,5-3 1 0,7-5-5 16,4-4-5-16,8-4-3 15,1-5-1-15,6-1-2 16,1-3-22-16,1 0-46 16,-1 0-113-16,-2-17-255 15</inkml:trace>
  <inkml:trace contextRef="#ctx0" brushRef="#br0" timeOffset="90216.3535">8941 10084 763 0,'0'0'35'0,"0"0"-30"15,0 0 14-15,-69 85 38 16,36-48 51-16,-7 6-29 16,1 7-14-16,-3 9-18 15,-2 5-20-15,0 3 1 16,1-5-20-16,8 1 12 15,5-5-8-15,12-3 10 16,9-4-20-16,9-5 5 0,0-3 5 16,12-7-9-16,13-4 1 15,11-10 1-15,10-10 5 16,18-9-1-16,18-3 16 16,20-17-3-16,13-18-10 15,12-10-12-15,5-4-6 16,4-4-2-16,0 3-35 15,1 6-40-15,-9 2-89 16,-3-1-267-16</inkml:trace>
  <inkml:trace contextRef="#ctx0" brushRef="#br0" timeOffset="104116.5187">10022 11952 840 0,'0'0'80'0,"0"0"-40"15,0 0-10-15,0 0 19 16,0 0 24-16,0 0-17 15,0 0-8-15,0-22-26 16,0 20-3-16,0 2 1 16,0 0-13-16,0 0 10 15,0 0-17-15,0 0 9 16,0 0-5-16,0 5 0 16,0 9-2-16,0 5 7 15,3 4 0-15,2-1 6 16,-1-1-8-16,4-5-5 0,0 0 5 15,1-7-2 1,-1-3 4-16,5-3 2 0,1-3-6 16,8 0 22-16,5-7-14 15,7-14 7-15,4-7-9 16,-3 2-8-16,0 2 0 16,-7 3 0-16,-4 5-3 15,-5 5 0-15,-7 2-3 16,0 3 3-16,2 1-22 15,1 1-19-15,2 1-21 16,7 2-10-16,-1 1-67 16,-2-4-162-16,-4-3-372 15</inkml:trace>
  <inkml:trace contextRef="#ctx0" brushRef="#br0" timeOffset="105184.1419">9548 13029 714 0,'0'0'132'16,"0"0"-105"-16,0 0 28 16,0 0-3-16,0 0 57 0,0 0-28 15,0-12-52 1,0 11 3-16,0 1-17 0,0 0-2 16,0 0-7-16,0 0-6 15,3 0 0-15,-2 0 0 16,2 10 0-16,2 4 15 15,1 4-3-15,-2 0-2 16,2 1-3-16,-1-1 3 16,-1-1 0-16,1-2-2 15,2-3-2-15,-3-4 0 16,1-1-2-16,1 0-3 16,-1-7 5-16,-1 2-2 15,5-2 2-15,4 0 4 16,7 0 11-16,5-13-3 15,6-3-8-15,2-3-1 0,3-1-6 16,-2 0 3-16,-2 0 3 16,-1 1-9-16,-4 2 2 15,0 0-2-15,2 1 0 16,3 1-16-16,2 1-10 16,4 0-9-16,0 0-36 15,2 1-12-15,-2 1-85 16,-4-2-143-16</inkml:trace>
  <inkml:trace contextRef="#ctx0" brushRef="#br0" timeOffset="106667.1692">9604 13861 426 0,'0'0'126'0,"0"0"-48"16,0 0-50-16,0 0-5 0,0 0 61 15,0 0-3-15,0-27-21 16,0 26-21-16,0 0 10 16,0-1 15-16,0 2-3 15,0 0-25-15,0 0-15 16,0 0-12-16,0 0-2 16,0 0-6-16,0 0-1 15,0 0 0-15,0 3 0 16,0 8 1-16,0 4-1 15,2 6 3-15,4 3 7 16,0 2-4-16,1 4 1 16,-2 2 9-16,-1 4-11 0,-1-2 1 15,-2 2 6 1,3-5-6-16,-1-3 0 0,0-3 1 16,0-6-2-16,4-4 0 15,-5-2-5-15,-1-4 2 16,-1-6 0-16,0 1-1 15,0-3 3-15,0 1-1 16,2-1-1-16,-2-1 7 16,0 2-1-16,1-2 5 15,3 0-5-15,4 0-4 16,8-6 4-16,6-7-4 16,2 0-2-16,5-2 0 15,-2 1-2-15,-2 1 0 16,-2 1 0-16,-5 1 2 15,1 2 1-15,-4-2-6 0,0 6 9 16,-3-4-5-16,1 1-1 16,1 0 0-16,2-3-7 15,4-1 0-15,2 0-10 16,5-4-30-16,5 0-23 16,4 0-35-16,2-5-85 15,-3-1-134-15</inkml:trace>
  <inkml:trace contextRef="#ctx0" brushRef="#br0" timeOffset="108167.007">10898 15135 344 0,'0'0'221'0,"0"0"-141"0,0 0-50 15,0 0 63 1,0 0 2-16,0 0-6 0,0 3-22 16,0-3-20-16,0 0-10 15,0 2-20-15,0-2-12 16,0 1-5-16,0 1-6 15,7 1 6-15,5 4 0 16,6-2 14-16,5 0-5 16,6 0 3-16,8-5 5 15,2 0-3-15,3 0-4 16,1 0-5-16,-1 0 1 16,0 0-4-16,3 0-2 15,1-2-3-15,0-1 3 16,-1 1 4-16,-4-1-4 15,-6-1 0-15,-4 1-2 0,-2-3 2 16,-6 2-1-16,-3-2 1 16,-4 0 2-16,-2 1-2 15,-3 1-2-15,0 1-9 16,-1 1-40-16,1-1-53 16,1 3-57-16,-3-5-155 15</inkml:trace>
  <inkml:trace contextRef="#ctx0" brushRef="#br0" timeOffset="133450.9615">9337 15626 176 0,'0'0'447'0,"0"0"-341"16,0 0-62-16,0 0 21 15,0 0 32-15,0 0-45 16,0 0 15-16,-15-35-38 0,15 32-5 16,2 1-4-1,7-1-5-15,3 2 4 0,6 1 1 16,6 0 1-16,6 0-6 15,4 0 2-15,2 0-4 16,0 1-5-16,-2 3-2 16,4-1-2-16,1-2-3 15,-1-1 2-15,1 0 0 16,-2 0-2-16,-2 0 1 16,1-1-2-16,-1-3-29 15,-7 1-15-15,-1 2-57 16,-8-2-58-16,-8 3-15 0,-7 0-83 15,-4 0-107 1</inkml:trace>
  <inkml:trace contextRef="#ctx0" brushRef="#br0" timeOffset="133639.5998">9706 15688 415 0,'0'0'110'15,"0"0"0"-15,0 0-36 16,0 0 0-16,0 0 23 15,0 0 8-15,-28 14-28 16,38-14-18-16,13-4-24 16,12-7-8-16,5-2-19 15,2 2-8-15,3 2-23 0,-2-3-121 16,-5-5-273 0</inkml:trace>
  <inkml:trace contextRef="#ctx0" brushRef="#br0" timeOffset="138834.4639">3121 15594 261 0,'0'0'54'0,"0"0"18"16,0 0-11-16,0 0 3 15,0 0-25-15,0 0 28 0,0 0 8 16,0 0-27-16,-42-60 31 16,42 60-52-16,0-1 28 15,-2 1-15-15,2 0-29 16,0 0-11-16,0 0 0 16,0 6 0-16,0 8 0 15,5 4 18-15,-1 2 20 16,-2-2-13-16,-2-1-4 15,3-1-2-15,0-2-9 16,1-4 3-16,1-3 6 16,2-2-10-16,-1-3-6 15,5-1-2-15,2-1-1 0,9 0-2 16,1 0 2-16,8-8 0 16,3-2-16-1,-1 1-94-15,-5 5-38 0,-6 3-123 16,-8 1-231-16</inkml:trace>
  <inkml:trace contextRef="#ctx0" brushRef="#br0" timeOffset="147346.1306">9033 16624 520 0,'0'0'97'16,"0"0"-33"-16,0 0-35 0,0 0 39 15,0 0 13-15,0 0-23 16,0 0 16-16,-19-9-45 16,19 9-14-16,0 0-9 15,0 0-6-15,12 0-10 16,11-3 10-16,9-1 10 16,5 0-3-16,7-2-5 15,3 1 0-15,-2 0-2 16,1 0-4-16,-7 3-35 15,-5 0-12-15,-7 2-61 16,-6 0-5-16,-10 0-83 16,-10 0-78-16</inkml:trace>
  <inkml:trace contextRef="#ctx0" brushRef="#br0" timeOffset="147556.5703">9088 16712 501 0,'0'0'88'0,"0"0"-66"16,0 0-20-16,0 0 124 16,0 0-29-16,0 0-32 15,81 1-27-15,-45-1-14 16,3-3-17-16,-2-1-2 16,7 2-5-16,-5-3-7 15,4 5-75-15,1-3-73 16,-8-3-276-16</inkml:trace>
  <inkml:trace contextRef="#ctx0" brushRef="#br0" timeOffset="161366.3634">8805 17169 254 0,'0'0'33'16,"0"0"71"-16,0 0-71 16,0 0 25-16,0 0 34 0,0 0-4 15,0 0-18-15,0 0-19 16,0-53-5-16,0 49 14 15,0 0-18-15,0 2 4 16,0 2-4-16,-3 0-19 16,3 0 6-16,0 0-2 15,0 0-23-15,0 0-4 16,0 0-3-16,0 17 3 16,0 2 6-16,3 2 7 15,1 3-3-15,1 1-9 16,-1-2 15-16,3 0-10 15,-3-4 5-15,1-3-2 0,2-5 8 16,0-2-12 0,0-3 6-16,2-6 4 0,7 0 4 15,3 0 1-15,7-6 0 16,9-14 8-16,8-5-21 16,3-5 9-16,-1 2-7 15,-3-1-6-15,-3 5 5 16,-5 2-2-16,-2 3-5 15,-1 6-1-15,-1 0-10 16,0 7 4-16,-1 3-28 16,1 3-69-16,0 0-80 15,-3 0-138-15</inkml:trace>
  <inkml:trace contextRef="#ctx0" brushRef="#br0" timeOffset="173501.3223">13178 17609 501 0,'0'0'126'16,"0"0"-71"-16,0 0-4 16,0 0 44-16,0 0-10 15,0 0-31-15,0 0-23 16,0 0-14-16,0 7-3 15,6 0 8-15,8 4 16 16,5 3-18-16,2 6 3 16,3 6 8-16,1 3-14 0,-1 5-5 15,-3 8-2 1,-8 3-1-16,-6 5 1 0,-7 1-1 16,0 4-5-16,-8-3 0 15,-11-3 2-15,-1 1-6 16,-3-5 8-16,-1-5-8 15,1-2 0-15,0-7-45 16,1-13-41-16,-1-14-98 16,0-7-197-16</inkml:trace>
  <inkml:trace contextRef="#ctx0" brushRef="#br0" timeOffset="173808.5038">13281 17793 520 0,'0'0'76'16,"0"0"3"-16,41 79 7 15,-30-46-39-15,-5 4 19 0,-6 2-7 16,0 3-33 0,-3-1-16-16,-11-4-10 0,0-1-5 15,-2-4-52-15,5-5-70 16,1-11-165-16</inkml:trace>
  <inkml:trace contextRef="#ctx0" brushRef="#br0" timeOffset="174243.3381">13557 17740 708 0,'0'0'79'0,"0"0"-66"16,0 0 13-16,0 0 48 15,0 0 16-15,32 79-29 16,-32-46-12-16,0 3-23 15,-3 5-3-15,-20 4-21 16,-8-1 7-16,-8 3-9 16,-4 0-32-16,-5-3-153 15,2-7-222-15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2:26:13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2211 5745 440 0,'0'0'141'16,"0"0"-106"-16,0 0 0 15,0 0 18-15,0 0-27 16,0 0 17-16,0 0 21 16,-14-15-18-16,14 14-11 0,0-1-17 15,-1 2-4-15,1-1 4 16,-2 1-4-16,1 0 2 15,1 0 6-15,0 0-1 16,-4 0-4-16,1 0 3 16,-5 0-11-16,-4 0-7 15,0 0 3-15,0 0-1 16,-3 0-1-16,0 0-2 16,0 3 2-16,-4 1 5 15,-1-2-8-15,1 1 0 16,-5 0 10-16,-1 1 4 15,-3 0-1-15,-2 0-5 0,0 1-2 16,-1 3-1 0,-2 0-1-16,0 3 3 0,2 0 1 15,-4 4-7-15,3-1 2 16,-1 2-4-16,0 2 2 16,-2 1-1-16,5 1 0 15,-2 2 0-15,1-1 1 16,-2-1 4-16,2 3-5 15,-4 2-2-15,-3 2 0 16,0-1 2-16,-5 4 0 16,6-2 1-16,2 0-1 15,7-2 0-15,4 0-4 16,5-1 2-16,4 1 1 16,0 1 1-16,3-1 0 15,0 3 0-15,-3 1 0 0,2 1 0 16,-3 0-1-16,5 1 1 15,-2-1 0-15,2 1 0 16,2-3-4-16,0 4 1 16,2 0 6-16,1 2-3 15,-2 1 0-15,2 1-1 16,2 0-3-16,1 0 4 16,3 0 2-16,0 1-2 15,0 1-3-15,0 6 3 16,0 1 1-16,0 2-1 15,0-2-1-15,3 1-1 16,4-2 2-16,-1 0 0 0,-1 4 6 16,-2 0-9-16,-2 6 3 15,-1 5 0-15,0 4 7 16,-1 1 15-16,-7-4-15 16,4-2 1-16,4-5 0 15,0 0-7-15,0-1 3 16,7-2 2-16,4 2-6 15,2 2 4-15,5 1-3 16,0 9 3-16,1 3 0 16,2 2 1-16,0 1-4 15,3-4 3-15,-3 3 0 16,6-1-4-16,-2 0 3 0,2 1-2 16,0 0-1-1,-2-2 2-15,0 2 3 16,-4-1 0-16,3 0-4 0,-2-3 2 15,2 4-3-15,-1 2 1 16,4 3-1-16,-2 0 0 16,0 0-2-16,-1-4 7 15,-1 3-6-15,-4 1 2 16,2 2-2-16,-6-1 2 16,-2-1-2-16,-2-3 2 15,-2-1-2-15,1-1 2 16,-3-2 2-16,1 2-3 15,-5 0 0-15,0 3-2 16,-3 3 2-16,0 0 1 16,0-4-1-16,-15 0 1 0,-4-1-1 15,-6-2 1-15,2 1 7 16,-4-9-7-16,-3-2-1 16,0-3 0-16,-4-5 0 15,-3 1 0-15,-2-2 1 16,-6-3-1-16,-1-1 3 15,1-2-2-15,-1-2-2 16,6 1 1-16,1-1 0 16,5 1-2-16,1-7 2 15,9-7 0-15,0-3 4 0,3-6-3 16,2-3 0 0,7-5 1-16,1-4-2 0,3-4-2 15,3-1 2-15,4-3 1 16,1 0-1-16,-2 0 0 15,2 0-3-15,0 0-5 16,0 0-7-16,0 0-7 16,3 0 6-16,15 0 8 15,4-3 8-15,9-4 5 16,5-1 0-16,3 0-5 16,3 5 0-16,1 0 0 15,1 3 1-15,-3 3 0 16,-5 16 5-16,-2 6-6 15,-4 3-9-15,-4 4 9 16,4 1 4-16,-4 4-3 0,-2 4 1 16,-4 4-2-16,0 3 0 15,-5 4 1-15,-3 1-1 16,-1 1 0-16,-4 4-1 16,-2-4 4-16,0 4-6 15,-3-2 7-15,-1 0-8 16,-1-2 8-16,0 0-4 15,0 1 5-15,-8 8-5 16,-4-1 0-16,-2 4-4 16,-1-1 4-16,-4-7 3 15,-4 5-1-15,-2 0-2 16,-7-1 1-16,0 0-1 16,-4-2 0-16,1-7 3 15,0 0-1-15,4-5 3 0,6 1-5 16,-3-1-5-16,8 3 4 15,-3 0 2-15,0 1-2 16,3 3 7-16,-3 0-6 16,0 11 0-16,5-3 0 15,-6 4 1-15,3-1 1 16,2-2-2-16,-1 0-2 16,0 6 2-16,3 2 0 15,-2 3 0-15,1-1 0 16,6 2 0-16,0 2 0 15,0 2-1-15,3-3 2 0,6 1-2 16,3 1 1 0,0 3-1-16,0 2 0 0,9 4 1 15,7-2 2-15,1 0-2 16,11-2 0-16,4 2 1 16,5-2 0-16,15 0 0 15,9 2-1-15,8-5-4 16,14 0 3-16,5-2 1 15,5 0-2-15,5-2 1 16,5-5 0-16,6-7 0 16,9-13-6-16,12-9 7 15,13-15 2-15,20-14-2 16,26-14-6-16,26-17-98 16,15-42-242-16</inkml:trace>
  <inkml:trace contextRef="#ctx0" brushRef="#br0" timeOffset="23750.4255">20747 4134 333 0,'0'0'202'16,"0"0"-126"-16,0 0-37 16,0 0 11-16,0 0-16 15,0 0-8-15,0 0 1 16,0 0 2-16,0 0 2 16,0 0-14-16,0 0-17 0,1 0-14 15,1 0 3 1,2 0-40-16,11 0 5 0,6 4 46 15,12 9 5-15,5 4 5 16,3 0-3-16,5 5-7 16,-2 0 0-16,0 2 9 15,-2 3-5-15,-7 1-3 16,-2 2 2-16,-3 5-1 16,-1 1-1-16,-1 5 2 15,6 4 21-15,5 5-22 16,7 9 20-16,6 5-22 15,4 3 19-15,2 2-19 0,0-2 10 16,-3 4-6-16,-1 0 0 16,2 4-2-16,-2 0-1 15,2-1 6-15,-6 0-7 16,-5 1 1-16,-5 4 8 16,-6 1-4-16,-4 9-1 15,-3 9 12-15,-2 2-13 16,-2 4 2-16,-2 2 0 15,0-5-4-15,-1 2 5 16,5-3 7-16,3-4-13 16,2-2 11-16,4 1 1 15,2 3-2-15,1 5 2 16,-1 6-2-16,-2 3-8 16,2-2 5-16,-1-1-7 15,-1-1 0-15,3-1 0 0,-5-2 3 16,0-2-3-16,1-1 4 15,-5 7-4-15,2 7 7 16,4 1-5-16,-3 4-1 16,5-3 3-16,0-1-1 15,0-2 1-15,1-1-4 16,-4-2 0-16,-2 4 1 16,-4 8 0-16,-6 4-1 15,-6 4 2-15,-7 1 7 16,-8-9-8-16,0-1 0 15,0-3-1-15,0-3-6 16,-2 2 6-16,-7 7 2 0,-4 2-2 16,-1 2 4-16,-2 3 0 15,1-9-3-15,3-3 1 16,2 0-2-16,0-3-8 16,-1 1 8-16,2 7 1 15,0 6 6-15,3-2-7 16,0 4-4-16,3-9 4 15,3-5 4-15,0-4-4 16,0-6-2-16,0-2 2 16,7 1-1-16,2 5 1 15,0 0 0-15,-1-1-2 16,0 1 1-16,0-7 1 16,-1-1 0-16,3-4 4 0,0-1-4 15,-1-2 0 1,1 1 2-16,2 4-5 0,-1 4 4 15,0-1-2-15,1-2 2 16,1-3-2-16,0-4 0 16,0-2 1-16,1-4 2 15,-2-1-2-15,-2 0 2 16,0-2-2-16,-1 6 0 16,-4 4 0-16,1 1 0 15,0 1 0-15,-2-6-2 16,2-2 2-16,-1-2 0 15,4-2 2-15,1-2-2 16,-1-5 0-16,3 1 0 16,3-3 2-16,0 2-1 0,3 2-1 15,1 4 3 1,-1 3-1-16,3 4-1 0,-4-4-1 16,-3-2 2-16,-3-1 2 15,-4-3 1-15,-3 0-2 16,3-3-2-16,-3-5-1 15,5 1 0-15,0-2 1 16,3-5 4-16,0 4-4 16,4-3 0-16,3 1 0 15,0-6 0-15,1-1 2 16,3-6-2-16,-5 1 2 16,0 0-1-16,-5 1 2 15,-1-1 4-15,-5 0 3 0,-2-2-11 16,1-3 4-16,-1-3 7 15,0 1-11-15,-1-2-1 16,-2-1 1-16,0-1 4 16,-2 1-4-16,0 2 1 15,0 6 0-15,-2 2 4 16,-11 7-3-16,-7 0 3 16,-2-1-5-16,-6-3-2 15,-2-5 2-15,-3-3 9 16,-4-6-9-16,-8-7 3 15,-3-4-2-15,-9-3 1 16,-4-5-2-16,-10-2 1 16,-2-3 4-16,-6-3-5 0,-3 1 0 15,-9 0-1-15,-12 1-82 16,-6-9-55-16,-12-16-163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2:38:32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9716 13925 521 0,'0'0'72'0,"0"0"-72"0,0 0-5 16,0 0 5-16,0 0 0 15,0 0 0-15,0 0 0 16,18 21 2-16,-12-19-2 16,2 1-4-16,-2-3-5 15,-2 0-60-15,-2 0-322 16</inkml:trace>
  <inkml:trace contextRef="#ctx0" brushRef="#br0" timeOffset="10550.944">8052 9247 545 0,'0'0'163'16,"0"0"-113"-16,0 0 18 15,0 0 5-15,0 0 23 16,0 0-3-16,-15-15-41 15,15 13-12-15,-3 2-20 16,3 0 2-16,0 0-17 16,0 0-3-16,0 0-2 15,0 0 0-15,0 0-3 16,0 0-1-16,0 0 1 16,15 0 3-16,3 2 0 0,7 4 6 15,0 0-6 1,2-1 1-16,1-2 0 0,1 2-1 15,-1-2 2-15,3 0-1 16,2-2-1-16,5 1 3 16,1 0-3-16,5-1 0 15,4 1 0-15,1-2 0 16,-1 0-1-16,0 0 8 16,-2 0-7-16,-1 2 1 15,-2 0-1-15,3 1 0 16,-1 0-4-16,3 1 7 15,2-3-5-15,-3 1 4 16,-1-2-2-16,-1 0 0 16,2 0-4-16,1 0 4 15,7 0 2-15,3-2-1 0,3-1-1 16,1 2-1-16,0 1 1 16,0 0 1-16,-4 0-1 15,-1 0 0-15,-3 0 2 16,0 0-2-16,-4 4 1 15,0 3-2-15,-2-3-1 16,3 1 2-16,1 0-1 16,6-2 6-16,0 0-8 15,5 1 8-15,-2 1-6 16,-5-1 1-16,-1 0 0 16,1 0-3-16,1 1 3 15,1-3 0-15,2 0-1 0,-2 1 3 16,0-2-2-16,-2 1 0 15,-2-1 0-15,2 0-1 16,-4-1-4-16,3 0 5 16,-2 2 6-16,-1-2-6 15,2 0-3-15,-3 0 3 16,-5 0 2-16,1 0-2 16,-6 0 0-16,0 0 0 15,-1 0 1-15,0 0-1 16,-1 0 4-16,1-2-4 15,2-2 0-15,-1 1-3 16,5-2 5-16,0 2-4 0,2-3 4 16,2 0-2-1,0 1 0-15,0 3 0 16,-1 1 0-16,-4 1 0 0,1 0 2 16,-4 0-1-16,0 0-1 15,1 0 0-15,-3 0 0 16,1 0 3-16,0 3-3 15,0 0 2-15,-1-1-1 16,-1-2-1-16,0 0 3 16,-3 0-3-16,2 0 1 15,7 0-1-15,8 0 2 16,15 0 1-16,12-10 48 16,5 3-22-16,3-3-27 0,-3 3 2 15,-4 0-3 1,-3 2-1-16,-3 0 1 0,-4 3-2 15,-3 2 3-15,-1 0-9 16,-6 0 15-16,-4 0-6 16,-5 0-2-16,-7 0-3 15,-8 2 3-15,-6 3 0 16,-4-1 0-16,-1 2 0 16,-3-1 0-16,1-2-1 15,1 1 1-15,0-2 2 16,0 1-1-16,1-1-1 15,3-2 0-15,4 0 4 16,-2 3-4-16,-5-3 0 16,-1 0-5-16,-4 0 7 0,-3 0-4 15,-5 1 4-15,-3-1-1 16,-3 0-1-16,-1 0-1 16,-4 0 0-16,0 0-3 15,0 0 1-15,-1 0 3 16,1 0-2-16,1 0 2 15,1 2-33-15,1-1-21 16,2 4-41-16,-5 0-137 16,-2-2-233-16</inkml:trace>
  <inkml:trace contextRef="#ctx0" brushRef="#br0" timeOffset="54897.3701">6610 10444 347 0,'0'0'57'0,"0"0"104"16,0 0-78-16,0 0 7 16,0 0 0-16,0 0-15 0,0 0-41 15,0 0 8-15,-57-50 11 16,54 45 33-16,3 5-60 15,-2-3-3-15,2 3-10 16,0 0 4-16,0 0-15 16,0 0-2-16,0 0-2 15,26 0 2-15,16 0 1 16,23 0 4-16,10 0-4 16,5 0 1-16,5 0 0 15,-1 0-2-15,-4 0 1 16,-2 0 1-16,-2 0-2 15,-6-2 1-15,-6-1-4 16,-9 0 6-16,-7-1-5 0,-11 2 6 16,-8-3-2-16,-9 4-2 15,-9-2 0-15,-6 1 1 16,-3 1-1-16,0-1 2 16,-2-1-2-16,3 0 0 15,1-6-7-15,5-6-35 16,2 1-119-16,2-3-21 15,-2-3-224-15</inkml:trace>
  <inkml:trace contextRef="#ctx0" brushRef="#br0" timeOffset="76829.7994">788 12429 82 0,'0'0'600'0,"0"0"-522"15,0 0-12-15,0 0-3 16,0 0 2-16,0 0 29 15,0 0-22-15,0 0-27 16,-15-21-41-16,15 19-1 16,3 2-3-16,13 0 0 15,5 0 1-15,8 0 6 16,2 0-6-16,3 0 1 16,5 0-2-16,-2 0 0 15,-1 0 1-15,-1 0-1 16,2 0 0-16,-6 0 1 0,-4 0-4 15,-1 0 2-15,-6-5-3 16,-5 1-114-16,-5 4-75 16,-8 0-129-16</inkml:trace>
  <inkml:trace contextRef="#ctx0" brushRef="#br0" timeOffset="77068.3591">867 12772 374 0,'0'0'274'0,"0"0"-247"0,0 0-27 15,0 0 0-15,0 0 63 16,0 0 42-16,40 0 2 16,-8 0-61-16,3-1-9 15,1-5-10-15,3 0-14 16,-5 0-3-16,-1 1-5 15,0 0-5-15,-5 0 0 16,-4-2 0-16,-2-3 0 16,-8-2-38-16,-1-12-111 15,-10-4-146-15</inkml:trace>
  <inkml:trace contextRef="#ctx0" brushRef="#br0" timeOffset="77514.1659">1019 12143 372 0,'0'0'196'15,"0"0"-191"-15,0 0-5 16,0 0 0-16,0 0 9 15,0 0 34-15,0 0 57 16,51 37-68-16,-23-26 27 0,8 2-35 16,4-1 10-16,9 2-14 15,3 7-8-15,2 4-2 16,-7 4-6-16,-3 7 0 16,-11 3 0-16,-6 4 5 15,-5 1-5-15,-10 4-2 16,-10 5 13-16,-2 5 6 15,-12 4 32-15,-21 2 6 16,-13-3-3-16,-7-5-27 16,-5-3-20-16,2-6 8 15,7-4-13-15,7-7 2 16,9-6-6-16,6-4-1 0,6-7 0 16,6 0-11-1,2-4-160-15,-2-3-36 0,-4-5-434 16</inkml:trace>
  <inkml:trace contextRef="#ctx0" brushRef="#br0" timeOffset="87281.5971">8559 13104 120 0,'0'0'275'16,"0"0"-221"-16,0 0-9 16,0 0-5-16,0 0 40 15,0 0 16-15,-6 4-38 16,6-3-23-16,0-1-18 15,0 1 2-15,0 2-11 16,5 0-1-16,14-1 39 16,6 1 14-16,7-3-18 15,11 0-9-15,6 0 0 16,15 0-5-16,6 0-6 16,9-3-4-16,6-2 3 15,5-2-16-15,10-1-4 0,7-1 2 16,8-1 0-1,6 3 1-15,3-3 0 0,-5 2 12 16,-1 0-13-16,0 5 4 16,-4-3-5-16,3 2 10 15,2-3-10-15,-2 0 0 16,4-3 1-16,3 3-2 16,-1 0-1-16,-3-1 3 15,-6 4-3-15,-5-6 9 16,-1 3-7-16,-5 2-2 15,-3-2 6-15,0 0-3 16,0-1 3-16,-3 0-4 0,-2 2 1 16,-8 1 4-1,-5 2-1-15,-7 3-3 0,-5 0 0 16,-8 0-3-16,-7 5 1 16,-8 4-1-16,-6-1 0 15,-4 3 4-15,-3-5-4 16,-1 2 0-16,0-1 2 15,-8-3-1-15,-1 1 0 16,-3-2 2-16,-6-3 0 16,-6 0 5-16,-6 0-2 15,0 0 5-15,-3 0-4 16,1 0-3-16,-1 0 2 16,0 0 2-16,0 0-1 0,0 0-5 15,0 0-2 1,0 0 0-16,0 0-26 15,0 0-36-15,-4 0-87 0,-14 0-169 16</inkml:trace>
  <inkml:trace contextRef="#ctx0" brushRef="#br0" timeOffset="96563.7472">3356 12913 721 0,'0'0'46'0,"0"0"-1"15,0 0-14-15,0 0 20 16,0 0 28-16,0 0 12 16,0 0-16-16,-15 0-44 15,15 0-16-15,0 0-9 16,0 0-2-16,0 0-2 16,2 0-2-16,16 0 0 15,10 0 8-15,11 0 9 16,7 0-12-16,8 0 11 15,3 0-15-15,5 0 12 16,2 0-12-16,8 4 0 16,0 1-1-16,8 3 6 15,-4-2-6-15,5-1-1 16,2-2 1-16,1-3 0 16,-2 0 0-16,-2 0 0 0,-8 0-6 15,-8 0 8-15,-10 0-2 16,-8 0 6-16,-7 0-6 15,-9 0-4-15,-7 0 4 16,-6 0 8-16,-2 0-8 16,-7 0 1-16,-1 0-1 15,-3 0 2-15,2 0-2 16,-4 0 0-16,-1 0 2 16,1 0-2-16,-2 0 0 15,0 0 0-15,0 0 0 16,1 0-1-16,1-2 0 15,2 1 1-15,4-1-1 0,2 0-4 16,2 2-48-16,0 0-128 16,0-4-89-16</inkml:trace>
  <inkml:trace contextRef="#ctx0" brushRef="#br0" timeOffset="107667.998">3620 14225 731 0,'0'0'99'16,"0"0"-66"-16,0 0 10 16,0 0 22-16,0 0 31 0,0 0-40 15,0 0-6-15,-16 0-30 16,16 0-10-16,0 1-10 15,0 2-6-15,0 4-6 16,22 0 9-16,10 3 3 16,13-1 12-16,16-5-9 15,13-2 7-15,8-2 8 16,9 0 10-16,6 0-16 16,0-6 0-16,-3 2-12 15,-6 1-10-15,-7 3 10 16,-11 0 6-16,-3 0-5 15,-6 5 0-15,-3 3 1 0,-6-4 0 16,-7 3 1-16,-6-3-3 16,-12 0 3-16,-3 0-2 15,-5-1-1-15,-4 0 0 16,-3-1 0-16,-6-1 0 16,-3-1-1-16,-2 0 3 15,-1 0-5-15,0 0 3 16,0 0-7-16,0 0-35 15,0 0-5-15,3 1-79 16,3-1-98-16,0 0-154 16</inkml:trace>
  <inkml:trace contextRef="#ctx0" brushRef="#br0" timeOffset="139534.5431">3504 14212 662 0,'0'0'59'15,"0"0"-50"-15,0 0 10 16,0 0 69-16,0 0 0 16,0 0-12-16,0 0-31 15,-13 0-24-15,13 0-2 16,0 2 4-16,0-2 13 0,0 0-4 16,0 1-19-16,0 2 5 15,5 1-15-15,6-1 17 16,0 1-13-16,2-1 9 15,2 0-9-15,3 0-1 16,7-2 12-16,1 1-1 16,6-2-2-16,4 0-11 15,3 0 9-15,8 0 4 16,6 0-16-16,2 0 8 16,8-3-9-16,-1 0 0 15,1 0 0-15,5 0 4 16,-5 0-1-16,0 3-3 15,-4-1 1-15,-6 1-1 0,-1 0 1 16,-5-1-1-16,-2 1 0 16,-2-2-4-16,-1-1 6 15,2 0-2-15,1-1 8 16,1 1-8-16,-2-1 0 16,-2 1 1-16,-3 1 1 15,-2 0-2-15,0 2 3 16,1 0 6-16,-4 0-6 15,2 0-3-15,-2 0 2 16,0 0-2-16,4-3 8 16,-2 1-4-16,4-3-4 15,-3 1 4-15,5-1 0 16,-5-1 0-16,3-1-3 0,1 1-1 16,-4 0 1-1,3-2 7-15,-4 1-8 0,-2 0 0 16,-2 2 8-16,-4 0-6 15,0 3 3-15,-1-3-3 16,-4 2-1-16,-1 1-1 16,5 0 0-16,-2 1 2 15,2 1-2-15,-1-2 1 16,-1 1-1-16,-3 1 0 16,0 0 2-16,0-1 0 15,0 1-2-15,-1-2-2 16,-4 1 2-16,0-1 4 0,-4 2-4 15,-3 0-4-15,0 0 2 16,0 0 4-16,-4-2 1 16,3 2-3-16,-4 0 0 15,2 0 0-15,0 0-1 16,-2 0 0-16,-2 0 2 16,-2 0-4-16,2 0 3 15,-3 0-17-15,2 0-16 16,0 0-19-16,2 2-35 15,-2 5-65-15,-2-3-99 16,0-4-271-16</inkml:trace>
  <inkml:trace contextRef="#ctx0" brushRef="#br0" timeOffset="145443.9904">7306 14185 219 0,'0'0'227'15,"0"0"-208"-15,0 0-15 16,0 0 66-16,0 0 69 15,0 0-31-15,0 0-56 0,0 0-16 16,-4 8 10-16,4-8-4 16,0 0 8-16,0 0-19 15,0 2-12-15,0-2 2 16,0 3-13-16,1-1 8 16,10-1 15-16,3 0-2 15,6-1-13-15,1 2 3 16,9-1 1-16,4-1 6 15,6 0-16-15,3 0 0 16,6 0-1-16,4 2-2 16,-4 0-4-16,2 1 1 15,-11-1-4-15,-3 0-4 16,-2 1 1-16,-1 2 6 16,-3-4 2-16,3 3-5 15,-1-4 0-15,-1 3 1 0,-6-1 0 16,-3-1-1-16,-1-1 1 15,-1 0-1-15,0 0 0 16,-6 0 0-16,5 0-1 16,-3-1 1-16,-2-2 8 15,2-2-5-15,-5 3 5 16,-1 0-6-16,-1 1-1 16,-2-1 2-16,0 2-2 15,-1-1-1-15,-2-1 0 16,3 1 0-16,-5 1 0 0,-1 0 0 15,1 0 0 1,-1 0 0-16,-1-1-7 0,-1 1-17 16,0 0-55-16,0 0-105 15,-6-2-231-15</inkml:trace>
  <inkml:trace contextRef="#ctx0" brushRef="#br0" timeOffset="147086.1641">9532 14122 548 0,'0'0'77'0,"0"0"-35"0,0 0 37 16,0 0 25-16,0 0-8 16,0 0-29-16,0 0-36 15,4-2-9-15,8-1-7 16,8-1 32-16,3 1-14 15,4 1-16-15,1 2 1 16,4 0-10-16,-2 0-5 16,4 0 2-16,-1 0 2 15,1 4 3-15,0 2-1 16,0-1 1-16,-2 1 4 16,2-1-6-16,1-2-3 15,-1 0 5-15,2 0 1 16,2 0-5-16,-2 0-5 0,1-1 3 15,-6-2 2-15,-1 3-6 16,-6-3-1-16,-3 0-2 16,-4 0 3-16,-1 2 1 15,1-1 1-15,2-1-2 16,2 0 9-16,0 0-7 16,4 0-2-16,2 0 2 15,-4 0-4-15,-1-3 1 16,-1-2 1-16,-4-1 8 15,0 0-8-15,-3 3-3 16,-1-2 3-16,-4 2-10 16,1 2-22-16,-4 1-20 15,0 0-80-15,-1 0-33 16,-5 0 9-16,0 0-431 0</inkml:trace>
  <inkml:trace contextRef="#ctx0" brushRef="#br0" timeOffset="185580.9742">8944 15663 475 0,'0'0'37'0,"0"0"-23"15,0 0-12-15,0 0 32 16,0 0 42-16,0 0 9 16,0 0-37-16,39-5-34 15,-23 1 15-15,0 0-13 16,4 2-16-16,1 2 10 0,2 0-5 15,0 0 1 1,-1 0-4-16,2 0-2 0,0 0-6 16,-1 0 5-16,5 0-58 15,-1 0-122 1,-2 0-211-16</inkml:trace>
  <inkml:trace contextRef="#ctx0" brushRef="#br0" timeOffset="186631.6056">12413 15465 499 0,'0'0'42'0,"0"0"-42"0,0 0 0 16,0 0 0-16,0 0 1 15,0 0 33-15,0 0 15 16,24 18 20-16,-8-14-41 15,4 0 3-15,5 0-6 16,4 1-12-16,3-3 5 16,6 0-2-16,5 1-7 15,0-3 0-15,9 0 0 16,-1 0-1-16,-2 0 0 16,5 0-2-16,-5-5 0 0,-4 3 2 15,0 0-7-15,-8 1 1 16,-7 1 1-16,-5 0-3 15,-8 0 0-15,-3 0 0 16,-3 0 0-16,-6 0 0 16,-2 0-4-16,-2 0 4 15,-1 0-2-15,0 0-2 16,0 0 3-16,0 0 0 16,-1 0-13-16,-7 1-24 15,-3 1-25-15,0-1-107 16,-3-1-114-16</inkml:trace>
  <inkml:trace contextRef="#ctx0" brushRef="#br0" timeOffset="188098.6373">3589 15523 376 0,'0'0'8'0,"0"0"30"16,0 0 2-16,0 0-9 15,0 0 24-15,0 0-10 16,-15-10-25-16,34 10-12 16,13 0 38-16,13-1-2 15,19-2-13-15,22-5 7 16,12-3-1-16,4-2-19 0,-3 0-17 15,-8 2 6-15,-11 2-5 16,-8 1-2-16,-13 1-1 16,-12 2 1-16,-10-2-31 15,-12 5-34-15,-10 0-42 16,-12 2-27-16,-3 0-85 16</inkml:trace>
  <inkml:trace contextRef="#ctx0" brushRef="#br0" timeOffset="188299.2855">3626 15700 568 0,'0'0'31'0,"0"0"-31"16,0 0 0-16,81 0 3 15,-16-9 31-15,18-6 26 16,15-2-25-16,14-2-25 15,12-1-10-15,5 1-24 16,-3-3-149-16,-17-3-371 16</inkml:trace>
  <inkml:trace contextRef="#ctx0" brushRef="#br0" timeOffset="253886.7159">3112 12894 492 0,'0'0'26'0,"0"0"36"16,0 0-14-16,0 0 33 16,0 0 6-16,0 0-53 0,0 0 35 15,-39-72-10-15,37 68-20 16,1 4 44-16,-1 0-27 16,0 0-20-16,0 0-5 15,2 0-22-15,0 0 5 16,0 0-10-16,0 0-1 15,0 0-3-15,0 0-4 16,0 9-1-16,4 3 5 16,5 4 2-16,2-2 3 15,4 0-2-15,3 0-2 16,1 0 15-16,4 0-4 16,-1-2-4-16,5 1 3 15,0 0-2-15,1-3-2 16,3 0-1-16,2-1-6 15,-1-1 10-15,7-2-9 0,-4 0 6 16,1-1-3 0,1 0-3-16,-1-1 5 0,0 1-4 15,1 0 3-15,-1 0 1 16,-2 0-5-16,0-1-1 16,1 0 8-16,-1-1-8 15,-1-1 3-15,5-2-3 16,-2 0 1-16,0 0-2 15,0 0 2-15,-2 0 1 16,3-4-1-16,-2 0-1 0,-1 1 0 16,1 1 0-1,2-1-2-15,-1 1 3 0,1 1-1 16,-3-2 2-16,-1-1-1 16,0 0 0-16,-2-3-1 15,-3-1 1 1,2 0-1-16,-2-1 2 0,-1 1-1 15,0-1 5-15,-4 1 0 16,-1 2-5-16,-4 4-1 16,-5 1 0-16,-5 1 0 15,2-2 1-15,-4 2 1 16,0-2-2-16,-3 1-1 16,-1 1 0-16,2-4-18 15,0 3-30-15,2-2-40 16,-1-5-96-16,-4-4-283 15</inkml:trace>
  <inkml:trace contextRef="#ctx0" brushRef="#br0" timeOffset="255269.2515">21066 9303 402 0,'0'0'81'16,"0"0"-69"-16,0 0 4 15,0 0 65-15,0 0-30 0,80-73 39 16,-66 61-13-16,-5 0-16 15,-3 2 34-15,-2 3 13 16,-2 3-25-16,-2 3-7 16,0-1-20-16,0 2-13 15,0 0-9-15,0 0-4 16,0 0-12-16,-12 0-8 16,-11 6-10-16,-10 13 6 15,-8 6-3-15,-4 6-2 16,5 3 1-16,4 3 3 15,5-2 2-15,3 2-3 16,10-3-2-16,4-2 2 16,8-1-3-16,6-6-1 0,3-4 0 15,18-3 0 1,12-4 0-16,7-7 4 0,5-5-4 16,1-2 5-16,-3 0-5 15,-7-9-1-15,-7-8 0 16,-9-5-2-16,-8-2 3 15,-7-5-1-15,-5-4-6 16,0-3-1-16,-14-1 7 16,-6 4-1-16,-7 2-2 15,1 8-3-15,-1 8 1 16,0 7 6-16,2 8-5 16,0 0 4-16,1 8-1 0,3 16-11 15,2 4-35 1,9 7-31-16,6 5-95 0,4-4-147 15</inkml:trace>
  <inkml:trace contextRef="#ctx0" brushRef="#br0" timeOffset="255694.2004">20990 9673 737 0,'0'0'100'0,"0"0"-73"16,0 0 83-16,0 0 9 15,0 0-17-15,0 0-25 16,-41-10-21-16,31 10-24 15,-5 10-14-15,-13 13-4 16,-10 7-2-16,-12 7 11 16,-5 6-1-16,-7 5-10 15,-3 5 4-15,-4 2-7 16,-2 4-8-16,2 1 10 0,2-4-5 16,6-3-5-1,4-6 4-15,8-6-2 0,13-5-1 16,8-7-4-16,11-6-2 15,7-8 4-15,7-5-13 16,3-5-21-16,0-1-57 16,0-1-53-16,0-1-122 15,9-2-161-15</inkml:trace>
  <inkml:trace contextRef="#ctx0" brushRef="#br0" timeOffset="256048.7768">20088 10417 942 0,'0'0'76'16,"0"0"-7"-16,0 0 44 0,-96 16-31 15,71-2-13-15,1 6-41 16,6 3 1-16,3 2-17 16,6 3-9-16,6 1-3 15,3-1 1-15,0-2-3 16,19-1-2-16,7-8 1 15,5-8-2-15,8-9-2 16,3 0-6-16,-3-15-10 16,-4-10-19-16,-11-6 10 15,-12-3 11-15,-12-2 6 16,-5 2 12-16,-23 1-1 16,-9 8-6-16,0 11 10 15,2 7 1-15,4 7 9 16,7 0-1-16,8 9-6 0,8 3-3 15,8 1-15-15,11-1-65 16,27-7-85-16,18-5-89 16</inkml:trace>
  <inkml:trace contextRef="#ctx0" brushRef="#br0" timeOffset="256581.3461">21258 9668 784 0,'0'0'52'0,"0"0"-49"16,0 0 9-16,0 0 20 15,0 0 34-15,0 0-31 16,-15 56-27-16,20-42 9 16,10 3-7-16,4 5 43 15,4 7 6-15,7 4-10 16,4 6-15-16,6 5-2 16,3 4 8-16,6 2-23 15,-1 4 21-15,3 1-6 16,-2-1-23-16,-6 2-1 15,-2-1-1-15,-6-1-6 16,-8-2-2-16,-7-8 0 16,-6-10-10-16,-7-9-38 15,0-9-55-15,-2-16-154 0,-2 0-407 16</inkml:trace>
  <inkml:trace contextRef="#ctx0" brushRef="#br0" timeOffset="256947.601">21868 10502 1055 0,'0'0'74'16,"0"0"-37"-16,-85 10 56 16,53 7-26-16,0 7-14 0,4 8-24 15,7 4-11-15,6 5-7 16,7 1-9-16,5 0 1 15,3-3-3-15,11-7-1 16,14-6-3-16,5-8 3 16,3-10 0-16,1-8 0 15,1 0-11-15,-4-16-14 16,-1-13 8-16,-8-7-5 16,-11-5-6-16,-11-3 22 15,0 3-9-15,-24 5 11 16,-9 6-30-16,-6 9 4 15,-6 11 14-15,-1 8 8 16,0 2 1-16,4 2-65 16,5 11-74-16,5-2-86 15,6-6-418-15</inkml:trace>
  <inkml:trace contextRef="#ctx0" brushRef="#br0" timeOffset="257920.0794">20978 9380 575 0,'0'0'136'0,"0"0"-47"16,0 0-35-16,0 0 2 15,0 0 0-15,-88-3 9 16,58 3 8-16,-6 0-28 15,-1 5-23-15,-5 2 3 16,-7 4-12-16,-8 3 8 16,-5 0-18-16,-7 5 9 15,-4 3-9-15,-6 1 1 0,-6 3-2 16,-4 5 2-16,-1 1-4 16,5 4-2-16,1 1 2 15,7 3-5-15,2-2 6 16,1-1-1-16,7 0 1 15,2-4-1-15,3 0 1 16,4-3-1-16,4-4 0 16,6-1 6-16,3-1 13 15,5-4-13-15,7-3 0 16,5-5-3-16,4-1 0 16,9-5 4-16,5-1 5 15,4-3-11-15,4-2 4 0,2 0-5 16,-1 0-4-16,1 0-27 15,0 0-45-15,-2 1-97 16,-1-1-98-16,2 0-362 16</inkml:trace>
  <inkml:trace contextRef="#ctx0" brushRef="#br0" timeOffset="258252.4432">19167 10014 878 0,'0'0'79'15,"0"0"-69"-15,0 0-7 16,0 0 19-16,-97 29 52 16,67-8 9-16,3 8-36 0,5 5-22 15,6 7-10 1,8 3 3-16,8 2-16 0,0-3 6 16,14-6-8-16,10-9 0 15,6-13-10-15,3-10 9 16,2-5 0-16,-3-12-1 15,-2-15-28-15,-6-6-18 16,-9-4-24-16,-8-1 14 16,-7 1 24-16,-7 4 4 15,-18 7-1-15,-3 6 31 16,-8 7-2-16,6 10 0 16,-1 3-10-16,-1 5-10 15,7 15-6-15,7 5-64 16,11-3-137-16</inkml:trace>
  <inkml:trace contextRef="#ctx0" brushRef="#br0" timeOffset="259114.715">21222 9329 744 0,'0'0'68'0,"0"0"-68"16,0 0 0-16,0 0 40 16,0 0 11-16,83 53 26 15,-37-36-5-15,12 3 2 16,7 1-26-16,12 4-13 15,11 4-18-15,8 0-6 16,11 5-5-16,1 2-3 16,3 8 1-16,-2 1-6 15,-3 4 10-15,-1-1-6 16,-3-2-2-16,0-2 0 16,-3-2 4-16,-2-2-4 15,-9-5 0-15,-10-4 0 16,-5-5-3-16,-14-1 3 0,-11-4 1 15,-9-1-1-15,-13-6 0 16,-7 0-1-16,-6-5 2 16,-7-4-1-16,-1-2 1 15,-2-3-1-15,-2 0 0 16,1 0-49-16,4 0-67 16,2-10-69-16,1-5-291 15</inkml:trace>
  <inkml:trace contextRef="#ctx0" brushRef="#br0" timeOffset="259498.9554">23309 10064 924 0,'0'0'120'0,"0"0"-100"16,0 0 52 0,-115 0 24-16,74 3-25 0,-1 11-17 15,7 4-22-15,10 6-12 16,6 5-15-16,7 5-2 15,9 6-2-15,3 2 0 16,1 0 0-16,21-2-2 16,11-4 1-16,5-7-1 15,8-11-2-15,3-12 6 16,0-6-6-16,-4-7 2 16,-6-20 0-16,-2-6-6 15,-12-8 0-15,-4 0 2 0,-13 0 6 16,-8-1-1-16,-3 4 3 15,-18 4-1-15,-7 8-4 16,-4 7 2-16,-3 8-1 16,2 7 1-16,-4 4 0 15,2 0-2-15,0 4 1 16,3 16-11-16,2 4-32 16,2 7-36-16,4 5-82 15,0 3-118-15</inkml:trace>
  <inkml:trace contextRef="#ctx0" brushRef="#br0" timeOffset="268280.5596">2864 12777 565 0,'0'0'45'16,"0"0"9"-16,0 0-11 16,0 0-33-16,0 0 18 15,0 0 10-15,0 0-20 16,-25-51 23-16,25 51-24 15,0 0-17-15,0 0-5 16,1 5-3-16,17 15 2 16,5 11 6-16,14 8 19 15,3 9 3-15,9 5 5 16,4 0-3-16,3-5-2 16,5-6-5-16,4-8 5 15,2-7-6-15,6-6 0 16,1-6-11-16,7-8-1 0,5-4 2 15,8-3-4 1,3 0 0-16,0 0-2 0,-3 0 0 16,-4-5 0-16,-4-3 0 15,-4 0-1-15,-10 3 0 16,-10 1 1-16,-6-3-1 16,-7 1-9-16,-7-2-9 15,-5-3 15-15,-7 0-24 16,0 1-20-16,-5-4-47 15,-6-4-120-15</inkml:trace>
  <inkml:trace contextRef="#ctx0" brushRef="#br0" timeOffset="271186.1595">13757 12371 167 0,'0'0'171'16,"0"0"-105"-16,0 0 33 0,0 0-21 16,0 0-4-16,0 0 44 15,0 0-51-15,-33-24-19 16,32 19 14-16,-2 2 10 15,0 1 17-15,3 0-47 16,-3 0 5-16,3 1-22 16,0 1-6-16,0 0 4 15,0 0-18-15,0 0 5 16,0 0-10-16,0 0-12 16,12 0 12-16,9 0 18 15,6 0-8-15,10 0 6 16,4 1-3-16,1-1-6 15,3 0 0-15,-2 0 4 0,-4 0-9 16,-5 0 3 0,1-4-2-16,-6-3-3 0,-6 2 2 15,-4 1 5-15,-5 1-3 16,-4-2 0-16,-4 3 0 16,-4 1 5-16,-2-1-3 15,0 1-4-15,0-1 5 16,0 1-5-16,0-2-4 15,0-2-8-15,-5-1-70 16,-4 0-3-16,-4 1-95 16,2-5-89-16,-2-4-450 15</inkml:trace>
  <inkml:trace contextRef="#ctx0" brushRef="#br0" timeOffset="271566.4823">13993 12154 745 0,'0'0'64'16,"0"0"27"-16,0 0 11 15,0 0-8-15,0 0-4 16,0 0-74-16,-6-13-16 16,27 13 1-16,6 0 25 15,5 6 4-15,-2 2-28 16,-3 4 17-16,-2 0-8 0,-2 2 0 15,-1 2 5 1,-4 1-6-16,-4 0 5 0,-1 1-1 16,-7 0 0-16,-2 2-3 15,-2 1 5-15,-2 3-2 16,0 3-1-16,-11-1-3 16,-7-1 1-16,1 0-2 15,2-2-7-15,-3-4 3 16,2-2-4-16,1-2 0 15,-1-1-1-15,3-2 0 16,0-2-18-16,-4-3-37 16,2 0-55-16,-4-5-158 15,2-2-642-15</inkml:trace>
  <inkml:trace contextRef="#ctx0" brushRef="#br0" timeOffset="274941.8117">15035 12173 820 0,'0'0'106'0,"0"0"-17"15,0 0-39-15,0 0 61 16,0 0-35-16,0 0-27 16,0 0-8-16,-56-32-27 15,35 32-2-15,-6 11-1 16,3 7 10-16,-1 1-5 15,7 2-7-15,6 4-8 16,7-3 4-16,5-1-5 16,0-3 0-16,5-2 4 0,11-3-8 15,5-6 6-15,3-4-3 16,-3-3 1-16,0 0-19 16,-2-8 13-16,-7-6-21 15,-4-2 11-15,-3-2-1 16,-5 0 2-16,0-2-4 15,0 3-13-15,-4 2 6 16,0 3-24-16,1 5-5 16,3 6-54-16,0 1-106 15,0 0-507-15</inkml:trace>
  <inkml:trace contextRef="#ctx0" brushRef="#br0" timeOffset="275474.4386">14913 12333 924 0,'0'0'108'15,"0"0"-57"-15,0 0 10 16,0 0 17-16,6-93-2 15,9 69-48-15,4-2-17 16,1 1-2-16,-5 0-7 16,-4 0 1-16,-3 7-3 15,-7 4 3-15,-1 6 0 0,0 6-2 16,0 2 10-16,0 0-11 16,-6 10 0-16,-8 11 0 15,2 6 9-15,5 0-9 16,6 2 3-16,1-6-4 15,5 0 1-15,13-5-2 16,9-4 2-16,7-6 0 16,6-5-3-16,3-3 3 15,-1-4 0-15,0-10-2 16,-8-4 1-16,-9 1-9 16,-6 0 7-16,-9 4-2 15,-7 4 9-15,-3 2-4 0,0 5 6 16,0 2 6-16,0 0-6 15,0 0-5-15,0 14-1 16,-6 6 2-16,-1 6 0 16,0-1 2-16,5-2-4 15,0-1 0-15,0-5-4 16,2-4-48-16,0-9-88 16,0-4-222-16</inkml:trace>
  <inkml:trace contextRef="#ctx0" brushRef="#br0" timeOffset="275620.0446">15162 12066 881 0,'0'0'75'0,"0"0"-75"16,0 0-74-16,0 0 10 15,0 0-218-15</inkml:trace>
  <inkml:trace contextRef="#ctx0" brushRef="#br0" timeOffset="276606.8399">15972 12137 1059 0,'0'0'53'0,"0"0"5"16,0 0-1-16,-94-19 0 16,73 19-5-16,3 5-17 15,5 15-17-15,4 0-8 16,3 4 4-16,6-2 3 16,0-1-10-16,9-4 7 15,9-6-9-15,6-4-5 16,6-7 1-16,-2 0-6 15,2-4-13-15,-5-14-8 16,-7-4-4-16,-8-1 0 16,-10 2 15-16,0 4 5 15,-5 4 7-15,-10 6 0 0,1 4 1 16,-2 3 2-16,5 0 0 16,1 6 0-16,7 8-1 15,3-3-1-15,0 3-1 16,5-3 0-16,14-3 1 15,8 0-2-15,2-4 4 16,4-4 1-16,0 0-1 16,-3 0-1-16,-3-3 1 15,-5-9 0-15,-5 1-3 16,-4-3 12-16,-4 3-9 16,-3 0 5-16,-3 1-5 15,-2 0-5-15,-1 5 5 0,0-1 4 16,0 1 1-16,0 2 1 15,0 1-4-15,0-1 0 16,0 0-1-16,-3 0-1 16,2 0 1-16,-1 2 0 15,1 0-1-15,1 1 1 16,0 0-1-16,0 0-3 16,0 0-7-16,0 0-1 15,0 0 8-15,-2 0-3 16,2 0 3-16,0 0 2 15,-1 0 2-15,1 0-3 16,0 0 5-16,0 0-1 16,0 0 4-16,0 0 3 15,0 0-8-15,0 0-1 0,0 0-2 16,0 0-4-16,0 0 2 16,0 0-19-16,0 0 0 15,0 0-12-15,-4082 0-6 16,8164 0 36-16,-4082 0 5 15,0-2 9-15,0 0 6 16,0-3 13-16,0 1 1 16,0-1-8-16,0-2 0 15,0 0-5-15,0-1-12 16,0 3-2-16,0 2 0 16,0 0-2-16,0 3-10 0,3 0-23 15,3 0-37 1,0 0 51-16,3 0-3 0,-5 0-1 15,-1 1-6-15,-3 4 16 16,0-1 13-16,0 0 1 16,0-1 11-16,0-1-4 15,0-2 5-15,0 1-13 16,0-1 0-16,0 0-67 16,0 0-123-16,0 0-310 15</inkml:trace>
  <inkml:trace contextRef="#ctx0" brushRef="#br0" timeOffset="277952.5264">15960 12160 793 0,'0'0'179'0,"0"0"-92"0,0 0-40 16,0 0 2-16,0 0-5 15,-85 33 1-15,84-8-14 16,1 0-3-16,0-3-22 15,16-2 5-15,5-6-6 16,2-8-5-16,3-3 6 16,1-3-6-16,-1-6 0 15,-1-13-4-15,-10-4 4 16,-5-2-22-16,-10-4 3 16,0 3-4-16,-10 6 22 15,-5 10-1-15,0 6 1 16,4 4 0-16,4 0 1 0,2 5 1 15,3 9 1-15,2-2-2 16,5 1 1-16,17-2 6 16,9-8 3-16,7-3-6 15,1 0 5-15,-1-11 5 16,-4-9-9-16,-4-5 3 16,-6-5-7-16,-7-3-1 15,-9-4 1-15,-4 0 1 16,-4-1-2-16,0 1 5 15,-4 4-1-15,-9 5-6 16,2 6 4-16,2 9-1 16,2 7-1-16,-1 6-1 15,-1 5-6-15,0 19 7 0,-1 10 4 16,5 5-2-16,5 6-1 16,0 0 2-16,3-3 3 15,15-1-1-15,2-7 1 16,4-6-6-16,2-8 0 15,3-5-3-15,1-10 1 16,1-5 2-16,2 0-3 16,0-7 8-16,-4-12-8 15,0-6 8-15,-4-5-2 16,-4-3-1-16,-6 0 2 0,-5-2-4 16,-5 3 0-1,-5 4 10-15,0 6 6 0,0 5 3 16,0 8 5-16,0 4-4 15,0 5-10-15,0 0-5 16,0 0-5-16,0 14-5 16,0 16 5-16,0 6 1 15,3 3 1-15,3 1-2 16,3-3 0-16,1-2 1 16,0-6-1-16,3-7-2 15,0-7 1-15,-1-7-3 16,0-6-10-16,-2-2-8 15,2-5 0-15,3-15 19 16,0-5-23-16,0-1 1 16,-6 8 15-16,-6 4 9 0,-2 9 2 15,-1 5 13 1,0 0-3-16,0 0-11 0,0 0 5 16,0 2 0-16,0 1 7 15,0 2-1-15,2-4-3 16,8-1-1-16,5 0 15 15,9-4-12-15,6-13 2 16,3-4-12-16,-1-3-2 16,-2 0-41-16,-3 1-37 15,-6 9-99-15,-10 4-180 16</inkml:trace>
  <inkml:trace contextRef="#ctx0" brushRef="#br0" timeOffset="278296.2139">16648 11964 606 0,'0'0'15'15,"0"0"-7"-15,0 0-8 16,0 0-56-16,0 0-186 16</inkml:trace>
  <inkml:trace contextRef="#ctx0" brushRef="#br0" timeOffset="279118.3874">16992 12140 847 0,'0'0'234'16,"0"0"-104"-16,0 0-71 15,0 0 28-15,0 0-29 16,0 0-33-16,-23-22-24 15,17 47-1-15,1 3 5 16,5-3-1-16,0-3-3 16,2-3-2-16,14-6 2 0,2-6-2 15,1-7-4-15,2 0-6 16,-3-10 11-16,0-9-14 16,-6-5-2-16,-7-3-2 15,-5 0-4-15,0 3 12 16,-2 5 0-16,-9 6 7 15,-1 11 2-15,1 2-3 16,2 0 2-16,1 5 2 16,4 10-2-16,4 3 2 15,0 0 3-15,7-3 4 16,11-2 1-16,7-4-7 16,5-7-1-16,2-2 0 15,2 0-1-15,-3-2 5 16,-2-12-2-16,-9 0 5 0,-4 0-5 15,-8 1-2-15,-5 4 1 16,-3 3 1-16,0 5-2 16,0 1 3-16,-11 0 1 15,-3 12-6-15,0 5 5 16,4 3-2-16,7 1 0 16,3-7-1-16,0-1 2 15,15-3-5-15,6-7-2 16,7-3 5-16,5 0-6 15,0-14-1-15,0-6 0 16,-6-2 6-16,-7 1 1 16,-6 4 0-16,-7 7 3 15,-4 5 5-15,-3 5 1 0,0 0 2 16,0 5-11 0,0 18 9-16,-15 9-9 0,-3 6 8 15,-1 4 3-15,2 0-9 16,-2-2 0-16,4-5 2 15,5-6-4-15,4-11-1 16,4-9-3-16,2-7 0 16,0-2-14-16,8-9 8 15,17-17 6-15,10-10 5 16,5-4-2-16,1-3-7 16,4 4-24-16,3 3-67 15,5 6-85-15,0 6-158 0</inkml:trace>
  <inkml:trace contextRef="#ctx0" brushRef="#br0" timeOffset="279982.5518">18452 12010 960 0,'0'0'168'16,"0"0"-74"-16,0 0-31 15,0 0 16-15,0 0-12 16,0 0-41-16,-53-3-16 16,24 28-2-16,-2 5 10 15,7 4-7-15,8-4-5 16,13-4-6-16,3-3-2 16,5-8 1-16,21-7 1 15,7-8 0-15,10 0-8 0,-1-14 0 16,-3-12-14-16,-8-3-18 15,-10 0 7-15,-12 4 6 16,-9 4 13-16,0 4 9 16,-13 5-4-16,-10 9 3 15,4 3 4-15,-1 0 1 16,6 0 0-16,5 10 2 16,6 6-2-16,3 1 1 15,0 1 0-15,17-3 7 16,9-1 1-16,10-4-8 15,4-6 0-15,5-4 0 16,6 0 0-16,-2-12-10 0,-4-6-38 16,-6 0 20-1,-7-1-22-15,-8 4 44 0,-8 0 5 16,-7 4 0-16,-3 1-1 16,-4 3 2-16,-2 2 6 15,0 0-6-15,0 3-4 16,0 2-9-16,0 0-18 15,0 0-84-15,0 0 1 16,0 8 65-16,0 2 4 16,0 0 11-16,5-1 10 15,-1 0 23-15,-3 1 1 16,2-1 30-16,-1 1 36 0,1-2-31 16,-2 0 47-1,2 0-31-15,-2 0-10 0,1-2 47 16,0 4-68-16,-1-2 11 15,-1 2-3-15,2-2-17 16,2 1-8-16,0-1 4 16,4-1-6-16,3-1 1 15,9-3 0-15,4-3-2 16,6 0 0-16,0 0-75 16,-2-14-149-16,-5-3-314 15</inkml:trace>
  <inkml:trace contextRef="#ctx0" brushRef="#br0" timeOffset="281769.5347">19237 11768 860 0,'0'0'62'16,"0"0"41"-16,0 0 12 16,0 0-23-16,0 0-54 0,0 0-1 15,-58 29-8-15,54-4 6 16,4 0-24-16,0 3 8 16,17-5-18-16,6 2 8 15,7 2 4-15,0-2-2 16,-4 1-1-16,-6 1-9 15,-13 0 2-15,-7 0-3 16,-2-4-1-16,-23-2 1 16,-7-1 0-16,-3-6 5 15,5-3-5-15,8-5-7 16,9-4-7-16,6-2-1 16,7 0-6-16,2-11-54 15,23-5-35-15,14 1 65 16,8 1 11-16,0 6 7 0,-3 2 16 15,-9 2 11-15,-5 1 6 16,-6 2 40-16,0-2-3 16,0 1-10-16,-1-4 11 15,0-4-25-15,-1 1-2 16,-2-4 1-16,-7-1-10 16,-4 1-8-16,-5 1 0 15,-2 5 3-15,-2 3-4 16,0 3 1-16,0 1-4 15,-13 0 4-15,-2 15 0 16,-3 7 5-16,6 0-4 16,6 0 2-16,4-1 5 15,2-4 0-15,9 0-4 0,16-5 3 16,10-5-5-16,4-7-2 16,1 0 4-16,0-5 1 15,-7-11-5-15,-9-3-3 16,-7 2-1-16,-7 2 3 15,-7 1-1-15,-3 4-1 16,0 3-13-16,-13 6 16 16,-1 1 0-16,0 0 0 15,4 10-5-15,4 5 0 16,3 0 4-16,3 1 0 16,0 1 1-16,17-5-2 15,6 0 1-15,9-5 1 0,-1-6-4 16,2-1 2-16,-2-1-1 15,1-15 3-15,-6-7 0 16,1-4-2-16,-6-4 0 16,-6-2 2-16,-3-1 2 15,-6 0 3-15,-6 3 2 16,0 2 5-16,0 6-4 16,0 9 2-16,0 7 6 15,0 5 2-15,0 2-16 16,0 6-2-16,0 19-7 15,0 9 7-15,-3 5 3 16,-3 2-2-16,2-2 0 16,-2-3 1-16,0-5 1 15,4-6-3-15,1-8-1 16,1-8 1-16,0-6 0 0,0-3-7 16,1-3-16-16,17-14 22 15,8-9 1-15,2-3-20 16,2 6 8-16,-4 2 0 15,-2 8 8-15,-7 7 5 16,-5 3-2-16,-6 3 1 16,-3 4-10-16,-3 15 10 15,0 4 0-15,-3 5 10 16,-20-2 5-16,-6 0-2 16,-6-2-5-16,-1-3 2 15,2-5-10-15,4-4 0 16,8-7-35-16,11-5-48 0,10-5-197 15</inkml:trace>
  <inkml:trace contextRef="#ctx0" brushRef="#br0" timeOffset="283348.672">20623 11950 141 0,'0'0'821'0,"0"0"-748"0,0 0-1 16,0 0 6-16,0 0-6 16,0 0-19-16,-38-27-43 15,10 47 0-15,0 6 20 16,4 1 0-16,8-1-17 15,10-3-13-15,3-4 6 16,3-7-6-16,14-6-6 16,16-6-1-16,11 0-4 15,2-18 2-15,0-7-37 16,-10 1 5-16,-12 2 13 16,-11 5 14-16,-5 5 13 0,-5 3 1 15,0 6 6-15,0 3 3 16,0 0-9-16,-3 12-1 15,-13 13 1-15,4 4 14 16,-2 4 1-16,-4 1 0 16,2-1-3-16,-4-1-1 15,-2-7-8-15,0-4-2 16,1-6 9-16,3-5-7 16,4-10-3-16,6 0 0 15,5 0-8-15,3-17-37 16,1-5-29-16,20-2-11 15,9 3-5-15,1 2 37 16,4 5 41-16,0 3 5 16,0 1 7-16,2 2 13 0,-3-1 24 15,0-1 13-15,-1 0-22 16,-2-2 9-16,-2-3-23 16,-4-3-2-16,-1-3-8 15,-10-3 11-15,-2-2-15 16,-8 0-6-16,-4 2-34 15,0 4-19-15,-18 9 12 16,-6 5 21-16,0 4 16 16,4 2 3-16,5 0 7 15,4 8 1-15,5 3 0 16,6 1 3-16,0 2 38 16,2-2-24-16,19-1 18 0,4-1 16 15,9-1-38 1,3-2-2-16,4-3-11 0,1 0 4 15,-1-3-5-15,-2-1 0 16,-5 0-21-16,-5 0 8 16,-9 0 4-16,-6 0 6 15,-8 0-3-15,-3 0 6 16,-3 0-2-16,0 0 4 16,0 0-1-16,-1 6 7 15,-13 8 20-15,2 1 22 16,-1 2-15-16,5-1 7 15,4 1-19-15,4-1-19 16,0-2 0-16,7-2-2 0,15-5-2 16,7-3-3-1,5-3 0-15,0-1-22 0,-4 0-17 16,-12 0-2-16,-6 0 37 16,-10 0 7-16,-2 0-1 15,0 0 5-15,-8 7 17 16,-5 1-20-16,2 3 33 15,7-5-11-15,2 1-17 16,2 0-4-16,0-2-2 16,18-2-10-16,8-3 10 15,2 0-28-15,3 0-26 16,-7 0-39-16,-9-6 1 16,-5-2 57-16,-10-1-13 15,0-3 28-15,0 0 16 0,-10 0 2 16,-4 2 2-1,4 4 16-15,3 6 54 0,1 0-27 16,4 0-30-16,1 2 23 16,1 6 23-16,0 0-32 15,10-1-9-15,14-6-15 16,4-1 7-16,5 0-1 16,2-10-6-16,-1-10 1 15,-3-4-4-15,-1-5 0 16,-5 0-3-16,-2 3 3 15,-6-3 1-15,-6 4-1 16,-5 1 2-16,-3 7 19 16,-3 8 11-16,0 6-8 0,0 3 4 15,0 0-26 1,0 21-1-16,-4 11-1 0,-7 5 13 16,1 5-7-16,2-2 6 15,1-1 1-15,2-8 2 16,2-4-15-16,3-13 3 15,0-5-3-15,0-6 0 16,0-3 0-16,0 0 4 16,14-18 13-16,6-8-17 15,7-3-2-15,0-1-13 16,-3 6-2-16,0 7-7 16,-5 7 2-16,-5 7 17 0,-2 3 3 15,-3 0 1-15,-3 15-5 16,-6 6 6-16,0 6 14 15,0 0 2-15,-21-1 6 16,-5-1-3-16,-11-1 2 16,0-3-9-16,-3-3-4 15,4-2-8-15,0-3-9 16,5-4-94-16,8-9-193 16</inkml:trace>
  <inkml:trace contextRef="#ctx0" brushRef="#br0" timeOffset="284230.9871">22462 11914 953 0,'0'0'191'0,"0"0"-90"16,0 0-30-16,0 0-25 16,-79-23-11-16,58 25-1 15,4 11-14-15,4 6-1 16,7 0-19-16,6 1 5 16,0 0-2-16,8-4 4 15,16-5-7-15,5-5-1 16,6-6-3-16,-4 0 4 15,-4-7-22-15,-6-7-6 16,-9-1-8-16,-7 0-5 16,-5 4 2-16,0 3 23 0,-4 3 5 15,-11 5-8 1,-1 0 10-16,2 5 6 0,3 7 3 16,6 2 0-16,5-1-4 15,0-1 2-15,13-3 2 16,13-4 5-16,11-3 0 15,6-2 5-15,8-4-10 16,2-13 4-16,-4-6 6 16,-5-3-2-16,-11 3-5 15,-12 0 12-15,-6 4 1 16,-8 1 8-16,-5 4-5 16,-2 6-10-16,0 5-3 15,-2 3 0-15,-17 5-3 0,-8 20-1 16,-7 9 4-16,1 5-6 15,5 8 0-15,7 1 1 16,4 3 1-16,10 1-1 16,4-4 0-16,3-3 0 15,1-4-1-15,16-9 0 16,5-6-8-16,5-13-14 16,3-9-4-16,0-4 6 15,1-13-11-15,-3-15-10 16,-4-4-32-16,-7-3 0 15,-10 1 40-15,-7 5 24 16,-4 2 9-16,-16 9 0 16,-7 6 2-16,-1 8 20 15,1 4-5-15,2 3-17 0,7 14 0 16,5 6-40-16,8-1-135 16,5-3-279-16</inkml:trace>
  <inkml:trace contextRef="#ctx0" brushRef="#br0" timeOffset="284881.2491">23585 12061 935 0,'0'0'126'0,"0"0"-65"16,0 0 31-16,0 0-33 16,0 0-14-16,0 0-25 15,-88 4 14-15,56 16-4 16,6 0-13-16,8 1 8 15,7-1-18-15,11-4-5 16,0-2 1-16,10-6 0 16,19-5-1-16,10-3 0 15,6-3 2-15,-2-16-4 16,-4-3-3-16,-7-3 3 16,-9 0 0-16,-7 3-7 0,-9 2-3 15,-7 6 9-15,0 3-5 16,0 7 6-16,-7 4 4 15,-6 0-1-15,0 12-3 16,0 12 4-16,5 5 0 16,8 2 5-16,0-1-9 15,19-5 8-15,16-5-8 16,14-7 0-16,8-6-4 16,14-7-11-16,4 0-56 15,-4-12-90-15,-17-10-439 16</inkml:trace>
  <inkml:trace contextRef="#ctx0" brushRef="#br0" timeOffset="286051.0377">18782 12694 857 0,'0'0'99'15,"0"0"-60"-15,0 0 5 16,-91 4 70-16,53 12-46 16,3 5-20-16,2 2-13 15,9 2-9-15,12-3-13 16,8 0-9-16,4-4 2 16,8-4 2-16,16-4-7 15,5-8-1-15,3-2 4 16,-1-7-1-16,-3-10-3 15,-7-8 9-15,-3 2-9 16,-8-1 0-16,-6 0-1 0,-3 6-1 16,-1 7 0-1,0 5 3-15,0 6-1 0,0 0 0 16,-9 10-5-16,-4 16 5 16,1 8 1-16,3 1-1 15,4 5-1-15,-1-3 1 16,0-1 2-16,0-4-1 15,-3-6-1-15,-1-6 0 16,4-9-4-16,1-5 4 16,3-6 0-16,2 0-8 15,0-7-2-15,12-15-85 16,13-3 59-16,8 0 21 16,8 0 11-16,4 5 3 15,3 1 1-15,-1 4 6 0,0 1-2 16,-10 1 7-16,-6 2 0 15,-7 0-8-15,-9 0 5 16,-5 0-7-16,-5-3 7 16,-3 0-1-16,-2-3-1 15,0 5-6-15,0 0-1 16,0 3-3-16,-5 2-3 16,-2 1-7-16,1 4 2 15,-2-3 6-15,1 3-6 16,-2-1 2-16,5-1 7 15,-1 1 1-15,2 0-6 16,1-1-75-16,2 0-51 16,0 1-221-16</inkml:trace>
  <inkml:trace contextRef="#ctx0" brushRef="#br0" timeOffset="288114.4076">17037 13039 581 0,'0'0'344'0,"0"0"-276"15,0 0-42-15,0 0 105 16,0 0-4-16,0 0-64 16,99-71-39-16,-62 36-6 15,2-4-5-15,-5 2-1 16,-6-2-7-16,-8 1-5 15,-7 1 1-15,-7 3-1 16,-6 5 0-16,0 5-3 16,0 8-1-16,-3 13 3 0,-7 3 1 15,-2 2-1 1,0 18 1-16,-3 6 0 0,2 5 0 16,2 5 0-16,8-1 1 15,3-1-1-15,0-5 0 16,6-4 0-16,12-6 0 15,1-3 1-15,4-6-2 16,2-8 1-16,2-2 0 16,-2 0 4-16,-4-12-4 15,-9 0-3-15,-6 5-13 16,-6 0 15-16,0 3-14 16,-1 4 8-16,-16 0-3 0,-7 9 5 15,-2 10 5-15,5 6 1 16,4-2-1-16,10 1 2 15,7-4 5-15,0-4-6 16,19-3 4-16,5-6 1 16,4-4-4-16,3-3 1 15,-4 0-2-15,-1-13-1 16,-10-1-11-16,-5-3-16 16,-9 2-2-16,-2-2-18 15,-2 2-19-15,-15 3-11 16,-4 4 30-16,3 5 17 15,-1 0 11-15,3 3 8 16,4 0 9-16,4 3-2 0,4 6 3 16,2-1 1-1,2 0-3-15,0-2 2 0,2-1 1 16,11-3 3-16,5-2 1 16,-1 0-2-16,5-7 6 15,-1-7-8-15,-4-3 2 16,0 2 1-16,-5 1-6 15,-4-1 0-15,0 5 3 16,0-2 7-16,-2 3-6 16,6 4-1-16,1 1 0 15,3 0 1-15,5 1 0 16,2 2 6-16,-1 1-7 0,1 0 0 16,-7 1 0-1,-4 10 0-15,-3 6 2 0,-6 1-1 16,-3 2 13-16,0-2 9 15,0 1 11-15,0-3-14 16,0-5-4-16,3-4-2 16,10-6 2-16,8-1-7 15,4-7 3-15,5-11 0 16,3-4-8-16,-3-2-4 16,-3 2-13-16,-9 2-11 15,-6 5-8-15,-9 4 6 16,-3 5 8-16,-2 6-1 15,-18 0 10-15,-1 3 5 16,-4 17 1-16,1-3 1 16,4 4 2-16,8-1 0 0,4-3 7 15,8 0-4 1,0-3 2-16,0-1 10 0,12-6-3 16,3-3-4-16,2-4-7 15,0 0 5-15,-2-5 5 16,3-11-6-16,-3-4 7 15,-4 3-5-15,2-4-3 16,-6 1-3-16,-5 3 3 16,-2 3-3-16,0 3-1 15,0 5-2-15,-9 3 2 16,0 3-2-16,0 0 2 16,3 5-3-16,2 5-1 15,1 2 2-15,1-3 0 16,2-1-3-16,0-1 3 0,0 1-4 15,0 0 6-15,0 0-3 16,6-2 2-16,3-1-16 16,1-3 3-16,-3 2 5 15,-1-4 8-15,-4 0-6 16,0 0 7-16,0 0-2 16,-1-4 2-16,2-3-24 15,-1-1-16-15,5-2-20 16,-3 0-5-16,-2 3 16 15,-1 3 49-15,-1 4 3 16,0 0 39-16,0 0-37 16,-1 17 22-16,-8 10 33 15,-1 5-13-15,-2 3-17 0,-2-1 9 16,5-1-2-16,-3-4-22 16,2-4 0-16,2-3-6 15,-2-6 1-15,2-4-9 16,0-4 7-16,0-2 2 15,7-3-7-15,1-3-1 16,0 0 5-16,0-2-7 16,6-15-5-16,14-5 1 15,6-4 4-15,8 1 0 16,6 3-4-16,9 5-19 16,8 3-85-16,6 5-29 15,3-1-89-15</inkml:trace>
  <inkml:trace contextRef="#ctx0" brushRef="#br0" timeOffset="290365.4438">18977 12854 718 0,'0'0'112'0,"0"0"-92"0,0 0 55 16,0 0-4-16,63-74-17 16,-48 59-14-16,0-2-16 15,-6-2-3-15,-3-3 2 16,-6-1-9-16,0-2-14 16,0 0 3-16,-14 1-4 15,-5 5 1-15,0 4-10 16,1 6 7-16,5 4-1 15,4 3 2-15,6 2-3 16,3 0 2-16,0 0-18 16,0 6 9-16,9 4 9 0,10 4 3 15,6-3 2-15,5 0-2 16,2-1 1-16,8-5-1 16,4 0 0-16,1-3-8 15,1 1 2-15,-4-3-7 16,-6 2 7-16,-6-1-13 15,-9 2 15-15,-9 0 3 16,-11 2-4-16,-1 0-27 16,-3 3 32-16,-16 2 8 15,-5 0 12-15,2 3 36 16,2-1-5-16,11-2-34 16,6 2-2-16,3 3-12 15,4-3-1-15,19 1 5 16,7-2-3-16,4-3 1 0,1-1-3 15,-4-3-2-15,-7 0-6 16,-9 0-5-16,-10 1-10 16,-5-1-2-16,0 3 23 15,-19 2 0-15,-3 2 5 16,2-1 7-16,4-1 13 16,7-2-5-16,9-2-11 15,0 0-9-15,6-2 1 16,21-3-1-16,6 0 10 15,3 0-6-15,-5-8-4 16,-4-4-5-16,-8 2-19 16,-10-2-15-16,-7 0-24 0,-2 0 11 15,-5 2-13-15,-20 3-11 16,-2 3 46-16,0 4 12 16,3 0 16-16,11 0 2 15,4 10 0-15,9 1 7 16,0-2 2-16,7 1-3 15,15-5 8-15,7 0 17 16,2-2-19-16,3-3-6 16,1 0 1-16,-4 0-2 15,-1-15 0-15,-5-2-5 16,-5-7 10-16,-5 1 2 0,-5-5 15 16,-4-1 2-1,-3 0-6-15,-3 0 31 0,0 5-2 16,0 9-25-16,0 5-18 15,0 8 22-15,-6 2-22 16,0 15-7-16,-1 12-2 16,-2 11 0-16,3 3 8 15,4-1-8-15,2-3 0 16,0-3 2-16,0-7-2 16,0-3 0-16,2-9 0 15,2-8 0-15,-2-6 0 16,-1-1 2-16,-1-6 8 15,0-18-2-15,0-7-8 16,0-8-6-16,0-6 5 16,3-2-3-16,3-1-4 0,2 3-3 15,3 12 5 1,1 7 1-16,1 13 1 0,-2 7-7 16,0 6 11-16,-1 0-3 15,1 16 1-15,-5 13 2 16,-6 3 2-16,0 5 9 15,-9-2-9-15,-15-3 12 16,-3-6-4-16,2-2-7 16,2-6-3-16,11-8 1 15,6-3-1-15,5-5-16 16,1-2-22-16,4 0-63 16,19 0 44-16,2 0 38 0,2 0-20 15,-2-2 26 1,-4 2 10-16,-6 0 3 0,-2 0 9 15,-5 8-2-15,-2 0 5 16,3 0 3-16,-3 1 15 16,3-6-4-16,1-1 14 15,4-2 4-15,2 0-7 16,2-5-31-16,1-9 15 16,-2-3-20-16,-1-3 6 15,-2-1-4-15,-1-1-3 16,-5 1 0-16,1 1 0 15,-5 2-1-15,-1 4 1 0,0 5 0 16,-3 6 1 0,0 1-2-16,0 2 0 15,0 0 0-15,0 0-1 0,0 0-3 16,0 0 4-16,0 0-5 16,0 10 6-16,0 1 16 15,0 2 0-15,0-1-6 16,-3-2-4-16,2 0 10 15,1-1-6-15,0-4 3 16,0 0-12-16,0-1 12 16,0 0 0-16,0-3-8 15,10-1-3-15,9 0-2 16,10 0 0-16,5 0-25 16,6 0-81-16,-4 0-167 15,-5 0-523-15</inkml:trace>
  <inkml:trace contextRef="#ctx0" brushRef="#br0" timeOffset="291988.9094">20811 12879 871 0,'0'0'79'0,"0"0"-66"16,0 0-8-16,0 0 116 15,0 0 14-15,0 0-68 16,0 0-43-16,91-61-9 15,-45 29-9-15,-7-1 2 16,-6-2 4-16,-8 2-8 0,-13 5-3 16,-9 3-1-16,-3 10-1 15,0 6-3-15,-9 9 3 16,-10 4-5-16,-4 18 6 16,-2 7-1-16,3 1 1 15,11-1 0-15,5-2 0 16,6-4-2-16,0-4-1 15,16-5 2-15,10-1 1 16,7-12-2-16,2-1-1 16,1 0-2-16,-1-16 5 15,-4-4-4-15,-6-5 4 16,-5-2 0-16,-7-3-6 16,-3 0-1-16,-7 1 7 15,-3 4-1-15,0 1-4 0,0 11 5 16,0 4 0-16,0 6 0 15,0 3 0-15,0 0-9 16,0 12 1-16,0 8 8 16,-3 1 6-16,2 0-6 15,-1 0 0-15,1-2-2 16,1-3-1-16,0-2-34 16,0-2-77-16,0-3-97 15,0-6-152-15</inkml:trace>
  <inkml:trace contextRef="#ctx0" brushRef="#br0" timeOffset="292498.5446">20929 12748 764 0,'0'0'192'16,"0"0"-101"-16,0 0-59 16,0 0 84-16,0 0-18 15,0 0-54-15,40-56-19 16,-35 56-5-16,-1 1-18 16,0 18 6-16,-1 7 18 0,0 4-12 15,-1 3-5-15,0-1-2 16,3-1 8-16,0-4-9 15,6-7-1-15,0-4-5 16,0-6 0-16,2-8 2 16,1-2 0-16,6-8 2 15,4-15-2-15,-3-5-2 16,-3 0-11-16,-6 3 4 16,-3 7-8-16,-6 9 11 15,-3 6 4-15,0 3-6 16,0 0-6-16,0 0 6 15,0 8 6-15,0 1-1 16,1 1 3-16,5-4 3 16,1-2 6-16,7-4 4 15,2 0-7-15,4 0-1 0,7-15-7 16,-1-3-3-16,0-1-16 16,-2-4-50-16,-6 2-81 15,-3 4-210-15</inkml:trace>
  <inkml:trace contextRef="#ctx0" brushRef="#br0" timeOffset="293131.1254">21346 12905 570 0,'0'0'166'0,"0"0"-84"16,0 0 62-1,0 0 37-15,0 0-98 0,0 0-25 16,114-61-39-16,-77 35-4 15,-3-3-5-15,-6 0-5 16,-8 2 0-16,-5 3-5 16,-8 3 0-16,-7 4 0 15,0 3 2-15,0 8 0 16,-6 6-3-16,-7 0 1 16,-2 15-4-16,0 13 2 15,5 2 1-15,4 1 1 16,6-2-4-16,0-5 3 15,4-2 0-15,14-7-7 16,2-5-1-16,2-6-5 16,5-4 11-16,1 0-5 0,2-12-7 15,0-10 12-15,-1-6-8 16,-3-3-4-16,-4-3 10 16,-2-1 5-16,-8 0 1 15,-2 0 0-15,-6 6 3 16,0 5 11-16,-3 10 7 15,-1 5 0-15,0 8 14 16,0 1-24-16,0 4-11 16,0 21-1-16,0 5 2 15,-7 4 11-15,0 3 3 16,2-5-7-16,0-1-5 16,1-6 1-16,1-7-3 0,1-4-2 15,1-7 0 1,1-5 0-16,0 0 2 0,0-2-4 15,0 0 2-15,0 0-2 16,6-3-24-16,7-4 10 16,2 2 16-16,4 1 0 15,-1 2 1-15,3 2 1 16,3 0 7-16,0 0-8 16,-5 0 0-16,2 0-2 15,-4-1-54-15,-1-6-117 16,-7-4-261-16</inkml:trace>
  <inkml:trace contextRef="#ctx0" brushRef="#br0" timeOffset="293271.7493">21755 12662 854 0,'0'0'61'0,"0"0"-37"15,0 0-17-15,0 0-1 16,0 0-6-16,116-30-114 15,-71 21-586-15</inkml:trace>
  <inkml:trace contextRef="#ctx0" brushRef="#br0" timeOffset="295014.7471">22516 12888 1006 0,'0'0'171'0,"0"0"-79"16,0 0-42-16,0 0 10 15,0 0-3-15,0 0-36 16,95-91-4-16,-62 66-15 16,1-4 1-16,-8-2 3 15,-7-5-6-15,-10-3 0 16,-7 5-13-16,-2 2 3 15,-2 11 5-15,-8 8 0 0,0 9 0 16,3 4 4-16,3 0-20 16,-2 5-12-1,0 8 23-15,3 2 6 0,1-5-14 16,1 1-5-16,1-2 9 16,-2 3-8-16,0 0 9 15,-3-2 12-15,2 2-2 16,1-3 3-16,1 2 2 15,1-2-2-15,0 2-6 16,1-1 6-16,16-1 0 16,6 4 7-16,3 2 13 15,2-1-8-15,2 5-3 16,-6 1-5-16,-5 3-4 16,-8 2-1-16,-10 3 1 15,-1 0 0-15,0-4 5 0,-18-1-2 16,-3-6-2-16,1-6 2 15,9-6-3-15,5-5 0 16,6 0 5-16,0-7-5 16,17-13-62-16,13-5 11 15,4 0 32-15,6 2-4 16,-1 7-41-16,-3 0 36 16,0 3 24-16,-2 3 4 15,-2 0 14-15,-2 1-5 16,-4-1 14-16,-5-1-1 15,-6-1 6-15,-4-1-14 16,-5-2-2-16,-4 0-4 16,-2 0-8-16,0 1-8 0,-3 6-12 15,-16 5 20-15,-2 3-6 16,-6 0 6-16,3 11 3 16,2 6 5-16,7 5-5 15,3-2 11-15,9 0 2 16,3 0 6-16,0-3-13 15,21-4 7-15,4-4-11 16,5-4 0-16,4-5-5 16,-4 0 5-16,-5-2-8 15,-5-12 3-15,-4-3-18 16,-5 0-5-16,-7-3-2 16,-4 3 5-16,0 0 3 0,0 0-19 15,-10 4 15 1,-2 4 7-16,1 5 9 0,2 4-7 15,5 0 9-15,-2 0-14 16,3 10 13-16,1 1 3 16,2 0 1-16,0 3-5 15,0-5 5-15,9 2 6 16,9-2 11-16,5-2 1 16,3-3-9-16,4-1-8 15,0-3 3-15,-3 0-4 16,-5 3 3-16,-5 2 6 15,-6-1 3-15,-1 2 3 16,-7 1-1-16,-2 0-3 16,-1 2 1-16,0-3-3 0,0 3-7 15,0-2 5-15,0-1-7 16,0 0 0-16,0-3-51 16,1-3-11-16,17 0-37 15,5 0 60-15,5-5-7 16,1-2 31-16,-1 3 15 15,-4 3 4-15,0 1 17 16,-6 0 21-16,-2 0 27 16,-1 0-5-16,0-3 5 15,0-3-36-15,3 0 0 16,4-5-25-16,-1 0 1 16,1-3-7-16,-1-3-4 15,-1-2-22-15,-6-3-21 0,-5 3 23 16,-6 6-17-16,-3 4 24 15,0 8 15-15,0 1 29 16,-6 1-13-16,-4 16 18 16,2 4 31-16,3 1-24 15,5 3-4-15,0-4-12 16,7-2-2-16,9-3-18 16,5-6-4-16,6-3-2 15,6-4-37-15,0-3-162 16,-5-5-491-16</inkml:trace>
  <inkml:trace contextRef="#ctx0" brushRef="#br0" timeOffset="295153.8926">24082 12768 1211 0,'0'0'69'0,"0"0"-57"15,0 0 5-15,0 0-17 16,0 0-8-16,0 0-192 15,-49-16-754-15</inkml:trace>
  <inkml:trace contextRef="#ctx0" brushRef="#br0" timeOffset="296085.57">16414 13392 725 0,'0'0'166'16,"0"0"-93"-16,0 0 1 0,-33 91 60 15,28-57-59 1,5 3-13-16,0-1-7 0,0 3-37 15,2-1 8-15,4-4-19 16,1-6-6-16,4-7-1 16,-1-9-7-16,2-8-60 15,5-4-72-15,3-12-129 16,1-19-154-16</inkml:trace>
  <inkml:trace contextRef="#ctx0" brushRef="#br0" timeOffset="296273.0661">16651 13472 625 0,'0'0'241'0,"0"0"-105"0,0 0-4 16,0 0-46-16,0 0-50 15,0 0 7-15,-16 59-4 16,16-31-25-16,0 0-5 16,0 0-3-16,0 0-2 15,0-3-4-15,0-3-66 16,0-5-67-16,0-8-170 15,-17-9-504-15</inkml:trace>
  <inkml:trace contextRef="#ctx0" brushRef="#br0" timeOffset="296502.4514">16226 13631 376 0,'0'0'586'0,"0"0"-453"0,0 0-59 15,0 0-12-15,0 0-16 16,0 0-19-16,65-19 9 16,-16 10-23-16,5-1-2 15,5-1-9-15,0 0-4 16,-2 1-1-16,-11 3-48 16,-6 7-87-16,-11 0-75 15,-18 0-22-15,-11 2-405 16</inkml:trace>
  <inkml:trace contextRef="#ctx0" brushRef="#br0" timeOffset="296686.9586">16329 13914 750 0,'0'0'144'15,"0"0"-85"-15,0 0 73 16,105-43-34-16,-58 19-42 15,7-3-33-15,8-2-5 16,2-1-18-16,8 2-22 16,-4 2-102-16,-3 3-224 15</inkml:trace>
  <inkml:trace contextRef="#ctx0" brushRef="#br0" timeOffset="297388.9943">17367 13617 968 0,'0'0'131'0,"0"0"-75"16,-90 0 20-16,63 7-19 15,4 4-6-15,2 0-15 16,9 2-12-16,6-1-10 15,4-3-14-15,2-2 2 0,2-1 3 16,19-6-5-16,10 0 0 16,6 0 0-16,-1-14-6 15,-5-2-31-15,-8-1-6 16,-13 2-11-16,-9 2-6 16,-1 4-8-16,-16 4-15 15,-13 5 7-15,-7 0 55 16,3 0 21-16,5 10 5 15,9 2 40-15,11-1 2 16,6-2-33-16,2 0-13 16,15-4 26-16,18-5 36 15,12 0-48-15,8-1-9 16,1-15-2-16,0-4-4 16,-7-2-8-16,-3 0 7 15,-9 1 1-15,-8 0 2 0,-10 4-2 16,-8 5 7-16,-9 1 33 15,0 5-8-15,-11 5-12 16,-12 1-14-16,-4 4 8 16,-3 14-6-16,-2 7 11 15,4 6-4-15,0 8-4 16,7 5-4-16,7 6 1 16,6 1-6-16,8 0-2 15,4-5 0-15,18-12 0 16,8-9-6-16,4-12 0 15,-2-10-27-15,1-3-12 16,-9-7 6-16,-5-14 17 0,-9-4-5 16,-10-5 14-16,0 1 8 15,-20-3 5-15,-10 6 4 16,-2 5 2-16,1 9 7 16,7 5-11-16,6 7-2 15,8 0-1-15,7 4-52 16,3 5-163-16,4-6-200 15</inkml:trace>
  <inkml:trace contextRef="#ctx0" brushRef="#br0" timeOffset="300193.0453">20454 13626 618 0,'0'0'158'16,"0"0"-62"-16,0 0-21 0,0 0 83 16,0 0-55-1,0 0-72-15,0 0-20 0,-23 32 7 16,9 4 1-16,0 3-6 15,0 2-8-15,2-5-3 16,-2-7-2-16,5-7-38 16,5-9-96-16,4-13-149 15,9-3-364-15</inkml:trace>
  <inkml:trace contextRef="#ctx0" brushRef="#br0" timeOffset="301214.2859">20872 13585 878 0,'0'0'106'0,"0"0"-36"16,-83-9 32-16,47 9-33 16,3 0-11-16,4 6-13 15,9 9-16-15,8 2-15 16,9 0-12-16,3 3 7 15,0-3-5-15,15-1 2 16,12-3 1-16,5-6-5 16,5-7-1-16,1 0-1 15,-4-5 0-15,-6-12-7 16,-8-2-11-16,-10-1 1 16,-8 0 0-16,-2-2-7 0,-5 1 3 15,-14 2 2-15,-3 3 10 16,1 5-1-16,3 5 5 15,4 4 5-15,0 2-5 16,4 0 2-16,1 6-3 16,2 7 2-16,7 1-4 15,0-2 4-15,0 4-7 16,16-6-5-16,7 0 4 16,2-2 11-16,4-5-10 15,1 0 6-15,-2-3 3 16,-4 0 2-16,-4 0-1 15,-4 0 2-15,-5 2 1 16,-3 4 11-16,-4 2-10 0,-1 3 12 16,-3 1-5-16,0 4 1 15,0 1-5-15,-7 0 3 16,-2-3-5-16,2-3-4 16,5-6-2-16,2-5-38 15,7 0-72-15,20-16 41 16,12-7-1-16,3-1-20 15,4 0-4-15,-7 5-13 16,-6 5 93-16,-8 6 16 16,-12 5 93-16,-5 3-10 15,-7 0-46-15,-1 0 66 16,0 0-8-16,0 0-19 0,0 0-50 16,0 0-8-1,0 0 2-15,0-4 6 0,0-1-26 16,0 1-4-16,2 0-26 15,1 2 6-15,-3 2 23 16,0 0-2-16,0 0-23 16,-10 7 11-16,-4 8 14 15,2 2 2-15,2-3 8 16,5 0 1-16,4-1 2 16,1-4-12-16,0-4 1 15,3-5 3-15,11 0 16 16,4-4-6-16,5-14 5 15,0-4-9-15,0-4 1 16,-2 0 1-16,0 0 2 0,-5 1-14 16,-1 0 18-16,-9 3-8 15,-4 1 14-15,-2-1-2 16,0 3 0-16,0 4-9 16,-6 3-2-16,-2 7 1 15,1 5-4-15,-2 0-5 16,-2 3 5-16,0 14-8 15,3 7 0-15,5 2 2 16,3-1-1-16,0-1 4 16,19-5-2-16,9 1-6 15,11-8-11-15,9-3-37 16,4-9-71-16,-3 0-278 16</inkml:trace>
  <inkml:trace contextRef="#ctx0" brushRef="#br0" timeOffset="302513.9965">21962 13713 301 0,'0'0'673'0,"0"0"-579"16,0 0-74-16,0 0 69 16,0 0 0-16,87-79-56 0,-53 54-12 15,-1 0-13-15,-3 3-1 16,-9 2 1-16,-6 3-5 16,-8 0 6-16,-4 6-6 15,-3 4-3-15,0 5-4 16,-5 2 2-16,-6 0 1 15,-3 5 1-15,-2 10-5 16,5-1 2-16,2 5 2 16,7-1-1-16,2 1 2 15,0-1-1-15,4-2 2 16,12 1-1-16,7-6 0 16,-1-5-3-16,5-6 3 15,0 0-1-15,0-5 1 0,-1-12 0 16,0-4-8-16,-3-2-7 15,-4 1 3-15,-5 3 10 16,-8 5-4-16,-4 6 12 16,-2 5 0-16,0 3 8 15,0 0 2-15,0 6-16 16,-9 11 0-16,-1 4 3 16,7 1-3-16,3 2-3 15,0-4-9-15,3-4-90 16,8-10-128-16,1-6-333 15</inkml:trace>
  <inkml:trace contextRef="#ctx0" brushRef="#br0" timeOffset="302661.5985">22247 13402 912 0,'0'0'14'0,"0"0"-14"15,0 0-112-15,0 0 17 16,0 0-335-16</inkml:trace>
  <inkml:trace contextRef="#ctx0" brushRef="#br0" timeOffset="303331.8816">23029 13500 755 0,'0'0'157'0,"0"0"-15"16,0 0-27-16,0 0-44 15,0 0-31-15,0 0-3 16,-110 8-4-16,69 16-15 16,1 5 4-16,5 2 2 15,11 0-12-15,15-6-12 0,9-2 4 16,7-7-8-1,21-4 0-15,9-7 1 0,8-5-1 16,6-3 4-16,-1-14-22 16,-6-5-21-16,-7-2-6 15,-11 0 30-15,-12 3 5 16,-12 4 14-16,-2 3 7 16,0 3 13-16,0 6 11 15,-11 5-6-15,3 0-3 16,-3 0-3-16,5 10-7 15,0 5 4-15,6 6-11 16,0-1 0-16,16 2 2 0,14-3-7 16,11-5-12-16,9-6-45 15,5-8-103-15,-5 0-298 16</inkml:trace>
  <inkml:trace contextRef="#ctx0" brushRef="#br0" timeOffset="303764.7437">23518 13718 748 0,'0'0'10'0,"0"0"52"0,0 0 34 16,0 0-2-16,101-34 13 15,-75 9-67-15,-1-1-24 16,-2-2-5-16,-8 1 15 16,-2-3 11-16,-6-4-1 15,0-1-16-15,-2-4-3 16,-2 0-2-16,0 1-11 16,2-1 0-16,-3 2 2 15,2 7-6-15,0 7 1 16,-2 8-1-16,-2 9 0 15,0 6 0-15,0 0-6 16,0 17-5-16,-3 14 11 16,-12 5 9-16,-7 10 2 0,1 0 2 15,1 0 0-15,1 0-9 16,8-2 3-16,6-11-2 16,5-6-10-16,0-9-11 15,16-9-37-15,4-9-58 16,0 0-171-16</inkml:trace>
  <inkml:trace contextRef="#ctx0" brushRef="#br0" timeOffset="303915.3194">23661 13508 816 0,'0'0'179'0,"0"0"-179"16,0 0-11-16,0 0 11 15,0 0 0-15,97 17-60 16,-62-5-200-16</inkml:trace>
  <inkml:trace contextRef="#ctx0" brushRef="#br0" timeOffset="304598.0287">23825 13730 476 0,'0'0'381'16,"0"0"-255"-16,0 0-5 15,0 0-34-15,0 0 18 16,0 0-76-16,35-72-17 0,-13 57-8 16,3-2-3-16,2 0-1 15,3 0 4-15,0-2 0 16,-5 2-8-16,-2 0-6 16,-2 0 3-16,-4 3-6 15,-3 6 9-15,-7 2 1 16,1 6 0-16,-7 0-6 15,-1 0 2-15,0 2 2 16,0 7 0-16,0 4 5 16,0 1 2-16,0 0 8 15,0 1-2-15,3-3 2 16,6-3-2-16,4-3 2 16,4-4-9-16,8-2 7 15,7 0-3-15,-1-12-5 16,2-5-3-16,-3-3-22 15,-8 1-9-15,-7-2 10 0,-6 6 7 16,-8 4 14-16,-1 2 3 16,0 5 9-16,-5 4 4 15,-8 0-9-15,0 13-2 16,-2 5 9-16,8 1 9 16,4 3 3-16,3-2-12 15,0-3 3-15,7-5-9 16,12-2-1-16,6-7-4 15,5-3 1-15,9 0 2 0,2-13 0 16,-1-6-3-16,0-3-6 16,-4 2-6-16,-6-4-7 15,-6 5 11-15,-9 2-8 16,-9 8 15-16,-6 3 2 16,0 2 3-16,-3 4 14 15,-14 0-16-15,-3 7 2 16,0 7 1-16,5 5 10 15,7 3-1-15,8-2-9 16,0 0 5-16,16-1-4 16,10-4-6-16,7-4 0 15,5-4-2-15,6-4-21 16,1-3-72-16,-3 0-224 16,-11 0-447-16</inkml:trace>
  <inkml:trace contextRef="#ctx0" brushRef="#br0" timeOffset="305564.6633">21628 14129 392 0,'0'0'247'15,"0"0"-60"-15,0 0-59 0,0 0 40 16,0 0-43-16,0 0-47 15,7-40-38-15,-8 37 8 16,-3 3-17-16,-1 0-10 16,-5 0-7-16,-10 0-10 15,-5 15-3-15,-9 9 3 16,-4 5 3-16,-2 2-1 16,6 3-4-16,7-1-2 15,14-1 0-15,11-2-4 16,2-4 4-16,22-4 1 15,20-5 0-15,15-7-1 16,10-6-5-16,3-4-21 16,-1 0-46-16,-13-5-94 0,-11-9-240 15</inkml:trace>
  <inkml:trace contextRef="#ctx0" brushRef="#br0" timeOffset="306181.686">22030 14347 945 0,'0'0'108'16,"0"0"-7"-16,0 0-18 16,0 0-26-16,0 0 13 15,0 0-43-15,0-64-27 16,16 50-1-16,-1 3 1 15,0 2 5-15,-8 6-5 0,-2 2-1 16,-2 1 0 0,-2 0 1-16,1 0 0 0,0 8 1 15,0 4 18-15,1-2-10 16,-2 2 9-16,-1 0-10 16,0-1-1-16,0-1-1 15,0-3-1-15,0-4-1 16,0 0-3-16,0-3-1 15,0 0-4-15,0 0 2 16,15-3-22-16,11-11 7 16,8 0-2-16,1 2 1 15,-7 5 5-15,-7 6 13 16,-9 1 4-16,-6 0-2 0,1 4 0 16,-5 6 17-1,5 1-12-15,-3 3 14 0,4-2-17 16,3 0-1-16,3 0-3 15,7-5-3-15,4 1-35 16,5-5-93-16,-3-3-250 16</inkml:trace>
  <inkml:trace contextRef="#ctx0" brushRef="#br0" timeOffset="306361.2644">22614 14382 1018 0,'0'0'71'0,"0"0"-64"15,0 0 6-15,95-28 1 16,-57 21-14-16,2 2-38 16,-2-4-156-16,-5 0-350 15</inkml:trace>
  <inkml:trace contextRef="#ctx0" brushRef="#br0" timeOffset="306628.6738">22990 14185 933 0,'0'0'179'0,"0"0"-74"16,0 0-30-16,0 0-2 0,0 0-48 15,0 0-8-15,0 12-3 16,4 6 18-16,2 5-13 16,-1 1-8-16,-2 0 1 15,-3 0-7-15,0-4-5 16,0-3 3-16,0-3-5 16,0-4 2-16,0-4-37 15,0-4-36-15,6-2-78 16,0 0-178-16</inkml:trace>
  <inkml:trace contextRef="#ctx0" brushRef="#br0" timeOffset="307037.4441">23417 14100 900 0,'0'0'89'0,"0"0"-71"0,0 0 77 16,0 0 24-16,0 0-39 16,0 0-31-16,10 85-27 15,-7-54 14-15,-1 4-4 16,-1-3-10-16,-1-1-14 16,0-3 5-16,-7-1-7 15,-7-3-3-15,-6-3-1 16,-1-2-2-16,1-2-19 15,-7-3-32-15,-1-8-100 16,1-3-292-16</inkml:trace>
  <inkml:trace contextRef="#ctx0" brushRef="#br0" timeOffset="308480.8292">23548 14344 903 0,'0'0'92'0,"0"0"-82"15,0 0-10-15,0 0 101 16,0 0 15-16,0 0-56 16,85 1-49-16,-57-1 5 15,-1-4 1-15,-5-4 4 16,-2-3-4-16,1-1 9 16,-3-4-10-16,-2-3-7 15,-2-1 3-15,-3 4-2 0,-6 3-5 16,-4 5-5-16,-1 4 2 15,0 2-2-15,0 2-5 16,0 0 5-16,-1 0-2 16,-11 7 2-16,-4 6-2 15,-2 3 2-15,6-1 0 16,3 2 6-16,3-3-6 16,0-3 3-16,6 0-8 15,0-2 11-15,4-1-7 16,13-3 4-16,5-2 3 15,6-3-4-15,4 0 3 16,0 0-5-16,1 0 2 0,2-4-2 16,-2 0 1-16,-4-1 2 15,0 2-3-15,-7 0-5 16,-10 2-2-16,-6 0 4 16,-6 1 2-16,0 0-7 15,0 0 1-15,-10 0 6 16,-11 0 1-16,-5 5 0 15,-1 3 0-15,3 1 2 16,5 1 2-16,4 0-2 16,3-1 3-16,5-1-4 15,2 1 2-15,5-1-2 16,0 1 1-16,0 3 2 16,14-1-1-16,7-2-3 15,4 0 0-15,2-4-1 0,3-4 3 16,-2-1-1-16,-3 0 1 15,-1 0-1-15,-1-6-1 16,-4-6 3-16,-4-2-5 16,0-3 6-16,-5-3-1 15,-1-2-3-15,2 1 2 16,-6-3-4-16,3 2 6 16,-3 3-5-16,-1-3 3 15,2 3-2-15,0-3 0 16,-3 0 0-16,3-2 2 15,-1 0 1-15,-1-1 1 16,0 1-1-16,-1 2 0 16,-1 4 1-16,-1 8-1 0,-1 4-2 15,0 5 3-15,0 1-4 16,0 0-1-16,0 3-5 16,0 12 4-16,0 5 2 15,0 6 3-15,0-1-2 16,-1 1-2-16,1 0 1 15,0-2 0-15,0 0 0 16,0-1 0-16,7-3-1 16,2-5 0-16,3-2 1 15,0-5-1-15,2-4-6 16,2-2 6-16,2-2-2 16,0 0 3-16,3-2 4 15,1-7-2-15,-2-1 1 0,2 1-3 16,-5 1 0-16,-3 5 0 15,-3 0-4-15,-4 0 2 16,-3 3-3-16,-3 0-8 16,-1 0-3-16,0 0-10 15,2 0-37-15,-2 0-29 16,2 3-120-16,-2 3-4 16,0-1-322-16</inkml:trace>
  <inkml:trace contextRef="#ctx0" brushRef="#br0" timeOffset="311997.5036">18160 13399 664 0,'0'0'125'0,"0"0"-77"16,0 0 64-16,0 0 36 15,0 0-31-15,0 0-56 16,-16 2-10-16,16-2-1 15,0 0-4-15,0 0-6 16,0 0-11-16,0-1-7 16,0-8 0-16,0-3-15 15,5-4-6-15,6-1-1 16,0-3 2-16,1-2-2 0,3-4 0 16,-2-1-2-1,0 1 2-15,-1 0 0 0,2 6-4 16,-7 9 2-16,-1 5-8 15,-1 6 6-15,-2 0-9 16,4 7 9-16,0 13 4 16,0 8 0-16,0 2 1 15,2 1-1-15,0-1 1 16,1-5 1-16,2-3-2 16,0-8 1-16,-3-6 1 15,0-4-2-15,0-4 0 16,2 0 1-16,8-9 8 15,6-11-3-15,0-6-1 0,-1 0-5 16,-3 0 5 0,-3 3-5-16,-6 2 0 0,-1 6-3 15,-4 7-6-15,-3 3-9 16,2 5-33-16,2 0-56 16,4 6-8-16,0 9-117 15,0 1-119-15</inkml:trace>
  <inkml:trace contextRef="#ctx0" brushRef="#br0" timeOffset="313401.4175">18851 13329 889 0,'0'0'91'0,"0"0"-11"0,0 0 17 15,0 0-16-15,-100-13-23 16,76 18-34-16,3 10-7 16,2 2 3-16,5 2-7 15,7-2 3-15,6-4-7 16,1 1 0-16,0-5-9 16,9-1 0-16,7-8 0 15,6 0 0-15,2 0 8 16,-1-12-8-16,-1-5-8 15,-6-1-4-15,-4-1-14 16,-7-1 1-16,-5 3-9 0,0 3 4 16,-10 5-12-16,-7 4 13 15,-1 3 16-15,2 2 7 16,3 0 1-16,6 5 5 16,3 4-4-16,4-1-5 15,0 0-7-15,8 0-11 16,12-2 26-16,6-3 1 15,9-1 0-15,5-2 4 16,4 0 0-16,-1 0-3 16,-1-6-1-16,-5-4 0 15,-6-1-12-15,-7 1 10 16,-6 2 3-16,-6-1-1 0,-6 4 4 16,-6-2 0-16,0 4 14 15,0 3 4 1,-12 0-21-16,-9 0-1 0,-3 10 1 15,1 4 3-15,3 1 5 16,2 4 10-16,8-2-3 16,4-2 2-16,2 1-4 15,4-3-11-15,0-3 2 16,11-1 3-16,6-5-5 16,5-4 0-16,3 0-3 15,1-3 7-15,0-12-3 16,0-5-2-16,-4-4-2 15,-1-2 3-15,-3-3-3 16,-6-2-1-16,-4 1 1 16,-7-1 0-16,-1 2 0 0,0 0 3 15,0 2-2-15,-1 3 11 16,-1 2-6-16,0 8 4 16,2 5-7-16,-2 5 4 15,2 4-4-15,0 0-3 16,0 0-3-16,0 15-5 15,0 5 8-15,0 6 7 16,0 3-4-16,7 0-3 16,2-1 15-16,3 0-5 15,0-3-2-15,6-2-4 16,1-4-2-16,-1-4 4 16,1-5-6-16,2-6 0 0,-1-4-1 15,2 0 2-15,2-4 5 16,2-11-6-1,-3-5 4-15,-2-3 1 0,-2 0-4 16,-8 1 0-16,-2 5-1 16,-9 3 0-16,0 5 0 15,0 6-1-15,0 3 1 16,0 0 0-16,-9 0-3 16,0 11-2-16,-2 6 5 15,5 0-1-15,5 2 0 16,1 1 0-16,0-3 0 15,0-3 0-15,12-1 0 16,3-3-4-16,2-5 4 0,3-2-3 16,2-3 4-1,2 0-1-15,-3-1-5 0,0-12 4 16,-2-2 0-16,-4-4-2 16,-1 0 3-16,-6 0 1 15,-1 1 0-15,-1 2 4 16,-2 5-3-16,-1 2 2 15,-2 8 8-15,1 1-6 16,-2 0-3-16,0 0-2 16,0 6-1-16,1 12 1 15,2 7 13-15,2 2-2 16,-3 1-6-16,-2 1-2 16,0-4-2-16,0 2 0 0,-10-4 4 15,-6-3-5 1,1-3-3-16,0-5-3 0,7-7-5 15,7-3-6-15,1-2 13 16,0-5-1-16,23-12-5 16,6-2 10-16,9 1 5 15,-1-1-4-15,2 4 11 16,0 1 1-16,-2 1-10 16,-3 2-3-16,-4 5 0 15,-6 3-55-15,-7 3-83 16,-9 0-191-16,-8 3-336 15</inkml:trace>
  <inkml:trace contextRef="#ctx0" brushRef="#br0" timeOffset="321169.1778">24631 14215 776 0,'0'0'185'0,"0"0"-128"16,0 0-10-16,-81-25-1 15,53 23 9-15,-2 2 5 16,3 0-7-16,6 2-11 16,2 10-15-16,7 4-18 15,3 1 2-15,8 0-5 16,1 0 1-16,1-3-7 0,20-1 1 15,4-7-1-15,5-3 5 16,0-3-3-16,-5 0 0 16,-5-6 1-16,-5-9-3 15,-9 1-2-15,-2-1-7 16,-4 3 8-16,0 1-6 16,0 3 3-16,-9 3 2 15,0 5-1-15,0 0 2 16,2 0-2-16,-1 13 3 15,4 3 0-15,2 2-3 16,2 2-2-16,0-2 5 16,8 0 0-16,5-3-1 15,5-5 0-15,1-2-1 0,1-6-2 16,2-2-2 0,0 0 4-16,0-16-2 0,1-1-1 15,-3-2 5-15,-4 0 1 16,-4 2 3-16,-3 3-1 15,-3 4 3-15,-3 6 9 16,-3 2-1-16,2 2 6 16,-2 0-15-16,0 0-5 15,0 4-2-15,0 11 2 16,0 6 4-16,0-3-3 16,0-2 1-16,-3-2-1 15,-2-4-2-15,-1-3 2 16,3-4-2-16,0-3-5 15,0 0-6-15,-1 0 10 0,4-5-8 16,0-9-31-16,0-1 12 16,0 2 10-16,0 3 4 15,7 4 15-15,-1 4 19 16,-3 2 12-16,3 0-5 16,-1 0 2-16,5 0-7 15,2 0-10-15,-1 0-8 16,2 0-2-16,0 1-1 15,4-1-16-15,3 0-63 16,1 0-179-16,-1-3-257 16</inkml:trace>
  <inkml:trace contextRef="#ctx0" brushRef="#br0" timeOffset="321476.3555">25108 13971 893 0,'0'0'42'16,"0"0"-35"-16,0 0 88 0,43 80 16 15,-32-44-60-15,-2 3 2 16,-3 3-15-16,-5 2-19 16,-1-1-17-16,-1-1 5 15,-18-2-7-15,-4-1-28 16,-6-2-74-16,-11-8-133 16,-8-5-336-16</inkml:trace>
  <inkml:trace contextRef="#ctx0" brushRef="#br0" timeOffset="345231.7856">10470 1291 967 0,'0'0'171'0,"0"0"-101"16,0 0-10-16,0 0 4 15,0 0-12-15,0 0-22 16,0 0 3-16,-50-48-10 15,40 48-17-15,-3 0-5 16,-7 17 1-16,-1 9-2 16,-4 15 1-16,3 8 0 15,1 4 3-15,3 0-2 16,0-3 1-16,10-11-3 16,5-9-3-16,3-8 3 15,0-8-2-15,16-6 2 16,4-7 0-16,6-1 1 15,2-1-2-15,2-14 2 0,-1-2-6 16,-3 2 4-16,-5 1-4 16,-3 1 5-16,-5 4 0 15,-1 3 0-15,-1 2-2 16,6 4-1-16,3 0 1 16,3 0-1-16,5 0 0 15,-3 12 0-15,0 8 1 16,-5 3 2-16,-4 5 0 15,-5 6-4-15,-10 2 4 16,-1 3-3-16,-6-3 1 16,-15-2 2-16,0-6 3 15,2-6-2-15,7-11-1 0,5-6 0 16,7-5-49-16,0-18-73 16,20-21-363-16</inkml:trace>
  <inkml:trace contextRef="#ctx0" brushRef="#br0" timeOffset="345492.0867">11171 1264 1064 0,'0'0'161'0,"0"0"-123"16,0 0 8-16,0 0-2 0,0 0-21 15,-93 44-1-15,83-6 5 16,1 7-16-16,0 5 11 16,2 1-7-16,5-5-6 15,2-7-1-15,0-6-5 16,8-4-3-16,11-9 0 16,5-6-29-16,4-14-95 15,-1 0-230-15</inkml:trace>
  <inkml:trace contextRef="#ctx0" brushRef="#br0" timeOffset="346084.7553">11542 1545 649 0,'0'0'124'16,"0"0"-60"-16,0 0 88 16,0 0 53-16,0 0-100 15,0 0-51-15,-33-41-17 16,32 13-5-16,1-9-16 15,0-4-9-15,9-1-2 0,9 6-4 16,6 10-2 0,-1 9-7-16,0 9 8 0,-3 6 0 15,0 2 4-15,1 2-6 16,-3 18 2-16,1 6 0 16,-3 8 1-16,-2 5 1 15,-6 2 1-15,-7-2 1 16,-1-6 3-16,0-8-3 15,0-13 0-15,0-5-2 16,0-4 1-16,0-3 5 0,-1-5 4 16,1-17 5-1,0-12-17-15,0-5-2 0,13 5-1 16,2 8-9-16,3 11 11 16,-6 13-2-16,2 2-2 15,2 3 2-15,1 12 2 16,1 7 0-16,2 1 2 15,0-4-1-15,0 0 0 16,3-7 1-16,0-2 3 16,-3-4-4-16,-1-4-9 15,0-2-90-15,0-2-124 16,1-14-276-16</inkml:trace>
  <inkml:trace contextRef="#ctx0" brushRef="#br0" timeOffset="346279.2287">12258 1436 874 0,'0'0'254'0,"0"0"-250"0,0 0 22 15,0 0 108-15,0 0-53 16,0 99-33-16,-7-65-13 16,-2 1-19-16,-6 2-7 15,-4 1-7-15,-1-4 1 16,4-4-3-16,4-7-33 15,4-9-109-15,7-12-285 16</inkml:trace>
  <inkml:trace contextRef="#ctx0" brushRef="#br0" timeOffset="347832.1651">13466 780 198 0,'0'0'436'16,"0"0"-431"-16,0 0 148 0,0 0-71 15,87 28 1-15,-64-8 5 16,-1 4 3-16,0 4-16 16,-1-2-16-16,-3 6-14 15,0 2-4-15,-5 2-13 16,0 0 2-16,-7 4 8 16,-4 2-13-16,-2 0 0 15,0 3-3-15,-17 1-2 16,-6-2-11-16,-7 5-1 15,-3-4 2-15,-2-3-8 16,0-5-1-16,4-4-1 16,1-5-37-16,6-8-61 15,-2-4-133-15,2-8-670 16</inkml:trace>
  <inkml:trace contextRef="#ctx0" brushRef="#br0" timeOffset="358967.5481">12800 1359 896 0,'0'0'231'0,"0"0"-149"0,0 0-10 16,0 0-44-16,0 0 9 16,0 0-11-16,0 0-14 15,-8-4-11-15,16-1 5 16,14-1-2-16,5-5 18 15,1-5-4-15,0-2-13 16,-7-1 3-16,-4-2-1 16,-9 1-7-16,-4 2 6 15,-4 3-5-15,0 3-1 16,-17 7-5-16,-4 5 2 16,-4 0-2-16,-5 12-3 15,0 8 5-15,4 5 3 16,7-2-2-16,9 4 1 0,10-4-5 15,0 2 1-15,17-3-3 16,12-1 7-16,7-3 1 16,12-9 1-16,6-1-1 15,6-5-25-15,5-2-88 16,-11 1-184-16,-14 8-365 16</inkml:trace>
  <inkml:trace contextRef="#ctx0" brushRef="#br0" timeOffset="359781.4173">9969 2732 1125 0,'0'0'64'16,"0"0"-14"-16,0 0 6 15,0 0-24-15,-87 11 1 16,66 8-15-16,5-2 1 16,4-2-7-16,7-1-12 15,5-2 0-15,0 1-1 16,17 1-3-16,9-2 4 0,6 3 8 15,2-1-8 1,-4 0 2-16,-5 1 3 0,-10-1-4 16,-10 5 0-16,-5 3 0 15,-8 4 3-15,-20 4 17 16,-6-2 6-16,-2-3-1 16,6-5-13-16,9-8-8 15,12-7-2-15,6-5-3 16,3-1-16-16,11-26-63 15,20-16-250-15,12-15-491 16</inkml:trace>
  <inkml:trace contextRef="#ctx0" brushRef="#br0" timeOffset="359981.0736">10188 2755 1081 0,'0'0'171'15,"0"0"-105"-15,0 0-52 16,0 0-10-16,0 0 8 16,86-39 2-16,-41 22-12 15,0 3 2-15,-8 2-4 16,-10 4-76-16,-8 6-113 16,-11-1-100-16,-8 3-308 15</inkml:trace>
  <inkml:trace contextRef="#ctx0" brushRef="#br0" timeOffset="360148.6066">10412 2713 604 0,'0'0'257'0,"0"0"-151"0,0 0-21 16,-3 80 43-16,4-48-38 15,10 11-38-15,3-2-16 16,2 5-12-16,1-3-10 16,-2-3-6-16,-1-5-5 15,-1-5-3-15,0-6-2 16,1-10-111-16,-2-14-317 15</inkml:trace>
  <inkml:trace contextRef="#ctx0" brushRef="#br0" timeOffset="360430.5296">11264 2603 1054 0,'0'0'102'0,"0"0"-66"15,0 0 29-15,0 0-30 16,0 0 19-16,0 0-25 16,-75 64-4-16,66-30-4 15,2 5-5-15,3 3 1 16,4 1-12-16,0 0-1 0,11-4-4 15,8-4-2-15,11-7-9 16,8-11-102-16,4-16-194 16,6-1-651-16</inkml:trace>
  <inkml:trace contextRef="#ctx0" brushRef="#br0" timeOffset="361030.9495">11716 2798 997 0,'0'0'141'0,"0"0"-49"16,0 0-10-16,0 0-5 15,0 0-40-15,0 0-24 16,-23-99-5-16,35 63-6 16,7 0-2-16,1 4 0 15,2 6 0-15,-1 8 1 16,0 6-3-16,0 4-1 16,-3 8-1-16,1 0 4 15,2 8-5-15,2 14 2 16,-3 5 3-16,1 8 1 15,-5 0 4-15,-4 1 3 0,-7 0 0 16,-5 0 3-16,0-6 5 16,0-3-2-16,-8-6-2 15,-1-8-9-15,2-6 11 16,4-7-7-16,1 0 3 16,1-5 3-16,1-16-9 15,0-11-1-15,0-3-6 16,16 2 2-16,1 7-13 15,2 8-1-15,-1 11 10 16,-2 5 2-16,5 2-1 16,-1 0-4-16,2 11 8 15,0 6 0-15,-1 3-3 0,-3 2 3 16,0 2 1-16,-2-3 1 16,2-1-1-16,-1-1-1 15,1-3 2-15,1-5-1 16,-1-3-1-16,4-4-7 15,-1-4-110-15,0 0-212 16</inkml:trace>
  <inkml:trace contextRef="#ctx0" brushRef="#br0" timeOffset="361590.0045">12870 2809 957 0,'0'0'93'16,"0"0"-90"-16,0 0 48 15,0 0 15-15,0 0 35 16,0 0-42-16,44 76-27 0,-44-44-9 15,0 1 2-15,-9-2-2 16,-5-3-11-16,0-4-9 16,2-7-3-16,6-10-9 15,6-5-66-15,0-2-207 16,3-22-361-16</inkml:trace>
  <inkml:trace contextRef="#ctx0" brushRef="#br0" timeOffset="362365.9445">13481 2789 1043 0,'0'0'78'15,"0"0"-42"-15,0 0 49 16,0 0 26-16,0 0-38 15,0 0-25-15,0 0-14 16,-3 0 11-16,2-1-13 16,-1-11-20-16,0-9-11 0,2-4-1 15,0-4 1-15,4 1-2 16,11 1 0-16,0 8-5 16,5 6 4-16,3 4-3 15,0 5-4-15,-1 4 0 16,-2 0 2-16,-1 2 1 15,-2 14 1-15,1 3 2 16,-4 3 3-16,-3 2 0 16,-8-1-1-16,-3 2 0 15,0-5 1-15,-3-3 0 16,-4-6 2-16,4-6 0 16,3-4 0-16,0-1-2 15,0 0-3-15,5-10-1 16,12-11-26-16,6 1-1 15,-2 4 4-15,0 6 17 0,-4 7 7 16,-5 3-2-16,3 0 3 16,-3 3 0-16,2 6 2 15,2-3 0-15,2 0 1 16,3-1-1-16,3-5 0 16,4 0-16-16,-1-2-195 15,6-18-530-15</inkml:trace>
  <inkml:trace contextRef="#ctx0" brushRef="#br0" timeOffset="362576.3812">14175 2644 966 0,'0'0'199'16,"0"0"-196"-16,0 0-2 15,0 0 41-15,0 0-3 16,85-18-27-16,-51 1-9 16,-2 0-6-16,-2-4-65 15,-2-3-194-15,-6-3-408 16</inkml:trace>
  <inkml:trace contextRef="#ctx0" brushRef="#br0" timeOffset="362798.7922">14527 2376 1029 0,'0'0'145'0,"0"0"-128"16,0 0-2-16,0 0 89 15,0 0-40-15,0 0-18 16,12 85-14-16,-4-57-6 16,0 1-11-16,1 1 6 15,-3-2-9-15,1-2-7 16,-2-7-2-16,-1-3-3 15,-1-7-13-15,2-4-69 16,4-5-149-16,1-14-390 16</inkml:trace>
  <inkml:trace contextRef="#ctx0" brushRef="#br0" timeOffset="363034.7725">14868 2283 997 0,'0'0'48'16,"0"0"-39"-16,0 0 98 16,0 0-28-16,69 77-13 15,-51-45-28-15,1 10-8 16,-5 2 5-16,-3 4-15 16,-8-1-2-16,-3 0-8 15,0-4-3-15,-19-4-3 16,-6-3 0-16,-8-3-4 15,-7-2-32-15,-9-3-129 0,-5-8-433 16</inkml:trace>
  <inkml:trace contextRef="#ctx0" brushRef="#br0" timeOffset="364178.3146">15388 1985 836 0,'0'0'91'16,"0"0"-70"-16,0 0-12 16,0 0 37-16,0 0 38 15,0 0 27-15,83 55-44 16,-49-17-30-16,5 10-8 16,-3 7-3-16,-3 8 0 15,-4 6-5-15,-10 10-2 16,-8 10-10-16,-11 1-5 0,-6-1 0 15,-24-6-4 1,-10-11 0-16,-6-6-60 0,-8-10-110 16,-4-13-295-16</inkml:trace>
  <inkml:trace contextRef="#ctx0" brushRef="#br0" timeOffset="365931.7152">13726 3260 791 0,'0'0'129'0,"0"0"-92"16,0 0-11-16,0 0 77 0,0 0-4 16,0 0-51-1,-3 3-7-15,12-3-18 0,10 0 13 16,10 0-7-16,6-4-16 16,1-7-4-16,0-2-1 15,-5 0-5-15,-6 4-4 16,-6 1 1-16,-8 2-14 15,-9 3-5-15,-2 3 2 16,0 0-1-16,-3 4-12 16,-15 10 24-16,-3 4 6 15,2 2 0-15,1-3 2 16,7-2-2-16,10-3-2 16,1-3 0-16,0-4 2 0,21-2 0 15,7-3 3 1,11 0-2-16,3-6 1 0,-1-7 1 15,0-4 0-15,-9 3-3 16,-8 3 0-16,-12 3 0 16,-6 6 0-16,-6 2-1 15,0 0 1-15,-6 0-6 16,-14 9 6-16,-6 8 0 16,-2 4 1-16,1 0 4 15,6 2-3-15,7-1-1 16,7-6 2-16,7-3 1 15,0-3-3-15,2-8 0 16,17-2-1-16,6 0 7 16,2-8 6-16,1-10-10 0,-1-5 9 15,-3-3-10-15,-1-1 2 16,-6-1-3-16,-6 0-1 16,-6 2 3-16,-5-1-1 15,0 1 0-15,0-1-1 16,-3 4 3-16,-1 3-1 15,4 5-2-15,0 5 2 16,0 8-1-16,0 0 1 16,0 2-6-16,0 0 2 15,0 0-7-15,0 16 2 16,7 2 6-16,3 6 4 16,0 0-4-16,4 0 0 15,2-2 0-15,6-5 1 16,3-3-1-16,4-4 3 15,7-7-3-15,0-3 0 0,1 0 1 16,-1-6 0-16,-3-7-1 16,-9 2 1-16,-11 5-1 15,-6 3 1-15,-7 2-7 16,0 1 6-16,0 0-12 16,-14 0 2-16,-5 8 6 15,-1 8 4-15,1 2 0 16,5 0-2-16,8-2 2 15,3-2-4-15,3-4 2 16,0-3-2-16,10-4 4 16,10-3 0-16,-1 0 1 15,7-5 3-15,-3-10-3 0,1-1 0 16,-7-4 3-16,-3 1-4 16,-4 2-1-16,-6 2 1 15,-2 5 0-15,-2 4-2 16,0 3 2-16,0 3 8 15,0 0-8-15,0 0 0 16,0 9-9-16,0 13 9 16,0 3 0-16,0 2 3 15,0 0 1-15,0-1-3 16,0-5 0-16,0-4-1 16,-2-3 0-16,-5-4 1 15,3-3-1-15,3-4 0 16,1-3-37-16,0 0-19 0,0-3-57 15,14-11-75-15,9-6 43 16,6-4-24-16,-1 2 49 16,-1 3 112-16,-7 5 8 15,0 4 128-15,-5 4 36 16,0 2-59-16,-1-2-21 16,2 1-21-16,2-2-6 15,-2-1-4-15,3 0-15 16,0-1-25-16,0-4-6 15,0 0-3-15,-2-1-4 16,0-2-7-16,-6 4-39 16,-5 3-28-16,-3 5 56 0,-3 4 11 15,0 0 5 1,0 10 2-16,0 12 8 0,-7 5 68 16,-1 2-15-16,5-4 8 15,3-3-26-15,0-6-23 16,0 0-3-16,11-8-15 15,12-6 7-15,18-2-9 16,12-4-25-16,4-18-263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3T12:41:57.2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922 4623 149 0,'0'0'404'0,"0"0"-358"0,0 0 26 15,0 0 34-15,0 0-27 16,0 0 22-16,0 0-42 15,2-47 26-15,-2 44-20 16,0 2-35-16,0 1 17 16,0 0-21-16,0 0-14 15,0 0-9-15,0 0-2 16,0 0-1-16,0 0-4 16,0 0 3-16,0 0 1 15,0 0 8-15,0 0-4 16,0 0 4-16,0 0 2 0,-8 0 10 15,-1 0-8 1,-1 1-2-16,1 0-8 16,-3 1 2-16,0-1 7 0,1 1-5 15,-2 1 0-15,1-1-6 16,2 3 9-16,-2-1-8 16,-6 6-1-16,3 0-4 15,-3 1 4-15,3 3 0 16,-2 0 5-16,6 2-10 15,-1 1 11-15,-3 3-8 16,6 2 2-16,-3 3-10 16,3 6 8-16,0 3 2 15,-1 2 6-15,2 2-6 0,1 1-2 16,1-2 1 0,0-1 1-16,-3-2 0 0,6-3 0 15,-1-3 0-15,4-3 0 16,0 2 0-16,0-2-2 15,0 1 2-15,0-1-1 16,0 0 1-16,0 0 0 16,4 1-1-16,-1-1 1 15,-1 2 1-15,5 1 0 16,-4-1-1-16,0 0 0 16,-2-2 0-16,2 0 1 15,0-1-2-15,0-2 1 16,-1-1 0-16,-1-1 1 15,1 0 0-15,-1 1-1 0,0-4 0 16,3 5-1-16,0-2 1 16,-1-1 0-16,0 0 0 15,0-2 0-15,1 0 0 16,0 0 2-16,0 0-1 16,2 2-1-16,3 1 0 15,-3 0-1-15,0 3 0 16,3 1 1-16,0-2 0 15,0 4 5-15,-1-3-5 16,3-2 4-16,-2 1-5 16,0-3 3-16,-3-7-3 15,0 2 2-15,0-6-1 16,-3-1 0-16,0 1 3 0,0-3 2 16,0 1-5-16,0 0 4 15,4 2-3-15,-2-2 4 16,-1 2-3-1,1-2-2-15,-2 0 4 0,1-4-4 16,-2 1-4-16,-1-3 4 16,-1 0-20-16,2 0-10 15,2 0-23-15,2 2-79 16,-3-1-109-16,-3-1-516 16</inkml:trace>
  <inkml:trace contextRef="#ctx0" brushRef="#br0" timeOffset="2924.3476">469 4872 907 0,'0'0'141'0,"0"0"-60"15,0 0-20-15,0 0-5 16,0 0 0-16,0 0-16 15,0 0-16-15,0-2-10 16,0 2-2-16,0 0-2 16,0 0-2-16,0 0 2 0,0 0-5 15,0 0-5-15,0 0 0 16,9 0-6-16,7 0 6 16,5 5 7-16,6 1 0 15,3-1 0-15,7 0-5 16,-3 0 4-16,3-1-6 15,1-1 2-15,-4-2-1 16,-4 1-1-16,-3-2 2 16,-12 0-2-16,3 0 4 15,-7 0-8-15,-3 0 0 16,-5-6-9-16,3 1-23 16,-6-3-48-16,0 5-130 0,0 3-237 15</inkml:trace>
  <inkml:trace contextRef="#ctx0" brushRef="#br0" timeOffset="3340.4797">481 5208 756 0,'0'0'104'0,"0"0"-87"16,0 0 39-16,0 0 57 16,0 0-6-16,0 0-34 15,-23 8-33-15,23-8-21 16,0 0-2-16,0 0-3 16,0 2-5-16,12-2-6 15,7 2 16-15,7-2 4 16,8 0-7-16,2 0-1 15,4 0-3-15,2 0 0 16,3 0-8-16,0 0 0 16,-2 0-3-16,-3-2-1 15,-7-3 3-15,-6 2-1 16,-5-2-1-16,-7 1-1 16,-2 2 8-16,-5-3-8 15,-5 4 0-15,-3-2 0 0,0-2-8 16,0-1-3-16,0-5-52 15,-5-3-17-15,-2-2-50 16,-3-3-142-16,-1-2-405 16</inkml:trace>
  <inkml:trace contextRef="#ctx0" brushRef="#br0" timeOffset="3808.2329">677 4710 890 0,'0'0'73'0,"0"0"-55"15,0 0-13-15,0 0 31 16,0 0 10-16,0 0-17 15,14-3 0-15,7 6 22 16,4 2-16-16,2-2 5 16,3 1-2-16,-2-1-17 15,4 4-2-15,-2 2-8 16,2 2-4-16,-4 5 4 16,-5 1-11-16,1 5 1 0,-8 2-1 15,-4 2 1 1,-1 1 1-16,-7 2 0 0,-4 0 1 15,0 4 23-15,0 2-7 16,-15-2-11-16,3-1 2 16,-4 0 3-16,4-4-5 15,-3-1 6-15,3-4-8 16,-3-1-4-16,0-1 2 16,-1-3-2-16,1-1-1 15,-3-1-2-15,3-2-22 16,-4-2-34-16,-1-1-70 15,2-3-192-15</inkml:trace>
  <inkml:trace contextRef="#ctx0" brushRef="#br0" timeOffset="4575.1814">327 6202 544 0,'0'0'391'15,"0"0"-334"-15,0 0-10 16,0 0 40-16,0 0-8 16,0 0-15-16,-6 0-26 0,6 0-15 15,0 0-20 1,3 0 2-16,10-3 1 0,8-5 1 15,9-5 18-15,5 1-14 16,3 0-2-16,1 1-5 16,0 0 2-16,1 0-6 15,-1-1 3-15,-4-1 0 16,0 3-2-16,-5-1-1 16,-2 1 0-16,-4 0-14 15,-9 3-21-15,1 2-33 16,-7 4-50-16,-4 1-62 15,-5 0-65-15,0 13-117 0</inkml:trace>
  <inkml:trace contextRef="#ctx0" brushRef="#br0" timeOffset="4960.245">442 6472 746 0,'0'0'136'15,"0"0"-130"-15,0 0 22 16,0 0 87-16,0 0 1 0,0 0-61 16,0 3-30-1,16-3-13-15,7 0 26 0,5-8-6 16,5 0-10-16,8-4-2 15,-1-1-2-15,4-1-1 16,1 2-6-16,-4-2-2 16,3 1-1-16,-7 2-4 15,-7-1-4-15,0 2 6 16,-10 5-4-16,-4 0-1 16,-6 3-1-16,-6 2-6 15,-1 0 6-15,-3-2 0 16,0 2-9-16,0-1-18 15,0-2-17-15,0-1 2 16,0-5-21-16,0-4-267 16,-10-6-187-16</inkml:trace>
  <inkml:trace contextRef="#ctx0" brushRef="#br0" timeOffset="5631.008">570 5907 613 0,'0'0'251'15,"0"0"-197"-15,0 0 9 16,0 0 10-16,0 0 3 16,0 0-29-16,-1-4-26 15,1 4-4-15,0 0-4 16,6 0 10-16,7 0 3 16,5 2 8-16,4 0-9 15,5-2-5-15,3 0 2 16,6 0-9-16,4 0 1 15,-1 0-10-15,0 0-3 0,-2 0 1 16,3 0 6 0,-4 10-8-16,-2 5 1 0,-4 4-6 15,-2 3 1-15,-2 3 4 16,-5 2 3-16,-5 3-1 16,-1-1 0-16,-3 0 0 15,-3 3-1-15,-6 1 1 16,0 1-2-16,-3 0 2 15,0 3-1-15,0 1 1 16,-6-2-2-16,-5-1 1 16,-3-2-1-16,-3-2 1 15,0-3 3-15,-2-3 3 16,1-2-5-16,1-6 2 16,0 2 1-16,-2-5-5 15,4 1 10-15,-3-3-7 0,3 0-2 16,-3-2-2-16,0 0 2 15,2-1 1-15,1-1 2 16,3-1-8-16,1 1 4 16,0-2-10-16,0-3-13 15,8 1 3-15,-4-4-18 16,7 0-33-16,-2 0-68 16,-2 0-177-16</inkml:trace>
  <inkml:trace contextRef="#ctx0" brushRef="#br0" timeOffset="16841.976">9767 4850 525 0,'0'0'159'0,"0"0"-65"0,0 0-18 15,0 0 9-15,0 0 10 16,0 0-15-16,0 0-24 16,-3-6-30-16,3 6 18 15,0-1-14-15,0-1-9 16,0 2-1-16,0 0-10 16,0 0-2-16,0 0-8 15,0 0-7-15,0 7 3 16,0 9 4-16,3 4 3 15,5-4 2-15,0-2-2 16,0-3-3-16,-2-3 0 0,2-5 7 16,-4-3 1-1,5 0 11-15,3 0 13 0,4-17-8 16,6-7 6-16,1-4-20 16,1-3-10-16,-2 4 1 15,-2 5-1-15,-3 1 0 16,-2 6 0-16,0 1-15 15,0 4-32-15,-1 1-9 16,-1 6-58-16,-1 3-109 16,-8 0-165-16</inkml:trace>
  <inkml:trace contextRef="#ctx0" brushRef="#br0" timeOffset="17873.1244">8569 5757 769 0,'0'0'104'16,"0"0"-70"-16,0 0 28 15,0 0 50-15,0 0-19 16,0 0-52-16,0-5-18 16,0 5-17-16,0 0-6 0,0 0-8 15,0 0 8 1,0 5-1-16,2 6 6 0,5 3-1 15,-1 3-2-15,6 0 8 16,-4 0-2-16,4 0-6 16,-2 0 9-16,-2-4 0 15,4-2 5-15,-2-4-16 16,-3-2 12-16,2-5 1 16,-1 0 2-16,6 0 5 15,3-8 3-15,9-12 1 16,3-5-6-16,6-4-18 15,2-1 3-15,-1 4-10 0,-5 2 5 16,-1 7-15 0,-5 6-29-16,-5 2-20 0,-4 5-44 15,-2 3-161-15,-9-2-330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0-09-13T12:42:26.23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B456D30-DC51-4D63-90BF-6BE0A05A92AB}" emma:medium="tactile" emma:mode="ink">
          <msink:context xmlns:msink="http://schemas.microsoft.com/ink/2010/main" type="inkDrawing" rotatedBoundingBox="-4878,10039 -4838,10039 -4838,10054 -4878,10054" shapeName="Other"/>
        </emma:interpretation>
      </emma:emma>
    </inkml:annotationXML>
    <inkml:trace contextRef="#ctx0" brushRef="#br0">0 0 0,'40'0'31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Graphs - Algorithms and Mining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4B1A4-6412-4BCE-9D46-4C4F45D10730}" type="datetime1">
              <a:rPr lang="en-IN" smtClean="0"/>
              <a:t>20-11-2021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25816-F6EC-475B-A61D-CE75656011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75448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74E4A797-ED5B-4267-9B6F-0498D7026212}" type="datetime1">
              <a:rPr lang="en-IN" smtClean="0"/>
              <a:t>20-11-2021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7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D284392-47C4-4658-87E2-31960EB868E9}" type="datetime1">
              <a:rPr lang="en-IN" smtClean="0"/>
              <a:t>20-11-2021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51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2C52A34-EE6D-4D66-8C42-E408C711C5A4}" type="datetime1">
              <a:rPr lang="en-IN" smtClean="0"/>
              <a:t>20-11-2021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09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1C4B1A4-6412-4BCE-9D46-4C4F45D10730}" type="datetime1">
              <a:rPr lang="en-IN" smtClean="0"/>
              <a:t>20-11-2021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433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392A8F-9E0D-46DA-BAD2-E88BA0A548D7}" type="slidenum">
              <a:rPr lang="en-IN"/>
              <a:pPr/>
              <a:t>6</a:t>
            </a:fld>
            <a:endParaRPr lang="en-I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9683DE23-D51D-41D3-9115-EF93FAD4001A}" type="datetime1">
              <a:rPr lang="en-IN" smtClean="0"/>
              <a:t>20-11-2021</a:t>
            </a:fld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049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31F3278-6D7D-493C-A5B6-51D5847E4370}" type="datetime1">
              <a:rPr lang="en-IN" smtClean="0"/>
              <a:t>20-11-2021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739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31F3278-6D7D-493C-A5B6-51D5847E4370}" type="datetime1">
              <a:rPr lang="en-IN" smtClean="0"/>
              <a:t>20-11-2021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27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6" name="Picture 10" descr="BITS_university_logo_whitevert.png"/>
          <p:cNvPicPr>
            <a:picLocks noChangeAspect="1"/>
          </p:cNvPicPr>
          <p:nvPr userDrawn="1"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pic>
        <p:nvPicPr>
          <p:cNvPr id="11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3" name="Picture 8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9" name="TextBox 18"/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14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14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14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14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emf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emf"/><Relationship Id="rId5" Type="http://schemas.openxmlformats.org/officeDocument/2006/relationships/customXml" Target="../ink/ink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5" Type="http://schemas.openxmlformats.org/officeDocument/2006/relationships/image" Target="../media/image145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810000"/>
            <a:ext cx="6781800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Graphs - Algorithms and </a:t>
            </a:r>
            <a:r>
              <a:rPr lang="en-US" sz="4000" dirty="0" smtClean="0"/>
              <a:t>Mining </a:t>
            </a:r>
            <a:br>
              <a:rPr lang="en-US" sz="4000" dirty="0" smtClean="0"/>
            </a:br>
            <a:r>
              <a:rPr lang="en-US" sz="4000" dirty="0" smtClean="0"/>
              <a:t>(DSE**  ZG521)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28600" y="4648200"/>
            <a:ext cx="8763000" cy="1600200"/>
          </a:xfrm>
        </p:spPr>
        <p:txBody>
          <a:bodyPr rtlCol="0"/>
          <a:lstStyle/>
          <a:p>
            <a:pPr algn="ctr"/>
            <a:endParaRPr lang="en-US" sz="8000" dirty="0" smtClean="0"/>
          </a:p>
          <a:p>
            <a:pPr algn="ctr"/>
            <a:r>
              <a:rPr lang="en-US" sz="8000" dirty="0" smtClean="0"/>
              <a:t>Module I</a:t>
            </a:r>
            <a:endParaRPr lang="en-IN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b="1" dirty="0" smtClean="0"/>
              <a:t>COURSE </a:t>
            </a:r>
            <a:r>
              <a:rPr lang="en-US" b="1" cap="all" dirty="0" smtClean="0"/>
              <a:t>Objectives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 smtClean="0"/>
              <a:t>CO</a:t>
            </a:r>
            <a:r>
              <a:rPr lang="en-US" sz="2400" b="1" baseline="-25000" dirty="0" smtClean="0"/>
              <a:t>1</a:t>
            </a:r>
            <a:r>
              <a:rPr lang="en-US" sz="2400" b="1" dirty="0" smtClean="0"/>
              <a:t>: </a:t>
            </a:r>
            <a:r>
              <a:rPr lang="en-US" sz="2400" dirty="0"/>
              <a:t>To introduce handling graph data at large scale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 smtClean="0"/>
              <a:t>CO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: </a:t>
            </a:r>
            <a:r>
              <a:rPr lang="en-US" sz="2400" dirty="0"/>
              <a:t>To introduce graph mining algorithms and their applications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 smtClean="0"/>
              <a:t>CO</a:t>
            </a:r>
            <a:r>
              <a:rPr lang="en-US" sz="2400" b="1" baseline="-25000" dirty="0" smtClean="0"/>
              <a:t>3</a:t>
            </a:r>
            <a:r>
              <a:rPr lang="en-US" sz="2400" b="1" dirty="0" smtClean="0"/>
              <a:t>: </a:t>
            </a:r>
            <a:r>
              <a:rPr lang="en-US" sz="2400" dirty="0"/>
              <a:t>To enable students to identify and formulate graph mining problems formally, </a:t>
            </a:r>
            <a:r>
              <a:rPr lang="en-US" sz="2400" dirty="0" smtClean="0"/>
              <a:t>providing </a:t>
            </a:r>
            <a:r>
              <a:rPr lang="en-IN" sz="2400" dirty="0" smtClean="0"/>
              <a:t>solutions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 smtClean="0"/>
              <a:t>CO</a:t>
            </a:r>
            <a:r>
              <a:rPr lang="en-US" sz="2400" b="1" baseline="-25000" dirty="0" smtClean="0"/>
              <a:t>4</a:t>
            </a:r>
            <a:r>
              <a:rPr lang="en-US" sz="2400" b="1" dirty="0" smtClean="0"/>
              <a:t>: </a:t>
            </a:r>
            <a:r>
              <a:rPr lang="en-US" sz="2400" dirty="0"/>
              <a:t>To enable students to evaluate various possible graph mining solutions for a </a:t>
            </a:r>
            <a:r>
              <a:rPr lang="en-US" sz="2400" dirty="0" smtClean="0"/>
              <a:t>given </a:t>
            </a:r>
            <a:r>
              <a:rPr lang="en-IN" sz="2400" dirty="0" smtClean="0"/>
              <a:t>problem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 smtClean="0"/>
              <a:t>Course 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5181600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</a:pPr>
            <a:r>
              <a:rPr lang="en-US" b="1" dirty="0" smtClean="0"/>
              <a:t>TEXT BOOKS (T1 &amp; T2)</a:t>
            </a:r>
            <a:r>
              <a:rPr lang="en-US" dirty="0" smtClean="0"/>
              <a:t>: </a:t>
            </a:r>
          </a:p>
          <a:p>
            <a:pPr marL="6858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dirty="0"/>
              <a:t>Social Media Mining - An introduction, Reza </a:t>
            </a:r>
            <a:r>
              <a:rPr lang="en-IN" dirty="0" err="1"/>
              <a:t>Zafarani</a:t>
            </a:r>
            <a:r>
              <a:rPr lang="en-IN" dirty="0"/>
              <a:t>, Mohammad Ali </a:t>
            </a:r>
            <a:r>
              <a:rPr lang="en-IN" dirty="0" err="1"/>
              <a:t>Abbasi</a:t>
            </a:r>
            <a:r>
              <a:rPr lang="en-IN" dirty="0"/>
              <a:t>, </a:t>
            </a:r>
            <a:r>
              <a:rPr lang="en-IN" dirty="0" err="1"/>
              <a:t>Huan</a:t>
            </a:r>
            <a:r>
              <a:rPr lang="en-IN" dirty="0"/>
              <a:t> Liu , Cambridge University Press , 2014 [ http://dmml.asu.edu/smm/SMM.pdf - Open Access]</a:t>
            </a:r>
            <a:endParaRPr lang="en-US" dirty="0" smtClean="0">
              <a:solidFill>
                <a:srgbClr val="0070C0"/>
              </a:solidFill>
            </a:endParaRPr>
          </a:p>
          <a:p>
            <a:pPr marL="6858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rgbClr val="0070C0"/>
                </a:solidFill>
              </a:rPr>
              <a:t>Not all topics are covered in one text/reference book.</a:t>
            </a:r>
          </a:p>
          <a:p>
            <a:pPr marL="6858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 smtClean="0">
              <a:solidFill>
                <a:srgbClr val="0070C0"/>
              </a:solidFill>
            </a:endParaRPr>
          </a:p>
          <a:p>
            <a:pPr indent="0" fontAlgn="base">
              <a:spcAft>
                <a:spcPct val="0"/>
              </a:spcAft>
            </a:pPr>
            <a:r>
              <a:rPr lang="en-US" dirty="0" smtClean="0">
                <a:solidFill>
                  <a:schemeClr val="accent2"/>
                </a:solidFill>
              </a:rPr>
              <a:t>* Research Papers will be used for most of the topics.</a:t>
            </a:r>
          </a:p>
          <a:p>
            <a:pPr indent="0" fontAlgn="base">
              <a:spcAft>
                <a:spcPct val="0"/>
              </a:spcAft>
            </a:pPr>
            <a:r>
              <a:rPr lang="en-US" dirty="0" smtClean="0">
                <a:solidFill>
                  <a:schemeClr val="accent2"/>
                </a:solidFill>
              </a:rPr>
              <a:t>* Most of the contents are theoretical, but their practical application will be explained.</a:t>
            </a:r>
          </a:p>
          <a:p>
            <a:pPr indent="0" fontAlgn="base">
              <a:spcAft>
                <a:spcPct val="0"/>
              </a:spcAft>
            </a:pPr>
            <a:r>
              <a:rPr lang="en-US" dirty="0" smtClean="0">
                <a:solidFill>
                  <a:schemeClr val="accent2"/>
                </a:solidFill>
              </a:rPr>
              <a:t>* Research Paper will also be provided  to you, for your better understanding</a:t>
            </a:r>
          </a:p>
          <a:p>
            <a:pPr marL="6858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dirty="0" smtClean="0"/>
              <a:t> 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Resources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88000" y="1560600"/>
              <a:ext cx="8207280" cy="4716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840" y="1549440"/>
                <a:ext cx="8229600" cy="4739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US" b="1" dirty="0" smtClean="0"/>
              <a:t>REFERENCE BOOKS (R)</a:t>
            </a:r>
            <a:r>
              <a:rPr lang="en-US" dirty="0" smtClean="0"/>
              <a:t>:</a:t>
            </a:r>
          </a:p>
          <a:p>
            <a:pPr fontAlgn="base">
              <a:spcAft>
                <a:spcPct val="0"/>
              </a:spcAft>
            </a:pPr>
            <a:r>
              <a:rPr lang="en-US" dirty="0" smtClean="0"/>
              <a:t> </a:t>
            </a:r>
          </a:p>
          <a:p>
            <a:pPr marL="6858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i="1" dirty="0" smtClean="0"/>
              <a:t>(R1) Agarwal </a:t>
            </a:r>
            <a:r>
              <a:rPr lang="en-US" i="1" dirty="0" err="1"/>
              <a:t>Charu</a:t>
            </a:r>
            <a:r>
              <a:rPr lang="en-US" i="1" dirty="0"/>
              <a:t> C. and Wang </a:t>
            </a:r>
            <a:r>
              <a:rPr lang="en-US" i="1" dirty="0" err="1"/>
              <a:t>Haixun</a:t>
            </a:r>
            <a:r>
              <a:rPr lang="en-US" i="1" dirty="0"/>
              <a:t>, “</a:t>
            </a:r>
            <a:r>
              <a:rPr lang="en-US" b="1" i="1" dirty="0"/>
              <a:t>Managing and Mining Graph Data</a:t>
            </a:r>
            <a:r>
              <a:rPr lang="en-US" i="1" dirty="0" smtClean="0"/>
              <a:t>” </a:t>
            </a:r>
            <a:r>
              <a:rPr lang="en-US" i="1" dirty="0"/>
              <a:t>, Springer; 2010 </a:t>
            </a:r>
            <a:r>
              <a:rPr lang="en-US" i="1" dirty="0" smtClean="0"/>
              <a:t>edition.</a:t>
            </a:r>
          </a:p>
          <a:p>
            <a:pPr marL="6858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i="1" dirty="0" smtClean="0"/>
              <a:t>(</a:t>
            </a:r>
            <a:r>
              <a:rPr lang="en-US" i="1" dirty="0"/>
              <a:t>R2</a:t>
            </a:r>
            <a:r>
              <a:rPr lang="en-US" i="1" dirty="0" smtClean="0"/>
              <a:t>) Jure </a:t>
            </a:r>
            <a:r>
              <a:rPr lang="en-US" i="1" dirty="0" err="1"/>
              <a:t>Leskovec</a:t>
            </a:r>
            <a:r>
              <a:rPr lang="en-US" i="1" dirty="0"/>
              <a:t>, </a:t>
            </a:r>
            <a:r>
              <a:rPr lang="en-US" i="1" dirty="0" err="1"/>
              <a:t>Anand</a:t>
            </a:r>
            <a:r>
              <a:rPr lang="en-US" i="1" dirty="0"/>
              <a:t> </a:t>
            </a:r>
            <a:r>
              <a:rPr lang="en-US" i="1" dirty="0" err="1"/>
              <a:t>Rajaraman</a:t>
            </a:r>
            <a:r>
              <a:rPr lang="en-US" i="1" dirty="0"/>
              <a:t>, Jeff Ullman. “</a:t>
            </a:r>
            <a:r>
              <a:rPr lang="en-US" b="1" i="1" dirty="0"/>
              <a:t>Mining of Massive Datasets</a:t>
            </a:r>
            <a:r>
              <a:rPr lang="en-US" i="1" dirty="0"/>
              <a:t>”. Book </a:t>
            </a:r>
            <a:r>
              <a:rPr lang="en-US" i="1" dirty="0" smtClean="0"/>
              <a:t>2</a:t>
            </a:r>
            <a:r>
              <a:rPr lang="en-US" i="1" baseline="30000" dirty="0" smtClean="0"/>
              <a:t>nd</a:t>
            </a:r>
            <a:r>
              <a:rPr lang="en-US" i="1" dirty="0" smtClean="0"/>
              <a:t> edition</a:t>
            </a:r>
            <a:r>
              <a:rPr lang="en-US" i="1" dirty="0"/>
              <a:t>. Cambridge University Press.</a:t>
            </a:r>
          </a:p>
          <a:p>
            <a:pPr marL="685800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i="1" dirty="0" smtClean="0"/>
              <a:t>(R3) Tan </a:t>
            </a:r>
            <a:r>
              <a:rPr lang="en-US" i="1" dirty="0"/>
              <a:t>P. N., Steinbach M &amp; Kumar V. “</a:t>
            </a:r>
            <a:r>
              <a:rPr lang="en-US" b="1" i="1" dirty="0"/>
              <a:t>Introduction to Data Mining</a:t>
            </a:r>
            <a:r>
              <a:rPr lang="en-US" i="1" dirty="0"/>
              <a:t>” Pearson Education, 2006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Resources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21840" y="2076480"/>
              <a:ext cx="4939200" cy="1289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760" y="2067120"/>
                <a:ext cx="4961520" cy="13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355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304800" y="609600"/>
            <a:ext cx="57753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4000" b="1">
                <a:cs typeface="Arial" pitchFamily="34" charset="0"/>
              </a:rPr>
              <a:t>EVALUATION SCHEME</a:t>
            </a:r>
            <a:endParaRPr lang="en-US" sz="4000">
              <a:cs typeface="Arial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387927"/>
              </p:ext>
            </p:extLst>
          </p:nvPr>
        </p:nvGraphicFramePr>
        <p:xfrm>
          <a:off x="408215" y="1676399"/>
          <a:ext cx="7821387" cy="4648201"/>
        </p:xfrm>
        <a:graphic>
          <a:graphicData uri="http://schemas.openxmlformats.org/drawingml/2006/table">
            <a:tbl>
              <a:tblPr/>
              <a:tblGrid>
                <a:gridCol w="887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kern="50" dirty="0">
                          <a:latin typeface="Calibri"/>
                          <a:ea typeface="WenQuanYi Micro Hei"/>
                          <a:cs typeface="Lohit Hindi"/>
                        </a:rPr>
                        <a:t>EC No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kern="50" dirty="0">
                          <a:latin typeface="Calibri"/>
                          <a:ea typeface="WenQuanYi Micro Hei"/>
                          <a:cs typeface="Lohit Hindi"/>
                        </a:rPr>
                        <a:t>Component &amp; Nature 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kern="50">
                          <a:latin typeface="Calibri"/>
                          <a:ea typeface="WenQuanYi Micro Hei"/>
                          <a:cs typeface="Lohit Hindi"/>
                        </a:rPr>
                        <a:t>Duration </a:t>
                      </a:r>
                      <a:endParaRPr lang="en-IN" sz="2000" kern="5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b="1" kern="50" dirty="0">
                          <a:latin typeface="Calibri"/>
                          <a:ea typeface="WenQuanYi Micro Hei"/>
                          <a:cs typeface="Lohit Hindi"/>
                        </a:rPr>
                        <a:t>Weightage 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alibri"/>
                          <a:ea typeface="Times New Roman"/>
                          <a:cs typeface="Times New Roman"/>
                        </a:rPr>
                        <a:t>Date, Time</a:t>
                      </a:r>
                      <a:endParaRPr lang="en-IN" sz="20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1.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strike="noStrike" kern="50" baseline="0" dirty="0" smtClean="0">
                          <a:latin typeface="Times New Roman"/>
                          <a:ea typeface="WenQuanYi Micro Hei"/>
                          <a:cs typeface="Lohit Hindi"/>
                        </a:rPr>
                        <a:t>Quiz 1</a:t>
                      </a:r>
                      <a:endParaRPr lang="en-IN" sz="2000" strike="noStrike" kern="50" baseline="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-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5% (Best of the Two)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Calibri"/>
                          <a:ea typeface="WenQuanYi Micro Hei"/>
                          <a:cs typeface="Lohit Hindi"/>
                        </a:rPr>
                        <a:t>1.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50" dirty="0" smtClean="0">
                          <a:latin typeface="+mn-lt"/>
                          <a:ea typeface="WenQuanYi Micro Hei"/>
                          <a:cs typeface="Lohit Hindi"/>
                        </a:rPr>
                        <a:t>Quiz</a:t>
                      </a:r>
                      <a:r>
                        <a:rPr lang="en-US" sz="2000" kern="50" baseline="0" dirty="0" smtClean="0">
                          <a:latin typeface="+mn-lt"/>
                          <a:ea typeface="WenQuanYi Micro Hei"/>
                          <a:cs typeface="Lohit Hindi"/>
                        </a:rPr>
                        <a:t> 2</a:t>
                      </a:r>
                      <a:endParaRPr lang="en-IN" sz="2000" kern="50" dirty="0" smtClean="0">
                        <a:latin typeface="+mn-lt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-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>
                          <a:latin typeface="Calibri"/>
                          <a:ea typeface="WenQuanYi Micro Hei"/>
                          <a:cs typeface="Lohit Hindi"/>
                        </a:rPr>
                        <a:t>1</a:t>
                      </a:r>
                      <a:r>
                        <a:rPr lang="en-IN" sz="2000" kern="50" dirty="0" smtClean="0">
                          <a:latin typeface="Calibri"/>
                          <a:ea typeface="WenQuanYi Micro Hei"/>
                          <a:cs typeface="Lohit Hindi"/>
                        </a:rPr>
                        <a:t>. 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50" dirty="0" smtClean="0">
                          <a:latin typeface="+mn-lt"/>
                          <a:ea typeface="WenQuanYi Micro Hei"/>
                          <a:cs typeface="Lohit Hindi"/>
                        </a:rPr>
                        <a:t>Assignment 1</a:t>
                      </a:r>
                      <a:endParaRPr lang="en-IN" sz="2000" strike="noStrike" kern="50" baseline="0" dirty="0" smtClean="0">
                        <a:latin typeface="Times New Roman"/>
                        <a:ea typeface="WenQuanYi Micro Hei"/>
                        <a:cs typeface="Lohit Hindi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Calibri"/>
                          <a:ea typeface="WenQuanYi Micro Hei"/>
                          <a:cs typeface="Lohit Hindi"/>
                        </a:rPr>
                        <a:t>-</a:t>
                      </a:r>
                      <a:endParaRPr lang="en-IN" sz="2000" kern="50" dirty="0">
                        <a:latin typeface="Calibri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Calibri"/>
                          <a:ea typeface="WenQuanYi Micro Hei"/>
                          <a:cs typeface="Lohit Hindi"/>
                        </a:rPr>
                        <a:t>25%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Calibri"/>
                          <a:ea typeface="WenQuanYi Micro Hei"/>
                          <a:cs typeface="Lohit Hindi"/>
                        </a:rPr>
                        <a:t>2.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Mid-Semester Test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(Closed Book) 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+mn-lt"/>
                          <a:ea typeface="WenQuanYi Micro Hei"/>
                          <a:cs typeface="Lohit Hindi"/>
                        </a:rPr>
                        <a:t>2 hours 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30%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Times New Roman"/>
                          <a:ea typeface="WenQuanYi Micro Hei"/>
                          <a:cs typeface="Lohit Hindi"/>
                        </a:rPr>
                        <a:t>3.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Calibri"/>
                          <a:ea typeface="WenQuanYi Micro Hei"/>
                          <a:cs typeface="Lohit Hindi"/>
                        </a:rPr>
                        <a:t>Comprehensive </a:t>
                      </a:r>
                      <a:r>
                        <a:rPr lang="en-IN" sz="2000" kern="50" dirty="0">
                          <a:latin typeface="Calibri"/>
                          <a:ea typeface="WenQuanYi Micro Hei"/>
                          <a:cs typeface="Lohit Hindi"/>
                        </a:rPr>
                        <a:t>Exam 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>
                          <a:latin typeface="Calibri"/>
                          <a:ea typeface="WenQuanYi Micro Hei"/>
                          <a:cs typeface="Lohit Hindi"/>
                        </a:rPr>
                        <a:t>(Open Book)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>
                          <a:latin typeface="Calibri"/>
                          <a:ea typeface="WenQuanYi Micro Hei"/>
                          <a:cs typeface="Lohit Hindi"/>
                        </a:rPr>
                        <a:t>3 hours 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kern="50" dirty="0" smtClean="0">
                          <a:latin typeface="Calibri"/>
                          <a:ea typeface="WenQuanYi Micro Hei"/>
                          <a:cs typeface="Lohit Hindi"/>
                        </a:rPr>
                        <a:t>40%</a:t>
                      </a: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2000" kern="50" dirty="0">
                        <a:latin typeface="Times New Roman"/>
                        <a:ea typeface="WenQuanYi Micro Hei"/>
                        <a:cs typeface="Lohit Hindi"/>
                      </a:endParaRPr>
                    </a:p>
                  </a:txBody>
                  <a:tcPr marL="61232" marR="612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878480" y="775800"/>
              <a:ext cx="4663440" cy="51364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7680" y="769320"/>
                <a:ext cx="4680360" cy="515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Email </a:t>
            </a:r>
            <a:r>
              <a:rPr lang="en-US" dirty="0" smtClean="0"/>
              <a:t>etiquettes.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No “reply to all”; unless &amp; until unavoidable!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No Request to timeline extension, with the reason of being working professionals.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Continuous reading of papers &amp; books.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Few Requests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2240" y="735480"/>
              <a:ext cx="5960520" cy="3464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0" y="729000"/>
                <a:ext cx="5980680" cy="348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838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52400" y="381000"/>
            <a:ext cx="8534400" cy="990600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Various type of </a:t>
            </a:r>
            <a:r>
              <a:rPr lang="en-IN" sz="3600" dirty="0" smtClean="0"/>
              <a:t>Graph Data </a:t>
            </a:r>
            <a:r>
              <a:rPr lang="en-IN" sz="3600" dirty="0"/>
              <a:t>for Graph </a:t>
            </a:r>
            <a:r>
              <a:rPr lang="en-IN" sz="3600" dirty="0" smtClean="0"/>
              <a:t>Mining</a:t>
            </a:r>
            <a:endParaRPr lang="en-IN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8305800" cy="50949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5040" y="81360"/>
              <a:ext cx="9063000" cy="6641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80" y="70200"/>
                <a:ext cx="9085320" cy="666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658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953000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 smtClean="0"/>
              <a:t>Introduction to the Graphs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/>
              <a:t>Preliminaries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 smtClean="0"/>
              <a:t>Graph Mining Applications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 smtClean="0"/>
              <a:t>Overview of Graph mining Algorithms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 smtClean="0"/>
              <a:t>Graph Data Management Algorithms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</a:p>
          <a:p>
            <a:pPr lvl="3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Reachability</a:t>
            </a:r>
          </a:p>
          <a:p>
            <a:pPr lvl="3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</a:p>
          <a:p>
            <a:pPr lvl="3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Searching</a:t>
            </a:r>
          </a:p>
          <a:p>
            <a:pPr lvl="3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Summarization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/>
              <a:t>Dynamics of Dynamic Graphs (Time Evolving Graphs)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Densification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Radius &amp; Diameter of graph</a:t>
            </a:r>
          </a:p>
          <a:p>
            <a:pPr lvl="3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Course Outline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42920" y="1005480"/>
              <a:ext cx="5520240" cy="5592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920" y="997560"/>
                <a:ext cx="5533920" cy="560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284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5105400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b="1" dirty="0" smtClean="0"/>
              <a:t>Graph Mining Algorithms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/>
              <a:t>Pattern Mining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/>
              <a:t>Clustering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Node Clustering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Graph Clustering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/>
              <a:t>Classification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Label Propagation</a:t>
            </a:r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Graph Classification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/>
              <a:t>Graph Compression</a:t>
            </a:r>
          </a:p>
          <a:p>
            <a:pPr lvl="1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/>
              <a:t>Other important topics </a:t>
            </a:r>
            <a:endParaRPr lang="en-IN" sz="2200" dirty="0" smtClean="0"/>
          </a:p>
          <a:p>
            <a:pPr lvl="2" fontAlgn="base"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graph model, laws, graph dynamics, social network analysis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, visualization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, summarization, graph clustering, link analysis, …)</a:t>
            </a:r>
            <a:endParaRPr lang="en-IN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Course </a:t>
            </a:r>
            <a:r>
              <a:rPr lang="en-US" dirty="0" smtClean="0"/>
              <a:t>Outline ….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98080" y="1488240"/>
              <a:ext cx="8218800" cy="5344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560" y="1479960"/>
                <a:ext cx="8240760" cy="536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9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876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Graph Terminologies.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/>
              <a:t>Nodes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/>
              <a:t>Edges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/>
              <a:t>Degree and Degree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Weighted - unweighted,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Storage of graph: Matrix-list..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/>
              <a:t>Tree, Forest, Spanning tree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/>
              <a:t>Traversal: DFS, BFS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/>
              <a:t>Paths, </a:t>
            </a:r>
            <a:r>
              <a:rPr lang="en-IN" sz="2400" dirty="0"/>
              <a:t>Connected – disconnected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400" dirty="0" smtClean="0"/>
          </a:p>
          <a:p>
            <a:pPr lvl="1">
              <a:buFont typeface="Wingdings" panose="05000000000000000000" pitchFamily="2" charset="2"/>
              <a:buChar char="v"/>
            </a:pPr>
            <a:endParaRPr lang="en-IN" sz="2400" dirty="0" smtClean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Prerequisite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758536"/>
            <a:ext cx="2959686" cy="24376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819" y="3827162"/>
            <a:ext cx="4732229" cy="11258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278280" y="280800"/>
              <a:ext cx="8786160" cy="53715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840" y="272160"/>
                <a:ext cx="8808120" cy="538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866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876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/>
              <a:t>NP Complete Problems.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/>
              <a:t>Graph Isomorphism.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/>
              <a:t>Graph Matching.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 smtClean="0"/>
              <a:t>Edit Distance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/>
              <a:t>Sub Graph Isomorphism.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Graph Summarization </a:t>
            </a:r>
            <a:endParaRPr lang="en-IN" sz="20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 smtClean="0"/>
              <a:t>Google Maps example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/>
              <a:t>Graph Partitioning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 smtClean="0"/>
              <a:t>Cut Vertex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 smtClean="0"/>
              <a:t>Cut Edge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 smtClean="0"/>
              <a:t>Bipartite graph</a:t>
            </a:r>
            <a:endParaRPr lang="en-IN" sz="2000" dirty="0" smtClean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Prerequisite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723900"/>
            <a:ext cx="5062257" cy="206216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962400" y="2792990"/>
            <a:ext cx="5062257" cy="2085976"/>
            <a:chOff x="3962400" y="2792990"/>
            <a:chExt cx="5062257" cy="208597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2400" y="2792990"/>
              <a:ext cx="1905000" cy="20859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0" y="2792990"/>
              <a:ext cx="1709457" cy="208597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115560" y="1645920"/>
              <a:ext cx="3507120" cy="7614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040" y="1634040"/>
                <a:ext cx="3526560" cy="78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914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Random Walk</a:t>
            </a: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Cliques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Planar &amp; Non Planar Graphs.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Pattern Matching.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Disk Resident Graphs.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Why </a:t>
            </a:r>
            <a:r>
              <a:rPr lang="en-IN" sz="2400" dirty="0"/>
              <a:t>the algorithms using </a:t>
            </a:r>
            <a:r>
              <a:rPr lang="en-IN" sz="2400" dirty="0" smtClean="0"/>
              <a:t>random </a:t>
            </a:r>
            <a:r>
              <a:rPr lang="en-IN" sz="2400" dirty="0"/>
              <a:t>edges/nodes are not suitable for disk resident </a:t>
            </a:r>
            <a:r>
              <a:rPr lang="en-IN" sz="2400" dirty="0" smtClean="0"/>
              <a:t>graphs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Graph Connectivity, 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Max </a:t>
            </a:r>
            <a:r>
              <a:rPr lang="en-IN" sz="2400" dirty="0"/>
              <a:t>Flow - </a:t>
            </a:r>
            <a:r>
              <a:rPr lang="en-IN" sz="2400" dirty="0" smtClean="0"/>
              <a:t>Min </a:t>
            </a:r>
            <a:r>
              <a:rPr lang="en-IN" sz="2400" dirty="0"/>
              <a:t>Cut </a:t>
            </a:r>
            <a:endParaRPr lang="en-IN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Connected </a:t>
            </a:r>
            <a:r>
              <a:rPr lang="en-IN" dirty="0"/>
              <a:t>C</a:t>
            </a:r>
            <a:r>
              <a:rPr lang="en-IN" dirty="0" smtClean="0"/>
              <a:t>omponents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Largest Connected Components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Lowest common ancestor.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……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400" dirty="0" smtClean="0"/>
          </a:p>
          <a:p>
            <a:pPr>
              <a:buFont typeface="Wingdings" panose="05000000000000000000" pitchFamily="2" charset="2"/>
              <a:buChar char="v"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Prerequisite….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63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Topics for Assignments/Presentation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Graph Isomorphic algorithms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Diameter </a:t>
            </a:r>
            <a:r>
              <a:rPr lang="en-US" dirty="0"/>
              <a:t>&amp; </a:t>
            </a:r>
            <a:r>
              <a:rPr lang="en-US" dirty="0" smtClean="0"/>
              <a:t>Reachability calculation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Topic sensitive page rank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SimRank</a:t>
            </a:r>
            <a:r>
              <a:rPr lang="en-US" dirty="0" smtClean="0"/>
              <a:t> algorithm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IN" dirty="0" err="1" smtClean="0"/>
              <a:t>Kerninghan</a:t>
            </a:r>
            <a:r>
              <a:rPr lang="en-IN" dirty="0" smtClean="0"/>
              <a:t>-Lin algorithm &amp; </a:t>
            </a:r>
            <a:r>
              <a:rPr lang="en-IN" dirty="0"/>
              <a:t>The Girvan-Newman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gSpan</a:t>
            </a:r>
            <a:r>
              <a:rPr lang="en-US" dirty="0" smtClean="0"/>
              <a:t> Algorithm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64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D. Cook, L. Holder, </a:t>
            </a:r>
            <a:r>
              <a:rPr lang="en-IN" b="1" dirty="0"/>
              <a:t>Mining Graph Data</a:t>
            </a:r>
            <a:r>
              <a:rPr lang="en-IN" dirty="0"/>
              <a:t>, </a:t>
            </a:r>
            <a:r>
              <a:rPr lang="en-IN" i="1" dirty="0"/>
              <a:t>John Wiley &amp; Sons </a:t>
            </a:r>
            <a:r>
              <a:rPr lang="en-IN" i="1" dirty="0" err="1"/>
              <a:t>Inc</a:t>
            </a:r>
            <a:r>
              <a:rPr lang="en-IN" dirty="0"/>
              <a:t>, 2007</a:t>
            </a:r>
            <a:r>
              <a:rPr lang="en-IN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Agarwal </a:t>
            </a:r>
            <a:r>
              <a:rPr lang="en-US" dirty="0" err="1"/>
              <a:t>Charu</a:t>
            </a:r>
            <a:r>
              <a:rPr lang="en-US" dirty="0"/>
              <a:t> C. and Wang </a:t>
            </a:r>
            <a:r>
              <a:rPr lang="en-US" dirty="0" err="1"/>
              <a:t>Haixun</a:t>
            </a:r>
            <a:r>
              <a:rPr lang="en-US" dirty="0"/>
              <a:t>, </a:t>
            </a:r>
            <a:r>
              <a:rPr lang="en-US" b="1" i="1" dirty="0"/>
              <a:t>“Managing and Mining Graph Data</a:t>
            </a:r>
            <a:r>
              <a:rPr lang="en-US" b="1" i="1" dirty="0" smtClean="0"/>
              <a:t>”</a:t>
            </a:r>
            <a:r>
              <a:rPr lang="en-US" i="1" dirty="0" smtClean="0"/>
              <a:t>, 2010.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Reference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/>
              <p14:cNvContentPartPr/>
              <p14:nvPr/>
            </p14:nvContentPartPr>
            <p14:xfrm>
              <a:off x="-1756166" y="3614091"/>
              <a:ext cx="14760" cy="36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-1768046" y="3602211"/>
                <a:ext cx="385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425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92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7263</TotalTime>
  <Words>777</Words>
  <Application>Microsoft Office PowerPoint</Application>
  <PresentationFormat>On-screen Show (4:3)</PresentationFormat>
  <Paragraphs>160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Lohit Hindi</vt:lpstr>
      <vt:lpstr>Times New Roman</vt:lpstr>
      <vt:lpstr>WenQuanYi Micro Hei</vt:lpstr>
      <vt:lpstr>Wingdings</vt:lpstr>
      <vt:lpstr>Office Theme</vt:lpstr>
      <vt:lpstr>Graphs - Algorithms and Mining  (DSE**  ZG521)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Various type of Graph Data for Graph Mining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and Algorithm</dc:title>
  <dc:creator>Administrator</dc:creator>
  <cp:lastModifiedBy>Admin</cp:lastModifiedBy>
  <cp:revision>540</cp:revision>
  <dcterms:created xsi:type="dcterms:W3CDTF">2006-08-16T00:00:00Z</dcterms:created>
  <dcterms:modified xsi:type="dcterms:W3CDTF">2021-11-20T10:35:09Z</dcterms:modified>
</cp:coreProperties>
</file>