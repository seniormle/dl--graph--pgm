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handoutMasterIdLst>
    <p:handoutMasterId r:id="rId44"/>
  </p:handoutMasterIdLst>
  <p:sldIdLst>
    <p:sldId id="537" r:id="rId2"/>
    <p:sldId id="538" r:id="rId3"/>
    <p:sldId id="540" r:id="rId4"/>
    <p:sldId id="541" r:id="rId5"/>
    <p:sldId id="545" r:id="rId6"/>
    <p:sldId id="542" r:id="rId7"/>
    <p:sldId id="667" r:id="rId8"/>
    <p:sldId id="663" r:id="rId9"/>
    <p:sldId id="661" r:id="rId10"/>
    <p:sldId id="662" r:id="rId11"/>
    <p:sldId id="600" r:id="rId12"/>
    <p:sldId id="652" r:id="rId13"/>
    <p:sldId id="596" r:id="rId14"/>
    <p:sldId id="656" r:id="rId15"/>
    <p:sldId id="651" r:id="rId16"/>
    <p:sldId id="657" r:id="rId17"/>
    <p:sldId id="653" r:id="rId18"/>
    <p:sldId id="601" r:id="rId19"/>
    <p:sldId id="602" r:id="rId20"/>
    <p:sldId id="603" r:id="rId21"/>
    <p:sldId id="605" r:id="rId22"/>
    <p:sldId id="654" r:id="rId23"/>
    <p:sldId id="590" r:id="rId24"/>
    <p:sldId id="608" r:id="rId25"/>
    <p:sldId id="609" r:id="rId26"/>
    <p:sldId id="612" r:id="rId27"/>
    <p:sldId id="607" r:id="rId28"/>
    <p:sldId id="611" r:id="rId29"/>
    <p:sldId id="613" r:id="rId30"/>
    <p:sldId id="614" r:id="rId31"/>
    <p:sldId id="616" r:id="rId32"/>
    <p:sldId id="610" r:id="rId33"/>
    <p:sldId id="617" r:id="rId34"/>
    <p:sldId id="615" r:id="rId35"/>
    <p:sldId id="618" r:id="rId36"/>
    <p:sldId id="619" r:id="rId37"/>
    <p:sldId id="620" r:id="rId38"/>
    <p:sldId id="621" r:id="rId39"/>
    <p:sldId id="622" r:id="rId40"/>
    <p:sldId id="597" r:id="rId41"/>
    <p:sldId id="58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2" d="100"/>
          <a:sy n="52" d="100"/>
        </p:scale>
        <p:origin x="-284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smtClean="0"/>
              <a:t>Graphs - Algorithms and Mining</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62AE5-15C8-4ECC-BBB9-9FED33E39EC5}" type="datetime1">
              <a:rPr lang="en-IN" smtClean="0"/>
              <a:t>20-11-2021</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smtClean="0"/>
              <a:t>Agarwal Charu C. and Wang Haixun, “Managing and Mining Graph Data” </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692E00-3475-4C5E-BFA9-581BF4DDDFFD}" type="slidenum">
              <a:rPr lang="en-IN" smtClean="0"/>
              <a:t>‹#›</a:t>
            </a:fld>
            <a:endParaRPr lang="en-IN"/>
          </a:p>
        </p:txBody>
      </p:sp>
    </p:spTree>
    <p:extLst>
      <p:ext uri="{BB962C8B-B14F-4D97-AF65-F5344CB8AC3E}">
        <p14:creationId xmlns:p14="http://schemas.microsoft.com/office/powerpoint/2010/main" val="370024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00:12.320"/>
    </inkml:context>
    <inkml:brush xml:id="br0">
      <inkml:brushProperty name="width" value="0.05292" units="cm"/>
      <inkml:brushProperty name="height" value="0.05292" units="cm"/>
      <inkml:brushProperty name="color" value="#FF0000"/>
    </inkml:brush>
  </inkml:definitions>
  <inkml:trace contextRef="#ctx0" brushRef="#br0">3815 10495 148 0,'0'0'70'0,"0"0"-17"16,0 0-24-16,0 0 50 15,0 0-34-15,0 0 11 16,0 0 17-16,0 0-23 16,-32 0 42-16,29 0-45 15,3 0-1-15,-3 0-3 16,3 0-2-16,-2 0-29 16,1 0-4-16,-1 0 15 15,1 0-23-15,1 0-2 16,0 0 2-16,-2 0 2 15,2 0 1-15,0 0-1 0,0 0-2 16,0 0 1 0,0 5 0-16,0 0 5 0,0 1-3 15,0 0 2 1,5 1-1-16,1-2 6 0,-1 0-8 16,8-3 19-16,-4 4-10 15,1-5 0-15,5 4 26 16,2-2-9-16,3 1 0 15,6-1 6-15,2-3-9 16,9 0-12-16,2 0 1 16,4 0-4-16,1 0-9 15,5-3 4-15,-1-1-2 16,-1-1-1-16,-2 1-2 0,0 1 2 16,-5-1 5-1,-3 1-5-15,-2-1-2 0,-3 1 8 16,-6 2-7-16,-1-1 0 15,-5 2 3 1,-2 0 0-16,-5 0-3 16,-7 0-1-16,2 0 0 15,-7 0 1-15,-1 0-2 16,0 0-7-16,0 0-21 0,0 0-26 16,0 0-75-16,-1 0 10 15,-16 0-122-15,-5 4-333 16</inkml:trace>
  <inkml:trace contextRef="#ctx0" brushRef="#br0" timeOffset="365.0642">4065 10693 494 0,'0'0'100'0,"0"0"-100"16,0 0-4-16,0 0 4 15,0 0 30-15,0 0 57 16,31 5-39-16,-11-2-5 16,3-3 1-16,3 3 6 15,0-3-29-15,2 0 7 16,3 0 13-16,1 0 16 0,3 0-24 15,-1 0-22-15,2 0 6 16,-2 0-15-16,2 0 11 16,-1-1-11-16,-4-6-2 15,4 1 3-15,-6 3-3 16,-8 0-6-16,1 0-73 16,-6-1-66-16,-2-1 1 15,-6-3-359-15</inkml:trace>
  <inkml:trace contextRef="#ctx0" brushRef="#br0" timeOffset="7187.9123">9090 10092 487 0,'0'0'102'0,"0"0"-88"0,0 0 68 15,0 0 20-15,0 0-12 16,0 0-14-16,0 0-1 16,-24 0-14-16,21 0 19 15,2 0-38-15,-2 0-3 16,0 0-27-16,3 0 4 15,0 0-5-15,0 0-8 16,0 0 0-16,0 0-2 0,0 0 6 16,0 0-5-16,0 0 3 15,0 0-1-15,0 0 2 16,0-2 21-16,0-1-15 16,0-3 3-16,15-6 3 15,8-3-11-15,9-5 11 16,5-3 2-16,3 1-10 15,2 0-6-15,-1 0 2 16,3 1 2-16,-4 2-3 16,-1 0 5-16,-3 4-5 15,-6 0-2-15,-5 3 1 16,-4 4-3-16,-4 4-1 16,-7 0 1-16,-4 1-1 15,-3 2 0-15,-3 1 1 16,0 0-2-16,0 0-8 0,0 0-2 15,0 0-30-15,0 0-16 16,0 0-31-16,0 0-38 16,0-2-107-16,0-5-116 15</inkml:trace>
  <inkml:trace contextRef="#ctx0" brushRef="#br0" timeOffset="7557.0518">9405 9718 535 0,'0'0'237'0,"0"0"-173"0,0 0-1 16,0 0 48-16,0 0 13 15,0 0-54-15,-5 6-38 16,26-12-28-16,13-6 42 15,4-3-18-15,1 4 7 16,1 2-19-16,-6 8-7 16,2 1-2-16,-6 0-3 15,-5 15-4-15,-1 4-2 16,-9 6 2-16,-5 6 4 16,-8 3 3-16,-2 4 0 15,-6-2-1-15,-11-1-6 0,-2-2 5 16,-1-4-2-1,-2-2-3-15,4-5-14 0,2-8-82 16,-2-2-48-16,1-7-137 16,-2-2-421-16</inkml:trace>
  <inkml:trace contextRef="#ctx0" brushRef="#br0" timeOffset="8140.4944">9069 10210 582 0,'0'0'112'0,"0"0"-58"16,0 0 52-16,0 0 3 15,0 0-38-15,0 0-35 16,9-7-33-16,1 7 8 16,7 7 59-16,4 5-28 15,3 1-1-15,4 1-1 16,3 0-19-16,5 3 10 15,0 0-5-15,10 4-1 0,-3-1 0 16,2-3-22 0,-3 0 26-16,-2-3-21 0,-3 1-6 15,-7-3-2-15,-7-3 1 16,-4-3 5-16,-5-1-6 16,-6-3-20-16,-3-1-27 15,-4-1-25-15,-1 0-37 16,0-14-94-16,0-5-226 15</inkml:trace>
  <inkml:trace contextRef="#ctx0" brushRef="#br0" timeOffset="8484.1247">9620 10304 758 0,'0'0'98'15,"0"0"-65"-15,0 0 19 0,0 0 0 16,0 0-26 0,0 0-7-16,11 15 31 0,6-3-7 15,5 3-23-15,-3 2-11 16,-2 3 9-16,-1 3-2 16,-5 4-6-16,-4 4 7 15,-5-2 1-15,-2 2-3 16,-2-2-1-16,-14 0 5 15,-6-2-8-15,-4-5 9 16,-4-4-4-16,-2-3 10 16,-4-5-18-16,0-5-3 15,2-5-4-15,7 0 2 16,3-3-6-16,12-13-68 0,2-4-129 16,5-2-420-16</inkml:trace>
  <inkml:trace contextRef="#ctx0" brushRef="#br0" timeOffset="16486.0214">9995 9458 875 0,'0'0'85'15,"0"0"-39"-15,0 0 7 0,0 0 42 16,0 0-1-16,0 0-40 16,0 0 6-16,-27-38-22 15,27 38-18-15,0 0-5 16,0 0 4-16,0 0-12 16,0 0-7-16,0 0 1 15,0 5-1-15,0 6 1 16,5 6 11-16,6 2-2 15,0 4-6-15,1 2 6 16,3 2 2-16,-1 0-5 16,0 1 4-16,0-3-6 15,0 1-4-15,-3-5 2 16,1-2 2-16,-3-6 0 0,-1-7-5 16,-2-2 4-1,-5-4-4-15,2 0 6 0,2 0 6 16,1-17 10-1,2-11-2-15,0-4-13 0,-4-2-4 16,0 3 1-16,-4-1-4 16,0 4 0-16,0 3-7 15,0 5-16-15,0 7-9 16,0 2-33-16,0 6-16 16,0 4-57-16,0 1-171 15,0 0-248-15</inkml:trace>
  <inkml:trace contextRef="#ctx0" brushRef="#br0" timeOffset="17240.0046">10303 9595 645 0,'0'0'58'0,"0"0"-38"16,0 0 61-16,0 0 35 16,0 0-45-16,0 0-12 15,4 17-7-15,4-15-4 16,2 1-1-16,0-3-4 16,3 1-16-16,0-1-6 0,-1 0-10 15,1 0 15 1,-1-6-13-16,0-6-2 0,-1-4-2 15,-1-1-7-15,-4-4 5 16,-3 0-6-16,-2 2 1 16,-1-1-2-16,0 6 7 15,0 0-4-15,0 3-3 16,0 4-1-16,0 5-4 16,0-1 6-16,0 1-2 15,0 2 2-15,0 0-6 16,0 0 5-16,0 0-3 15,-1 0 1-15,-2 0-3 0,-3 0 5 16,1 0 0 0,-2 0 2-16,-2 0 0 0,3 0 0 15,2 0 0-15,2 0-2 16,1-2 6-16,1 2-6 16,0 0 0-16,0 0-3 15,0 0 2-15,0 0-2 16,0 0 3-16,0 0-1 15,0 0 3-15,0 0-2 16,0 0 3-16,0 0-3 16,0 0 5-16,0 0-5 15,0 0 0-15,0 0 0 16,0-3 1-16,0 1 2 0,-6-5-3 16,2-1 3-1,-3-3-6-15,3 3 3 16,-2 2 0-16,1 2 0 0,1 3 0 15,4 1-1-15,0 0-3 16,-2 0-7-16,2 0-9 16,0 0 13-16,0 0-2 15,0 0-10-15,0 0-7 16,0 0-17-16,0 1-25 16,0 5-82-16,8 0-55 15,-1 2-99-15</inkml:trace>
  <inkml:trace contextRef="#ctx0" brushRef="#br0" timeOffset="18267.3435">10464 9584 674 0,'0'0'179'0,"0"0"-47"0,0 0 16 15,0 0-23-15,0 0-58 16,0 0-26-16,-11-90-17 15,8 63-10-15,3-1-10 16,-3-3 3-16,0 3-4 16,-4 4 1-16,4 7-4 15,0 8 0-15,0 6 1 16,1 3-1-16,2 0 0 16,-1 0-9-16,-1 0-1 0,-2 12 5 15,-1 5 5-15,1 5 2 16,3-1 10-16,1-2-10 15,0-1 5-15,0-2-4 16,10-4 1-16,2 0 0 16,4-2 0-16,2-2-4 15,0-3 0-15,7-5 5 16,-5 0-2-16,5 0-2 16,-3-10-1-16,-1-5 0 15,-5-1-9-15,-2 0-4 16,-5-3 12-16,-3 2-9 15,-1-1 10-15,-2-1 0 0,-3 1-2 16,0 1 2 0,0 2 1-16,0 3-1 0,1 4 0 15,1 2 0 1,1 3 0-16,4 1-4 0,-1 2-7 16,3 0 11-16,1 2-8 15,-1 13-1-15,0 4 4 16,-2-2 5-16,1 0 0 15,0-3 0-15,-1-4 2 16,2-4 0-16,4-6 5 16,2 0-7-16,5-8 13 15,1-14-6-15,-2-3-7 16,-1-1-4-16,-4 4-1 16,-5 6 1-16,-4 8-5 15,-3 4 2-15,-2 4 6 0,0 0-16 16,0 11-19-16,-5 11 36 15,1 1 3-15,0 3-3 16,4-1 7-16,0-7-6 16,0-3-1-16,8-7 0 15,6-4 2-15,2-4 6 16,1 0-2-16,0-4 0 16,0-12-6-16,-1-3-4 15,-5 0-2-15,-1-1 6 16,-2 0 0-16,-6 3 1 15,2 5-1-15,-4 3 3 0,0 4 6 16,0 3 2 0,0 2 16-16,0 0-22 0,0 0-5 15,0 7-6-15,0 10 6 16,0 7 2-16,3 3 0 16,-2 2 4-16,-1 0-4 15,0 0-1-15,0 3 0 16,0 0-1-16,-12-1-1 15,-4-3 0-15,4-5 1 16,3-4 1-16,2-10 0 16,5-4 3-16,2-5-3 15,0 0-1-15,0-6 16 16,0-14-16-16,5-10 0 16,9-3-4-16,1-3 2 0,1-1-25 15,0 1-66 1,-3-3-139-16,-4 5-290 0</inkml:trace>
  <inkml:trace contextRef="#ctx0" brushRef="#br0" timeOffset="18732.0985">11454 8997 809 0,'0'0'88'0,"0"0"6"16,0 0 13-1,0 0-11-15,0 0-44 0,0 0-30 16,-93 11-5-16,73 7-3 15,2-1 4-15,6-2-7 16,6-4-6-16,6-4-2 16,0-3-3-16,0-2-2 15,0-2-2-15,9 0-38 16,7 0-52-16,-2-17-155 16,-5-6-454-16</inkml:trace>
  <inkml:trace contextRef="#ctx0" brushRef="#br0" timeOffset="19223.3724">11335 8928 828 0,'0'0'114'0,"0"0"-110"15,0 0-3-15,0 0 23 16,0 0 106-16,0 0-45 15,46 97-25-15,-30-63-19 16,-3 1 5-16,-2 3-13 16,-2-4-10-16,-4-1-6 15,1-5 0-15,-5-6-1 16,1-5-6-16,-2-7-7 16,0-5-3-16,0-5 3 0,0 0 6 15,-2-12 12 1,-10-13-16-16,2-4-5 0,0-4-1 15,2 0-23-15,8 2 7 16,0 5 2-16,0 6 8 16,3 4-3-16,12 6 2 15,-2 3 7-15,3 4-4 16,0 3 5-16,1 0-4 16,2 0 1-16,-2 13 2 15,-2 1 1-15,-2 5 0 16,-6-2 0-16,-7 7 3 15,0-2 5-15,-2 1 4 16,-16-1-3-16,0-2-2 16,0-6-5-16,5-6-1 0,3-3-1 15,4-5-56-15,6-2-64 16,0-15-176-16,1-3-231 16</inkml:trace>
  <inkml:trace contextRef="#ctx0" brushRef="#br0" timeOffset="19984.9123">11623 9151 561 0,'0'0'179'0,"0"0"-143"15,0 0 119-15,0 0 63 16,0 0-100-16,0 0-80 16,61-50-13-16,-33 27-19 0,1-2-4 15,-4 6-1 1,-4 4-1-16,-9 4 0 0,-5 7 0 15,-7 4-10 1,0 0-33-16,0 3 8 16,-7 12 32-16,-7 5 6 15,-1 0 4-15,5-3-5 0,4-3 5 16,4-5-5-16,2-2 0 16,0-5-1-16,6-2 9 15,12 0 0-15,6 0 4 16,6-12-9-16,3-5-5 15,-2 0 0-15,-1 0 0 16,-7 3 4-16,-3 2-4 0,-8 5-5 16,-4 4-7-16,-8 2 6 15,0 1-4-15,0 0-3 16,0 0-9-16,-8 11 22 16,-7 6 1-16,0 2-1 15,2 1 2-15,1-1 8 16,5 1-1-16,3-5-3 15,3-2 2 1,1-3 1-16,0-3-2 0,1-3-6 16,12-4 6-16,3 0-2 15,2-1 4-15,1-13 1 16,0-6-8-16,-2-1 1 16,-2-2-3-16,-5-1 0 0,-3 3 0 15,-1 1 1 1,-2 5-1-16,-4 5 0 15,0 3 1-15,0 3-1 16,0 2 2-16,0 2 5 0,0 0-6 16,0 0-1-16,1 8-15 15,4 10 15-15,-1 4 15 16,2 4-5-16,-2 1-2 16,-2 1 4-16,0 2-4 15,-2-4-1-15,0 3-7 16,-2-2 0-16,-7-3 1 15,-3 0-1-15,1-7-11 16,7-8 11-16,1-6-11 16,3-3-8-16,0 0 19 0,0-20-5 15,0-7 3-15,9-5-11 16,8-2-11-16,-1 2-53 16,4-2-141-16,-4 3-134 15</inkml:trace>
  <inkml:trace contextRef="#ctx0" brushRef="#br0" timeOffset="22412.3642">12521 8772 494 0,'0'0'81'16,"0"0"41"-16,0 0 21 15,0 0 19-15,0 0-7 16,0 0-70-16,0 0-46 15,-17 0-14-15,-2 19-1 16,-10 4 3-16,1 3 16 16,3 3-20-16,6-4 5 15,6-1-8-15,9-5-16 16,4-4-1-16,0-6-6 16,4-3-1-16,17-6 4 15,6 0 4-15,7-10-4 0,2-11-15 16,-4-4-10-16,-4 0-16 15,-7 3 6-15,-11 5 10 16,-4 3 21-16,-6 5 4 16,0 3-1-1,0 2 2-15,-4 4 13 0,-2 0-12 16,0 0-4-16,0 2 6 16,3 13-4-16,1 0 2 15,2 5 13-15,0 3-7 16,0 2 2-16,0 0-3 0,0 0-2 15,0 0-3 1,0-2-2-16,0-1-1 0,0-3 1 16,-7-7 0-16,1-1 0 15,0-7 0-15,3-4-4 16,2 0-13-16,-1-7-2 16,2-13-65-16,0-7 44 15,2-1 15-15,15 0-29 16,6 2 17-16,-1 4 35 15,2 6-8-15,-2 0 10 16,-1 3 8-16,-3 0 0 16,-2 2 11-16,1 0 3 15,-1 0 6-15,-2-2-17 16,0 0 4-16,-1-1-10 16,-3-3-3-16,-6 0 0 0,-2-2 2 15,-2-1-4 1,0 1-18-16,-6 2-11 0,-9 4-10 15,5 7 28 1,-5 2-26-16,4 4 4 0,2 0 17 16,1 0 0-16,2 7 15 15,0 3 1-15,2 2 6 16,3-1 17-16,1 0-8 16,0-3 17-16,0-2-13 15,2 0 0-15,13-4 1 16,5-2-11-16,3 0 8 15,3 0-16-15,3-8-1 0,-2-1 1 16,1-1 0-16,-1 1 0 16,-1 3 4-16,0-2-5 15,-4 2-1-15,-3 3 0 16,-6-1-2-16,-3 1 3 16,-4 2 0-16,-4 1-1 15,-2 0 0-15,0 0 1 16,0 6 2-16,-3 8 30 15,-8 3 2-15,-3 2-12 16,8-2 12-16,0-4-18 16,6 1 0-16,0-5-15 15,0-3 6-15,6-4 6 16,10 1-9-16,8-3 2 0,1 0-4 16,4-3-2-1,-3-7 5-15,0 3-5 0,-9 0-16 16,-6 3-5-16,-5 3-7 15,-4-1 9 1,-2 2 16-16,0 0-2 0,0 0 5 16,0 0-3-16,-7 0-1 15,3 0 1-15,0 2 3 16,3 2-4-16,1 0-2 16,0 0 6-16,0-1 0 15,1-1 1-15,11-1 3 16,1-1 0-16,0 0-2 15,-2 0 2-15,0-8-2 16,-1-4-1-16,-4 1-1 0,-3 0 0 16,-3 0-9-1,0 0 1-15,0 5 0 0,-9 1 1 16,-2 5-4 0,-4 0 6-16,3 3 5 0,-1 10 11 15,6 1 7-15,2 0-1 16,5-1-8-16,0-5 1 15,0-1-3-15,9-5-1 16,9-2 2-16,4 0 3 16,1-9-3-16,0-8-8 15,1-1 0-15,-3-1-4 16,-3-2-6-16,-3 3 10 16,-5-1 3-16,-3 2-3 0,-1 0 0 15,-2-2 3 1,-4-2 7-16,0-1 3 15,0 0 12-15,0-1-4 0,-4 5-6 16,-1 7-5-16,2 4 5 16,3 5 4-16,0 2-6 15,0 0-12-15,0 3-1 16,0 18 0-16,5 2 2 16,5 7-1-16,0 0 7 15,-1 2-8-15,1-1 0 16,-3-3 0-16,-2-3 4 15,0-7-4-15,-3-5 0 16,0-8 0-16,-2-5-4 16,0 0 3-16,0-2 0 15,0-15-3-15,0-11 2 0,-4-3 1 16,-3-2 2-16,-1-8-1 16,-1 1 0-16,3-2-2 15,0 0-8-15,5 9 6 16,1 6-3-16,0 9 3 15,0 7 1-15,10 3 1 16,4 5-3-16,1 3 4 16,1 0 0-16,1 11 0 15,-1 7-7-15,-4 3 8 16,-5 4 1-16,-4 3-1 0,-3 1 12 16,0-3-5-1,-13 1-7-15,-2-4 0 0,6-5-2 16,1-7-25-16,7-3-63 15,1-7-60-15,0-1-181 16,1-1-53-16</inkml:trace>
  <inkml:trace contextRef="#ctx0" brushRef="#br0" timeOffset="22889.0858">13523 8554 520 0,'0'0'229'0,"0"0"-71"15,0 0 2-15,0 0-16 16,0 0-45-16,0 0-24 15,51 0-25-15,-36-7-20 0,4-9-9 16,-2-1-15-16,0-2 1 16,0-1-5-16,-2 1-2 15,-5-1 0-15,-4-2 2 16,-3 3-1-16,-3-3 0 16,0 4 0-16,0 4 1 15,-3 5-2-15,0 2 1 16,2 5 0-16,-1 2 7 15,1 0 2-15,1 0-10 16,0 15-2-16,0 5 2 16,-2 8 18-16,2 0-11 15,0 0-3-15,0 0-1 16,0-4-2-16,0-4 0 16,0-3 5-16,0-5-6 0,0-5-15 15,2-7-22-15,8 0-7 16,3-13 1-16,7-10-10 15,-4-5-25-15,2 6 43 16,-4 5 14-16,2 6 21 16,-3 8 4-16,2 3 31 15,0 0 16-15,4 0 8 16,4 0-23-16,-2 0-24 16,4 3-12-16,2 0 0 15,0-3-33-15,3 0-151 16,-5 0-454-16</inkml:trace>
  <inkml:trace contextRef="#ctx0" brushRef="#br0" timeOffset="29289.185">14403 7928 716 0,'0'0'102'16,"0"0"-55"-16,0 0 19 0,0 0-27 16,0 0 6-16,0 0 26 15,0 0-21-15,0 0-15 16,-69 64-6-16,58-41 7 15,4 2-1-15,4 2-11 16,3-1-2-16,0 1 7 16,3 2-18-16,11-1 8 15,2-2-2-15,4-5-5 16,-1-5-3-16,5-6-2 16,0-3-4-16,0-4 4 15,1-3-4-15,-2 0 0 16,2 0-3-16,2-3-43 15,-2-7-72-15,-3 3-168 16,-7-2-131-16</inkml:trace>
  <inkml:trace contextRef="#ctx0" brushRef="#br0" timeOffset="31464.6483">14718 8035 708 0,'0'0'77'15,"0"0"35"-15,0 0-14 16,0 0-24-16,0 0 46 16,0 0-29-16,-12-9-55 0,10 3-18 15,1-6-2-15,1-1 10 16,0-4-15-16,0-3-9 15,0 1 1-15,0 0-6 16,4 4 6-16,2 5-4 16,-3 2 1-16,-1 6 0 15,-1 0-5-15,-1 2 4 16,0 0-1-16,0 0 1 16,0 0 0-16,0 0-8 15,0 0 5-15,0 0 1 16,0 0 0-16,0 3-4 15,-1 8 7-15,-7 6 0 0,2 2 0 16,0 0 1-16,3-1-1 16,2 1 0-16,1 0 0 15,0-2 2-15,1-2 0 16,11-1-4-16,2-4 2 16,7-4 0-16,2-5 1 15,3-1 11-15,2-3-10 16,-1-9-2-16,-6-2-7 15,-2 4-15-15,-10 4 1 16,-4 3 13-16,-5 3 8 16,0-1 3-16,0-1 4 15,-5 2-5-15,-7-2-1 16,1 2-2-16,3 0-7 0,2 2 5 16,3 10 0-1,1 1-3-15,2-2 3 0,0 3 1 16,0-3 2-16,8-2-1 15,7-1 1-15,0-4 0 16,3-2 1-16,0-2-1 16,-2 0 1-16,-4-2-1 15,1-10 2-15,-5 3 5 16,-5-5-7-16,-3 1-6 16,0 1 3-16,0-1-21 15,-6-1-5-15,-9 5-5 16,-2 1 3-16,1 2 17 15,2 5 12-15,4 1-10 16,4 0 12-16,0 0-4 0,5 0 4 16,-2 0-11-16,3 5 9 15,0 2 1-15,0 2-9 16,0-1 1-16,0 1 7 16,6-2-3-16,3 0 3 15,0-3-3-15,3-1-3 16,0-2-1-16,1-1-12 15,-3 0 13-15,3 0-20 16,-3-2 25-16,2-7-22 16,-2 1 25-16,-3-2 1 15,0-1-1-15,-1-1-8 16,-2 2 8-16,0 0 24 16,-1 3-15-16,-1 0 12 15,1 3 12-15,1 0 17 16,1 3-29-16,4-2-12 0,1 3-4 15,4 0 7 1,2 0-12-16,-2 4 1 0,3 9-1 16,-5-1 0-16,-2 2 0 15,-5 1-1-15,-3-1 2 16,-2-2 5-16,0-3-3 16,0-2-2-16,0-4 6 15,0-3-7-15,0 0-14 16,0-3-14-16,0-11-81 15,5-5 15-15,6-1 51 0,7 3-3 16,-1 6-15 0,0 3 34-16,-3 4 13 15,-1 2 13-15,-3 2 2 0,2 0-2 16,-1 0 2-16,0 0 19 16,-1 0-17-1,0 0-2-15,-1 0 16 0,2 0-3 16,-2 0-2-16,1-4 10 15,-3-1 3-15,4-4-3 16,-5 2-6-16,-1-1 2 16,1-1-8-16,-4-1 21 15,3 1-27-15,-4-5 25 16,1 1-17-16,-2-1-2 16,0-1 8-16,1 3 5 15,-1 0-20-15,2 5-5 16,-2 0 4-16,0 4-2 0,0 3 0 15,0 0-2-15,0 0 0 16,3 0-43-16,-3 0 13 16,1 0-8-16,1 0 33 15,1 2-11-15,-3 3-44 16,3-2-62-16,-3-2-309 16</inkml:trace>
  <inkml:trace contextRef="#ctx0" brushRef="#br0" timeOffset="32608.6288">15479 7902 742 0,'0'0'167'15,"0"0"-114"-15,0 0 0 16,0 0 47-16,10-78-77 15,8 57-13-15,3 6-5 0,-2 2-5 16,-5 7 0 0,2 6-1-16,-6 0 1 15,-1 0-1-15,-4 14-18 0,2 3 19 16,-7 2 5-16,0-2 10 16,0 0 1-16,0-5-11 15,0-3-4-15,0-6 8 16,0-2-8-16,2-1-1 15,7 0-7-15,8-10-15 16,5-5-31-16,1 5-55 16,1 0 61-16,-3 6 25 15,-5 2 4-15,1 2 12 16,-4-3 7-16,-1 3-2 16,-1-3 1-16,-2-1-1 15,-2-2 1-15,2-2 0 0,-2 0-14 16,-2 1-55-16,-2 0-10 15,-3 3-44-15,0 2 61 16,-3 2 50-16,-5 0 12 16,-4 4 47-16,2 9 72 15,3 5-48-15,0-1 5 16,7-1-30-16,0-2-28 16,0-3-18-16,10-2 10 15,3-7-9-15,5-2 12 16,-1 0-1-16,2-4 8 15,-3-11-20-15,-2-4-42 16,-4 2-33-16,-3 0-5 0,-6 3 14 16,-1 4-65-16,0 5 70 15,-12 4 25-15,-4 1 36 16,2 0 58-16,2 4-38 16,1 5 60-16,5 0-15 15,3-1-37-15,3-4-1 16,0 1 1-16,0-4-19 15,9-1 39-15,5 0-24 16,3-3 59-16,2-11-42 16,1-5-14-16,-1-4 5 15,-3 0 19-15,0-5-35 16,-5 2 19-16,-2 2-21 16,-6 2 8-16,-2 3-4 15,-1 9 16-15,0 3 2 16,0 4-4-16,0 3 1 0,0 0-30 15,0 7-3-15,0 13-8 16,0 5 8-16,0 1 0 16,5-4 4-16,5-3-9 15,2 1 13-15,3-10-16 16,0-6-36-16,1-4-118 16,-5 0-238-16</inkml:trace>
  <inkml:trace contextRef="#ctx0" brushRef="#br0" timeOffset="32741.2836">15998 7674 407 0,'0'0'505'16,"0"0"-486"-16,0 0-15 0,0 0-4 16,0 0-78-16,0 0-388 15</inkml:trace>
  <inkml:trace contextRef="#ctx0" brushRef="#br0" timeOffset="33638.2075">16502 7503 716 0,'0'0'120'0,"0"0"-16"16,0 0 68-16,0 0-17 16,0 0-99-16,0 0-24 15,-30-13-32-15,11 27-6 16,3 2 6-16,6 3 5 16,7-2-4-16,3-1-1 15,0-1 2-15,13 0-3 0,8-4 2 16,0 1 1-16,3-1 2 15,-3 1-3-15,-6 1-1 16,-5-3-5-16,-5 1-8 16,-5 0-6-16,0 2 3 15,-10-4 9-15,-1-2-19 16,2-2-12-16,4-5 11 16,4 0-23-16,1-2 10 15,0-10-85-15,9-3 72 16,8-1 45-16,8 0 8 15,-1 2 4-15,-2 0 2 0,2 0 41 16,-3-2 27 0,0 1-11-16,1-3-32 0,-1-1 3 15,0-1-19-15,-2 0 3 16,-4-1-10-16,0-3-3 16,-8 0-4-16,-2 2 3 15,-5 3 0-15,0 4-4 16,0 7 1-16,0 8-1 15,0 0-2-15,0 0-13 16,0 14 11-16,-6 9 4 16,0 4 4-16,1 1 28 15,3 1-11-15,2-5-5 16,0-4-1-16,4-6-11 0,8-3 2 16,4-5-5-1,1-6-1-15,5 0-14 0,-4-9-94 16,-2-15-180-16,-10-2-632 15</inkml:trace>
  <inkml:trace contextRef="#ctx0" brushRef="#br0" timeOffset="33769.8544">16748 7435 771 0,'0'0'72'15,"0"0"-40"-15,0 0-23 16,0 0-9-16,0 0-11 15,0 0-117-15</inkml:trace>
  <inkml:trace contextRef="#ctx0" brushRef="#br0" timeOffset="35205.2707">17058 7508 818 0,'0'0'117'0,"0"0"13"16,0 0-7-16,0 0-2 16,0 0-55-16,0 0-33 15,-16-30-16-15,0 33-10 16,2 13-6-16,-2 6 0 16,5-2 4-16,3-1-2 0,5-2-1 15,3-3-1-15,0-4-2 16,0-5 1-16,12-5 0 15,6 0 3-15,0 0-3 16,3-14-20-16,-2-1-18 16,-7-2-32-16,-3 2 32 15,-7 4-37-15,-2 1 18 16,0 4-21-16,-5 0 0 16,-8 3 60-16,1 2-1 15,0 1 17-15,1 0-4 16,3 0 3-16,1 4 1 15,5 2 2-15,0-1 0 16,2 1 2-16,0-1 6 16,0 2-7-16,0-1 13 0,6-2-4 15,3 0 9-15,5-1 5 16,-1-3-8-16,2 0-12 16,-2 0 5-16,1 0-6 15,-4-6-1-15,-1-2-1 16,0-3-1-16,-3-1-12 15,-1-3 7-15,-4 1 4 16,-1 2 2-16,0-5 1 16,0 3-2-16,0 2 0 15,0 2 0-15,0 2 2 0,0 2 3 16,0 1-5 0,5-1-8-16,4 0 7 0,7 1-6 15,2-1 2-15,1 4-1 16,0 2 4-16,-2 0 0 15,-1 0-5-15,-5 9 4 16,-1 7 2-16,-5-2-16 16,-5 3 17-16,0 0 2 15,0-2 35-15,0-3-3 16,0-4-26-16,4-5-8 16,1 0 18-16,4-3-12 15,5 0 14-15,3-5 8 16,4-4-19-16,0-5-9 15,-6 4 0-15,-1 2-16 16,-4 3-16-16,-4 0-10 0,-6 2 24 16,3 2 7-16,-3-2 11 15,0 2-3-15,0-1 1 16,0 1 1-16,0 1-4 16,0 0 2-16,0 0-5 15,0 0-6-15,0 3 14 16,0 2-1-16,-3 1 0 15,3-1 1-15,0 2 0 16,0 0 0-16,0-4 0 16,8 2 12-16,0-3-12 15,-1 1 3-15,-2 1-3 16,-3-1-18-16,-2 3 17 16,0 2-10-16,0 0 11 0,0-1 6 15,0-3-1 1,0-2 10-16,0-2-14 0,2 0 12 15,7 0-12-15,1-5 34 16,4-7-35-16,1-3-37 16,-5 0-13-16,1 2 29 15,-8 2 4-15,0 3 7 16,-3 4 10-16,0 3 1 16,0 1 30-16,0 0-15 15,-6 0-10-15,-1 4-5 16,-1 6 1-16,0 1 17 15,-1 3-2-15,0 2 17 16,2 1 6-16,1-1 5 16,0-3 5-16,2-1-12 0,2-4-6 15,2-1-21 1,0-4-8-16,0-1 0 0,6-2 1 16,9 0 9-16,6 0 6 15,1-12-18-15,1-2 12 16,-2-4-5-16,-3 1-8 15,-4-1 2-15,-1-1 0 16,-5-2 3-16,-3-1-3 16,-5-4-2-16,0 2 6 15,0-5 5-15,0 6 0 16,0 3 1-16,-6 6 0 16,1 5 4-16,3 7-5 15,0 2 8-15,2 0-18 0,0 0-1 16,0 5-16-16,0 12 12 15,0 8 4 1,0-2 4-16,0 1-4 0,7 0 0 16,1 1-15-16,4-1-91 15,-4-4-159-15,-1 2-496 16</inkml:trace>
  <inkml:trace contextRef="#ctx0" brushRef="#br0" timeOffset="36450.8152">18036 7576 860 0,'0'0'73'15,"0"0"-16"-15,0 0 96 16,0 0-66-16,0 0-46 0,0 0-17 16,72-90-15-1,-64 68 1-15,-3-1 4 0,1 2-12 16,-6-1 1-1,0 4-2-15,0 2 2 0,0 5-3 16,0 5 0 0,0 4 7-16,0 2-1 0,0 0-6 15,0 0-4-15,0 0-7 16,0 0-1-16,0 7 12 16,0 4 0-16,0 1 2 15,0 3-2-15,0-2 0 16,0 1 0-16,0 2 0 15,0 1 0-15,0 2 0 16,2-2 0-16,2-2 0 0,1-2 1 16,-2-2-1-16,3-5 0 15,-2-1 0-15,1-2-1 16,-4-3-10-16,2 0 3 16,0 0 8-16,3 0-2 15,2 0 4-15,2 0-2 16,-1-6 0-16,0 1-2 15,3-2-1-15,-2-2 2 16,1 1-1-16,1-1 2 16,-2-2-2-16,1 1 2 15,-1 0-5-15,-1 2 5 16,-1-2-1-16,-1 3 1 0,2 1 0 16,-3 2 1-1,-2 2-1-15,2 0-1 0,2 1 1 16,-2 1 0-16,0 0-4 15,0 0-4-15,0 5 2 16,-1 5 6-16,-2 1-8 16,-1 0 8-16,-2 2 5 15,0-1-3-15,0-3-2 16,0 2 1-16,0-5-1 16,0-1-2-16,0-3-6 15,0-2-30-15,4 0 17 16,12-5 21-16,1-6 16 15,3 0 7-15,-5 2-20 16,2 0 2-16,-1-1-5 16,-2 0-8-16,-2-2-91 0,-10-1-210 15,-2-2-416 1</inkml:trace>
  <inkml:trace contextRef="#ctx0" brushRef="#br0" timeOffset="36595.9291">18232 7302 762 0,'0'0'113'16,"0"0"-83"-16,0 0-25 15,0 0 11-15,0 0-6 16,0 0-10-16,90-3-83 0,-58 3-471 16</inkml:trace>
  <inkml:trace contextRef="#ctx0" brushRef="#br0" timeOffset="37382.8324">18848 7688 837 0,'0'0'148'0,"0"0"-5"0,0 0-51 16,0 0-21-16,0 0-4 16,-11-75-41-16,18 48-16 15,6-3-8-15,0 3 2 16,-2 5-4-16,-1 7 3 16,-5 9-6-16,-2 4 1 15,-3 2 1-15,3 0-10 16,-2 6-12-16,4 10 13 15,2 2 10-15,0 0 2 0,1-4-2 16,1-5 1-16,3-4 0 16,-2-5 1-16,6 0 12 15,1-5-7-15,1-14 3 16,0-6-6-16,0-4-4 16,-3 1-1-1,-3 1-8-15,-2 5 9 0,-4 4 2 16,-4 7-2-16,-1 5 1 15,-1 4 8-15,0 2-9 16,0 0-2-16,0 2-9 16,0 13 5-16,0 7 6 15,0 0 9-15,0 0-4 0,0-2-2 16,0-2-2 0,0-5-1-16,6 0-1 0,1-2-74 15,1-8-122 1,5-3-226-16</inkml:trace>
  <inkml:trace contextRef="#ctx0" brushRef="#br0" timeOffset="39234.4661">19209 7579 778 0,'0'0'235'0,"0"0"-125"0,0 0 31 15,0 0-35-15,0 0-64 16,0 0-30-16,47-55-10 15,-21 39-2-15,-3 0 0 16,-4 5 4-16,-6 4-4 0,-4 3-5 16,-6 3 1-16,-1-1 3 15,-2 2 1-15,0 0-7 16,0 0-6-16,0 0 7 16,0 0-3-16,-5 7 2 15,-1 3 7-15,-1 1 6 16,4 0-6-16,1-1-1 15,2 1-7-15,0-2 8 16,0 3 0-16,0-4-2 16,9 1 2-16,5-2-2 15,-1-3 2-15,3-3 5 16,4-1-5-16,-2 0-18 16,-1 0-2-16,-1-5-3 0,-2-5 2 15,-5-2 11-15,-1 1 7 16,-4-3 3-16,-2 0 0 15,-2-2-1-15,0 2 0 16,0-3 1-16,0 3-2 16,0 1 6-16,0 4-8 15,6 1 8-15,0 2-3 16,0 2-1-16,3 1-5 16,2 2 0-16,0 1 10 15,0 0-10-15,-2 0 5 16,1 0 0-16,-1 8 1 15,1 3 3-15,-2 1-4 0,-1 1 8 16,-2 3-8-16,-1-1 1 16,0-1 1-16,-2 3-2 15,-2-1 7 1,0-2 12-16,0 0-13 0,0-5 8 16,0 2-2-16,0-5-2 15,0 1 7-15,0-4-17 16,0-2 3-16,0-1-2 15,0 0 3-15,0 0-4 16,0 0 1-16,0 0 2 16,0 0 1-16,0 0 1 15,0 0-4-15,0-6 11 0,0-6-9 16,4-7-3 0,6-1-10-16,-1 0-9 15,2 1 2-15,-2 5 3 0,-1 5-8 16,4 5 20-16,-6 3-7 15,0 1 6-15,-3 0-2 16,0 2-5 0,4 10 8-16,-1 2 2 0,0 0 2 15,0 2-2-15,-1-3-1 16,5 0 1-16,-3-4 5 16,2-4-5-16,3-2 2 15,3-3 0-15,3 0 6 16,6 0-4-16,1-12-4 15,-2 0-6-15,-6-1-12 16,-3 2 0-16,-5 1-24 0,-3 1 14 16,-3 1 20-16,-3 0-1 15,0 2 9-15,0 3-3 16,0 3-2-16,-6 0 5 16,-1 0-5-16,-1 3 5 15,0 8-1-15,4 3 2 16,1-3 21-16,2-1-18 15,1-1 2-15,0-5 4 16,0 1-7-16,11-4 3 16,2-1-6-16,1 0 16 15,1 0-8-15,-1-7-3 16,-2-4-5-16,-5 3-10 0,-2 0-1 16,-4 0 1-16,-1 3-9 15,0-2 3-15,0 4 14 16,0 1-6-16,-6 2 4 15,-1 0 1-15,-2 0-7 16,0 0 8-16,3 8 2 16,0-2 3-16,3 3 2 15,1 0-5-15,2-3 6 16,0 1-2-16,0 0-3 16,0-4 6-16,9-3-7 15,9 0-5-15,0 0 0 16,4-6-19-16,4-6-14 15,-4-1-20-15,-2-3 7 0,-2 2 38 16,-3 0 8 0,-2 1 5-16,-6 4 2 0,-2 3 3 15,-2 3 54-15,-2 2 1 16,-1 1-22-16,0 0-21 16,6 0-17-16,2 0 1 15,4 2 20-15,2 8-4 16,0 1-6-16,1 1-9 15,-3-1 6-15,0-2-5 16,3-4 2-16,1-1-5 16,0-4 3-16,4 0 9 15,-1-4-3-15,2-13-4 0,-2 0-5 16,-4-3-21 0,0 3-4-16,-7 4 12 0,-4 2 12 15,-2 6-1 1,-2 5 2-16,0 0-9 0,0 0 8 15,-9 8-3-15,-5 9 4 16,4 2 15-16,2-1 1 16,3-1-7-16,5-4-7 15,0-5 4-15,0-2-5 16,8-6-2-16,7 0 2 16,5-6 16-16,0-11-17 15,2-5-5-15,0 2-1 16,-4 4 5-16,-5 2-4 15,-4 3 5-15,-3 7 10 16,-5 4 1-16,-1 0-4 0,0 0-7 16,0 7 1-16,0 10-1 15,0 5 15-15,0 2-10 16,-5 2-3-16,-6-1 9 16,-1 2-9-16,-1-3 4 15,-1-1-1-15,1-5-3 16,3-4 2-16,3-4-3 15,4-6 3-15,2-4-3 16,1 0 2-16,0 0 7 16,5-12 8-16,14-9-17 15,5-2-2-15,3 3-3 16,1-3-28-16,-1 4-11 0,1-3-65 16,-3 0-163-1,1-3-390-15</inkml:trace>
  <inkml:trace contextRef="#ctx0" brushRef="#br0" timeOffset="39505.7328">20786 7165 957 0,'0'0'115'0,"0"0"-105"15,0 0 46-15,0 0 26 0,0 0-2 16,84 81-46 0,-64-53-2-16,-8 4-13 0,-5 7-9 15,-7 5 6 1,0 3-5-16,-9 3-1 0,-14 3-6 16,-9-3 1-16,-11 1-5 15,-11-1-47-15,-18-5-174 16,-19-11-813-16</inkml:trace>
  <inkml:trace contextRef="#ctx0" brushRef="#br0" timeOffset="54949.225">5640 9495 632 0,'0'0'74'0,"0"0"-42"15,0 0 2-15,0 0 24 16,0 0 49-16,0 0-37 16,0 0-1-16,2-9-24 15,-2 9-22-15,0 0 8 16,0 0-9-16,0 0 10 15,0 0-2-15,0 0-4 16,0 0-4-16,0 0 3 16,0 0-9-16,0 0-1 0,0 0-6 15,0 0-9-15,0 0 0 16,0 12-9-16,0 5 9 16,3 3 4-16,1 4 5 15,2 0-6-15,0 0 2 16,1 3 0-16,1-4 4 15,1-3-2-15,-3-3-2 16,0-4 10-16,-2-5-13 16,-1-2 0-16,-1-1 4 15,-1-5 7-15,2 0-13 16,-3 0 17-16,3 0-11 0,6 0 8 16,5-7-3-1,5-6-6-15,3-4 7 16,-2-1-12-16,2 3 0 0,-1-2-2 15,-2 2 2-15,2 3-5 16,0 0-29-16,0 0-13 16,3 2-72-16,0-4-59 15,-2 0-210-15</inkml:trace>
  <inkml:trace contextRef="#ctx0" brushRef="#br0" timeOffset="87061.4697">10371 10301 509 0,'0'0'209'0,"0"0"-179"15,0 0 14 1,0 0 23-16,0 0 3 0,0 0-17 16,0 0-4-16,-82-23 0 15,60 33-11-15,-2 6-1 16,-1 2 1-16,2 0-3 15,5 0-11-15,7-4-4 16,4 0-6-16,6-3-11 16,1-2-3-16,0 0 0 15,5 1 0-15,11-3 3 16,3 0-3-16,5 1 3 16,0-2-2-16,-2 2-1 15,-5 4 0-15,-4 4 0 16,-7 3-2-16,-3 5 1 15,-3 3 2-15,0 1-1 0,-9 2 0 16,-7-4 2-16,4-1-2 16,0-7 0-16,6-3 0 15,3-8 0-15,3-1-2 16,0-5 2-16,0-1 12 16,0-2-12-16,9-13 0 15,9-4-12-15,1 2 12 16,1 3-4-16,-1 1 3 15,-3 2 1-15,2-2-1 16,1 2 1-16,-2-2 4 16,0 1-4-16,3-1-4 15,-2-1 4-15,1 0 1 0,-6-1 0 16,-1-1 4-16,-3 0-1 16,-2-1 1-16,-3 0 5 15,-1 1-6-15,-1 4-1 16,-2 1 2-16,0 3-2 15,0 5-3-15,0 1 9 16,0 2-7-16,0 0-2 16,0 0-7-16,0 5 7 15,0 12 2-15,0 4 0 16,0 2 0-16,0-1 17 16,0-3-10-16,0-3 0 15,13-1-7-15,1-5 4 16,0-3-3-16,3-5-1 15,2-2 3-15,0 0-5 0,-2-16-25 16,-3-7-87-16,-7-3-193 16,-4 2-278-16</inkml:trace>
  <inkml:trace contextRef="#ctx0" brushRef="#br0" timeOffset="87211.5896">10508 10450 717 0,'0'0'58'0,"0"0"-20"16,0 0-13-16,0 0 53 16,0 0-24-16,0 0-53 15,39-22-1-15,-11 22-20 16,-1 0-117-16,-5 0-130 16</inkml:trace>
  <inkml:trace contextRef="#ctx0" brushRef="#br0" timeOffset="88866.4564">10672 10621 601 0,'0'0'136'15,"0"0"-72"-15,0 0 44 16,0 0 29-16,0 0-52 16,0 0-60-16,-7 19-4 15,19-16 29-15,3-3-32 16,-2 0-8-16,4 0-6 0,-7 0 2 15,-1 0-6-15,-4-4 0 16,-3-4 4-16,-2-2 2 16,0-4 7-16,0-1-4 15,0-4 4-15,0 2-10 16,0 0 5-16,0 0-8 16,2-2 11-16,7 3-11 15,3 2 1-15,3 1-3 16,0 6 2-16,0 1-2 15,-2 6-1-15,0 0-2 16,-4 0 5-16,-1 2-3 16,-3 9-3-16,-2 5 5 15,-3 3-1-15,0 5 3 0,0-1-2 16,0-4-1-16,0 0 2 16,0-2 9-16,4-2-6 15,3-1 8-15,5-3-5 16,5-5-6-16,1-6 11 15,7 0-8-15,3 0 1 16,1-9-4-16,-3-6-2 16,-3 0 2-16,-7 1-2 15,-1 0 6-15,-8 1-2 16,-2 1-1-16,-2 0-1 16,-3 4 2-16,0 1-1 15,0 2 0-15,0 0 3 0,0 3-4 16,-1 2-5-1,-7 0 2-15,-1 3 1 0,0 10-3 16,2 2-1-16,2 4 6 16,2-2 4-16,2 0-2 15,-1 1 1-15,2-4-1 16,0 1 1-16,0-4-2 16,5-3 5-16,6-3-5 15,5-5 7-15,2 0-3 16,1 0-4-16,-1-5 2 15,1-6-3-15,-1 0 1 16,-5 2-2-16,-1 1 1 16,-4 0 0-16,-4 4 2 15,-2 0-2-15,-2 4 1 16,0 0-1-16,0 0 0 16,0 0-1-16,-6 2-2 0,-3 7 0 15,-2 5 2-15,6 2-4 16,0 3 6-16,2-1-2 15,3 1 2-15,0 0 3 16,0-4-4-16,0 1-2 16,3-6 2-16,6 1 7 15,3-6-5-15,3-3-2 16,0-2 0-16,1 0 5 16,-2-6-2-16,-2-6-3 15,-3-5 1-15,-3 2-1 0,-3-2-2 16,-1 1-4-1,-2 1 2-15,0 0-5 0,-10 3-7 16,-2 2-11 0,-1 1 12-16,2 3-1 0,2 5 5 15,-1 1 7-15,4 0 0 16,-2 0-6-16,4 0 9 16,4 4-2-16,-2 0 2 15,2 2-1-15,0 0 2 16,0 0-1-16,0-1-1 15,2 1 2-15,8-2 3 16,1-2-3-16,-2 0 5 16,1-2-5-16,1 0-4 15,-1 0 4-15,-1 0 0 0,2-2-6 16,-1-4 6 0,-3-2-4-16,1-1-2 0,1-3 5 15,-6 1 1-15,3-2-1 16,-3 2 1-16,0 0 1 15,1 0-1-15,-1 5 0 16,-1 2 1-16,2 0 2 16,0 1-3-16,0 3-5 15,6 0 5-15,0 0 5 16,0 0-1-16,0 13-8 16,-2 3 7-16,-3 2-3 15,-2 4 3-15,-3-1-3 16,0 1 3-16,0 0 2 15,0-3-1-15,-4-5-3 0,1-5 0 16,3-3 2-16,0-6-2 16,0 0 11-16,0-3-10 15,0-13-2-15,7 1-10 16,5 3-14-16,1 4 8 16,-2 2 11-16,-3 4 1 15,1 1 4-15,-1 1-3 16,1 0 3-16,-1 0 1 15,1 0-1-15,1 0 6 16,-3 3-4-16,3 0 1 16,1-3-2-16,0 0 3 15,2 0 3-15,1-1-7 16,2-12 0-16,-2-3 3 0,-3-1 0 16,0 0-6-1,-1 0 3-15,-3 1-3 0,-3 2 3 16,-1 3 6-16,0 4-6 15,-2 4 0-15,-1 3-9 16,0 0 0-16,0 0 4 16,2 4 5-16,-2 7 2 15,6 1-1-15,1-4 1 16,4-4-2-16,1-2-3 16,1-2-47-16,5 0-219 15,0-9-422-15</inkml:trace>
  <inkml:trace contextRef="#ctx0" brushRef="#br0" timeOffset="91476.7754">12238 10476 820 0,'0'0'93'0,"0"0"-8"0,0 0 36 16,0 0-78-16,0 0 9 16,0 0-20-16,-96 16-10 15,81 11 0-15,0-1 2 16,6 2-4-16,4-2 0 16,5-4-14-16,0-5 1 15,4-4-6-15,12-7 4 16,3-6-3-16,7 0 4 15,-1-8-2-15,2-10-4 16,-7-3 0-16,-7 1-4 0,-3 0 0 16,-5 1-5-16,-4 3 7 15,-1 3 2-15,0 5 0 16,0 4 0-16,0 2-2 16,0 2-5-16,0 2-3 15,-3 14 9-15,-1 9 1 16,1 3-2-16,0 4 4 15,3 4-4-15,-3 2 2 16,0 0 0-16,-2-1 7 16,-2-4-7-16,-1-4 2 15,1-7-2-15,2-5 0 16,2-7-4-16,0-8-1 16,2-2-1-16,1 0-11 15,0-10-63-15,0-9 38 0,12 1-7 16,7 2-12-16,4 3 41 15,0 1 16-15,1 2 4 16,0-1-5-16,-3 3 5 16,3-2 8-16,-2-1 12 15,2-3 10-15,-3 0-17 16,1-1-1-16,-4-3-3 16,-3 1-8-16,-6-2 6 15,-6-1-6-15,-3 1 6 16,0-1-7-16,-7 6-1 15,-8 2-10-15,-1 7-3 16,-1 5 3-16,-1 0-7 0,3 0 14 16,2 0-5-16,5 0 5 15,4 7-1-15,1-1 4 16,1 1 1-16,2 1 0 16,0-2-2-16,0 4 2 15,9-3 12-15,6-2-5 16,5-2-1-16,3-3 1 15,6 0 1-15,4 0-3 16,1 0 5-16,5-7-10 16,-1-4 0-16,-3 0 0 15,-3-2-1-15,-6 4 2 0,-7 4-2 16,-5 0 2 0,-8 4 3-16,-3 1-4 0,-3 0-4 15,0 0 3-15,0 0 2 16,-3 4-1-16,-8 9 0 15,-4 1 13-15,3 0 12 16,2 2 1-16,6-3-6 16,2 0-10-16,2-2 3 15,0-2-2-15,6-4-4 16,13-2 0-16,5-3-1 16,4 0-4-16,4 0 1 15,-2 0-3-15,-4-6 0 16,-4 1 0-16,-9 4-18 15,-6 0-3-15,-5 1 8 0,-2 0 7 16,0 0 5-16,0 0 1 16,0 0-7-16,-2 0 7 15,-4 0 6-15,5 0-4 16,1 1-2-16,0 2 0 16,0-2 0-16,1-1 2 15,11 0 3-15,8 0-5 16,-1 0 0-16,-1-4 0 15,-2-6-28-15,-7 1-3 16,-4 1 4-16,-5-1-3 16,0 4-2-16,0-1-1 15,-9 5-12-15,-4 1 28 16,2 0 8-16,0 10 9 16,3 3 9-16,5-2 29 0,3 0-12 15,0-2-13-15,3-3 5 16,13-4-4-16,1-2-3 15,8 0-6-15,0-5-2 16,3-12-3-16,1 0-11 16,-5-6-27-16,-3 1-4 15,-4 0 17-15,-6 1 25 16,-2 0 0-16,-5 0 0 16,-4 0 21-16,0-1 32 0,0 2-11 15,0 7 3-15,0 4 0 16,0 6-14-16,0 3-6 15,-2 0-25 1,2 8-2-16,-1 14 2 0,0 7 0 16,-1 0 3-16,1 6 7 15,1-2-2-15,0 0-6 16,0-1 6-16,-3-4-2 16,0-6 0-16,-1-4-3 15,1-6-2-15,1-7 0 16,0-5-1-16,2 0 7 15,-1-3 13-15,1-18-12 16,-2-6-8-16,2-5 0 16,0-3-1-16,0-5 1 15,0 2-5-15,0 1 5 0,0 8-1 16,10 7 0 0,1 6-1-16,0 6 0 0,-1 5-1 15,2 5 2-15,-1 0-4 16,1 0 0-16,-1 14 3 15,-2 6 1-15,-5 3-5 16,-4 4 1-16,0 0 5 16,0-2 0-16,-10-2-1 15,0-5-5-15,-2-4-8 16,6-4-85-16,3-6-104 16,3-4-74-16,0 0-314 15</inkml:trace>
  <inkml:trace contextRef="#ctx0" brushRef="#br0" timeOffset="91938.5623">13287 10585 630 0,'0'0'159'0,"0"0"-5"0,0 0-26 15,0 0-11-15,0 0-55 16,0 0-1-16,73-9-42 16,-58-8-8-16,0 0-4 15,-2-3-6-15,-4-2 2 16,0 0-3-16,-4 4 0 15,-4 0 4-15,-1 4-3 16,0 4-1-16,0 6 0 16,0 3 1-16,0 1 4 0,0 0-5 15,0 0-3 1,0 9-3-16,0 11 6 16,0 5 3-16,0 1 5 0,-4 3-2 15,2-2-1-15,1-1-4 16,-2-5 1-16,2-6-2 15,-1-3 5-15,2-7-5 16,0-2 3-16,0-3-3 16,0 0 0-16,3-16-2 15,12-5-27-15,3-1-1 16,-2 3-7-16,0 5 22 16,1 7 11-16,-2 6 3 15,-3 1 1-15,4 0 1 16,-2 0 16-16,2 5 9 0,-2 1-7 15,2 0-10 1,0-3-3-16,2-3-6 0,-1 0-15 16,4 0-181-16,-1-12-564 15</inkml:trace>
  <inkml:trace contextRef="#ctx0" brushRef="#br0" timeOffset="96463.2966">14188 10218 850 0,'0'0'69'15,"0"0"-25"-15,0 0 52 16,0 0-24-16,0 0-20 0,0 0-5 16,-94 30-19-1,81-10-4-15,-1 3 5 16,2 7-4-16,4 4 1 0,0 4-5 15,6 1-2-15,2 1-16 16,0-7-1-16,0-2 2 16,16-5-3-16,3-6-1 15,6-5 0-15,6-10-36 16,4-5-126-16,2 0-230 16</inkml:trace>
  <inkml:trace contextRef="#ctx0" brushRef="#br0" timeOffset="97724.7308">14516 10396 764 0,'0'0'49'0,"0"0"20"16,0 0 32-16,0 0 53 15,0 0-86-15,0 0-26 16,-46 7-14-16,33 12 6 16,-2 3 12-16,3 1-17 0,3 0-8 15,2-1-6 1,2 0-1-16,5-5-6 0,0-3-4 15,5-1-3-15,15-6 3 16,7-5-1-16,3-2-3 16,4 0 0-16,-2-8 8 15,-3-3-8-15,-7-1 0 16,-6 4-3-16,-6 2-9 16,-6 3 9-16,-4-1-1 15,0 1 4-15,0 3-4 16,-7 0 4-16,-7 0-6 15,0 7 0-15,-3 9 6 16,4 2 0-16,4 3-4 0,5-1 4 16,4-2 0-1,0-1 0-15,0-2 0 0,16-5 0 16,2 0 0-16,5-8 2 16,6-2-2-16,-2 0 0 15,0-4-1-15,-5-7 1 16,-2-3 0-16,-6 0-16 15,-6 0-7-15,-7 0 5 16,-1-1 5-16,0 0 2 16,-10 5 4-16,-7 0-25 15,-2 3 17-15,4 0 3 16,1 5 7-16,1 1-1 0,6 1 3 16,2 0 2-16,4 0-3 15,1 0-3-15,0 1 1 16,0 8 5-16,0 1 1 15,0 2 0-15,0-2 0 16,6 1 0-16,2-1 0 16,4-2 0-1,-1-1 0-15,1-7 0 0,3 0 0 16,-1 0 0-16,2 0 0 16,0-11 1-16,2-3-1 15,-2-5-2-15,3 2 2 16,-4 0 1-16,-1 1-1 15,-2 6 0-15,-1 2-1 16,-2 6 1-16,-2 2 0 16,-2 0 0-16,-2 10 1 0,-2 4 6 15,-1 5 2-15,0-2-5 16,0 0-2-16,0-4-1 16,-3-3 0-1,3-4-1-15,0-5-20 16,0-1-54-16,7-1-21 0,7-15-6 15,2-4 35-15,2 0 29 16,3 0 9-16,-3 0 28 16,0 2 0-16,-3 3 11 15,-5-1 39-15,1 0-15 16,-2 3 0-16,-2-3 16 16,1-1-8-16,-4 0-5 0,1-1-13 15,-2 0-12-15,-3 0-6 16,0 2-3-16,0-1-4 15,0 2 10-15,0 1-5 16,-6 4 11-16,1-2-12 16,0 5-4-16,3 2 3 15,2 2 11-15,0 3 6 16,-2 0-1-16,2 0-19 16,0 0-9-16,0 8 9 15,-1 3 9-15,1 3-6 16,-2-3 9-16,2-2 1 15,0-1-9-15,0-5-1 16,0-1 6-16,0-1-9 16,0-1-4-16,0 0 3 15,0 2-4-15,0-2-56 16,2 0-52-16,2 0-110 16,-1 0-170-16</inkml:trace>
  <inkml:trace contextRef="#ctx0" brushRef="#br0" timeOffset="98065.8157">15096 10444 453 0,'0'0'255'0,"0"0"-172"16,0 0 76-16,0 0-7 0,0 0-56 16,0 0-27-1,-17-61-29-15,17 33-30 0,0-2-5 16,11-1-1-16,-2 2-1 15,-4 0-2-15,0 6 0 16,-5 3 3-16,0 9-4 16,0 5-4-16,0 6 4 15,0 0 4-15,0 0-4 16,-2 14-10 0,-9 11 10-16,-2 8 3 0,4 1 7 15,6 0 13-15,3-2-10 16,0-4-3-16,0-6 1 15,11-6-7-15,2-7-4 16,1-7 0-16,6-2 0 16,-1 0-73-16,-2-22-179 0,-2-1-456 15</inkml:trace>
  <inkml:trace contextRef="#ctx0" brushRef="#br0" timeOffset="98181.5209">15235 10403 365 0,'0'0'0'16,"0"0"-70"-16</inkml:trace>
  <inkml:trace contextRef="#ctx0" brushRef="#br0" timeOffset="98467.744">15429 10486 342 0,'0'0'574'0,"0"0"-452"0,0 0 35 15,0 0-45-15,0 0-28 16,0 0-41-16,-19-17-22 16,19 12-13-16,0 2-1 15,0 3-4-15,0 0-3 16,0 0 0-16,0 0-2 15,0 9 0-15,0 5 2 16,0 2 1-16,0-5 7 16,0-3-8-16,0-3-1 15,0-5-2-15,0 0-29 16,4-12-106-16,8-13-277 16</inkml:trace>
  <inkml:trace contextRef="#ctx0" brushRef="#br0" timeOffset="99000.314">15659 10064 576 0,'0'0'114'15,"0"0"-18"1,0 0 9-16,0 0 25 0,0 0-11 16,0 0-43-16,-12-10-47 15,12 18-17-15,9 9 47 16,7 5-7-16,2 6-13 15,4 3-21-15,1 2 8 16,1 3-6-16,-3 3-6 16,-2 1 1-16,-7 7-13 15,-6 6 0-15,-6 3 0 16,0 2-2-16,-13-5 0 16,-10-2 0-16,-5-9-27 0,-2-9-55 15,-7-8-197 1</inkml:trace>
  <inkml:trace contextRef="#ctx0" brushRef="#br0" timeOffset="109084.8333">16251 10179 502 0,'0'0'325'0,"0"0"-279"15,0 0-25-15,0 0 66 16,-100 53 43-16,78-34-64 15,4 1-11-15,6 3-17 16,7 1-10-16,5 0-16 16,0-3-6-16,9-3 7 15,12-2-12-15,3-7 3 16,8-4-1-16,0-5-2 16,0 0 0-16,0 0-1 15,-11-3 0-15,-6-2 1 16,-9 3-2-16,-6 2 2 15,0 0-3-15,0 0 1 16,-9 0 1-16,-7 5 0 0,-1 6 0 16,4 0 0-16,4 1 0 15,3 4 0-15,6 1-2 16,0 2 2-16,1-4-3 16,16 0 3-16,5-6-1 15,7-1 2-15,0-5-1 16,-2-3 0-16,-3 0 0 15,-9 0-3-15,-3 0-22 16,-5-7 10-16,-5-3 0 16,-2-4 7-16,0-4 2 15,-2 1 6-15,-12 5-14 16,0 0 12-16,-1 2-2 0,3 4 3 16,1 3-1-16,3 3 0 15,4 0-1-15,-1 0-10 16,3 0 3-16,-1 3 1 15,2 5-1-15,1 3 7 16,0-2 3-16,0-1-4 16,1-2 4-16,9-4-3 15,1-1 1-15,3-1 2 16,5 0-2-16,-2-5 2 16,3-7 0-16,1 0 0 15,-3 4 2-15,2 1-2 0,-5 5-1 16,1 2 0-1,-5 0 1-15,-2 7 0 0,-2 8 6 16,-6 4-5 0,-1 2 14-16,0-1-6 0,-3-2 10 15,-5-5-12-15,0-3-3 16,5-6-3-16,3-4 1 16,0 0 0-16,0 0-4 15,1-16-32-15,12-2-3 16,4 0 16-16,1 1 0 15,-2 5-5-15,1 0 22 16,-2 2 3-16,0 1 1 16,-3-1 0-16,-1 2-7 15,2-2 7-15,-1 2-1 0,-1-1 1 16,0 0 9 0,0-1-9-16,0 0-7 0,1-3 7 15,4 2 0-15,0-2 0 16,1 2 0-16,-1 5 6 15,-2-2-3-15,0 8-2 16,-1 0 0-16,-2 0-1 16,-4 11 0-16,-1 7 1 15,-6 2 20-15,0 1 5 16,0-2-9-16,0-3-7 16,-3-5 8-16,2-5-14 15,1-6-3-15,0 0 6 16,0 0 15-16,0-9-21 15,4-8-1-15,9 1-10 0,3 2-15 16,-4 6-2-16,2 0 7 16,1 5 4-16,-4 0 13 15,1 3 2-15,-1-1-7 16,-2-1 16-16,-2 2-8 16,3-5 0-16,-4 2 0 15,-2-1-4-15,-1 1 9 16,-1 2-4-16,-2 0-1 15,0 1-1-15,0 0 1 16,0 0 9-16,0 10 2 16,-5 5 2-16,-1 0 1 15,3 1 1-15,3-4-8 16,0-1-6-16,0-5-1 0,6-4 2 16,6-2 3-1,6 0-5-15,1-14-15 0,-2-3-43 16,-4 0-41-16,-5 3 8 15,-7 1-4-15,-1 3 52 16,0 3 36-16,-7 2 6 16,-10 3 1-16,4 2 39 15,-2 0-20-15,6 0 15 16,3 7-6-16,4 0-18 16,2 0-10-16,0-2 3 15,0-2-2-15,5-3 12 16,9 0 31-16,2 0-25 15,-1-12-1-15,3-1-16 16,-3-3-1-16,-1-4 1 16,-1 1 0-16,-2-2 6 15,-6-1 20-15,1 0 2 0,-5 2 12 16,-1 1 4-16,0 5 19 16,0 4-22-16,0 3 12 15,0 6-25-15,0 1-4 16,0 0-22-16,-1 17-4 15,1 3 5-15,0 6-4 16,0-4 1-16,3 0 0 16,9-3-2-16,6-9 0 15,1-3-2-15,1-7-113 16,2 0-230-16</inkml:trace>
  <inkml:trace contextRef="#ctx0" brushRef="#br0" timeOffset="110261.2009">17623 9982 771 0,'0'0'80'0,"0"0"0"16,0 0 5-16,0 0 34 15,0 0-87-15,0 0 27 16,0 0-15-16,-9 97-10 15,9-63-9-15,0-1-7 16,0-5 1-16,0-7-7 16,-1-6 4-16,-1-6-12 15,1-6 1-15,-1-3-3 0,2 0 6 16,0-15 2-16,0-9-8 16,6-5-1-16,8 2 0 15,1 6-2-15,-5 8 0 16,1 6 0-16,-1 7 0 15,-1 0-2-15,0 0 2 16,1 10 1-16,-2 7 0 16,-5 2-3-16,-3 1 3 15,0 4 0-15,0-5 0 16,-8-1-1-16,-3-4 2 16,0-5-1-16,3-6 3 15,2-3-3-15,4 0 0 0,2 0-3 16,0-10-41-16,0-3-10 15,11 2 26 1,8 2-7-16,1 6 14 0,0 0 18 16,-2 3 2-16,-3 0 0 15,1 0 1-15,-3 0 0 16,-2 0 1-16,-4 0 7 16,2 0 8-16,0-8 1 15,0-1-3-15,1-3-9 16,-4 0-5-16,0 0 1 15,-4 5-3-15,-1 2 4 16,-1 3 3-16,0 2-2 16,0 0 3-16,0 0-6 15,0 7 20-15,0 5 1 16,0-5-7-16,0 1-2 16,0-1-9-16,10-6-2 0,6-1-2 15,6 0-19-15,1-9-169 16,2-12-598-16</inkml:trace>
  <inkml:trace contextRef="#ctx0" brushRef="#br0" timeOffset="112500.6076">18299 10001 847 0,'0'0'61'0,"0"0"-47"16,0 0 60-16,0 0 78 16,0 0-57-16,0 0 0 15,42-18-36-15,-18-3-46 0,0-5-2 16,-2 1-7-16,-3-1 6 16,-7-1-4-16,-3-1 3 15,-4 1-8-15,-5 0 4 16,0 1 1-16,0 4-5 15,-9 4 5-15,3 7-4 16,1 8 1-16,2 3 2 16,0 0-5-16,-5 6-3 15,1 13 2-15,0 7 0 16,4 3 1-16,1-1 0 16,2 0 1-16,0-4-1 15,2-2 0-15,8-5 0 0,5-2 3 16,3-6-1-1,6-6-1-15,6-3-1 0,6-3 1 16,-2-8 6-16,-4-2-5 16,-9 6-3-16,-11 2 2 15,-5 3-2-15,-5 2-3 16,0 0 1-16,0 2 0 16,-9 12 3-16,-8 6-1 15,-2 2 3-15,1 0-2 16,6-2 1-16,6-4-1 15,4-2-2-15,2-5 1 16,0-3 1-16,14-4 0 16,10-2-4-16,1 0 4 15,3-7 0-15,-1-8 8 16,-7-1-8-16,1-2-3 0,-12-1-14 16,-2 5-2-16,-7-3-1 15,0 3 10-15,-4 1-20 16,-13 6 21-16,-2 2-10 15,-3 5-1-15,2 0 16 16,2 0-9-16,5 7 11 16,4-2-5-16,4 2 7 15,4-3 5-15,1-2-5 16,0 1-5-16,3-3 5 16,12 0-3-16,3 0 3 0,6 0 2 15,-1-8 4 1,3-1-5-16,-3 0 0 0,-1-1-1 15,0-1 0-15,0 1-1 16,-4 0-2 0,0 1 3-16,-4-1 0 15,-4 0 0-15,-3 3-1 16,-4 2 1-16,-3 2 0 0,0 3 0 16,0 0 5-16,-1 0-1 15,-10 0-3-15,-3 6 3 16,6 7 2-16,-1 4 12 15,2 1-17-15,2-1 14 16,5-2-5-16,0 1-3 16,0-4-4-16,18-2 3 15,0-6-4-15,7-2-1 0,1-2 4 16,0 0 0-16,-3-11-6 16,-5-3 1-16,-2-3 0 15,-7 0-9-15,-6 0-11 16,-3-1 10-16,0 1-6 15,-9 4 6-15,-7 0 7 16,2 6 3-16,1 3 0 16,2 4 0-16,4 0-5 15,4 0-7-15,0 0 11 16,1 1-5-16,2 2 5 16,0 4 1-16,0-3 0 15,11 0-1-15,7-4 0 16,3 0 1-16,3 0 0 15,-2 0 0-15,5-5 0 0,-4-5 0 16,-1 3 0-16,-2-3-3 16,-3 3 1-16,-2 0 0 15,-5 1-6-15,-3 2 8 16,-2 2 0 0,-5 2-3-16,0 0 3 0,0 0-3 15,0 0 2-15,-3 3-7 16,-10 11 8-16,-1 2 5 15,3 1 1-15,1 0 5 16,4-2 7-16,5-1-16 16,1-1 5-16,0-4-7 15,0-1 1-15,12-3-1 16,3-5 0-16,3 0-1 0,1 0 1 16,-1-13-2-16,1-4-5 15,-2-3 7-15,-4-1-2 16,-4-3 2-16,0 0-1 15,-6-2 1-15,-3-1 4 16,0-2-3-16,0-1 14 16,-2-1-10-16,-8 0 9 15,2 1-14-15,4 5 9 16,0 8-7-16,1 7 0 16,3 6 6-16,0 4-5 15,0 0-1-15,0 3-2 16,0 14-6-16,0 7 6 0,7 1 2 15,1 1-2-15,2 2 0 16,2-5-4 0,0-1 8-16,6-3-2 0,1-8-2 15,1-3 0-15,4-7-4 16,1-1 5-16,0 0-2 16,-1-1 1-16,-1-9-7 15,-7-2-18-15,-1-2 10 16,-3 5-1-16,-6-1 15 15,-3 3 0-15,-3 2 2 16,0 2-1-16,0 1 0 16,0 2-4-16,0 0 3 15,-3 0-2-15,-5 0 1 0,1 7-1 16,2 1 5 0,1-1-2-16,4 1 0 0,0-2 0 15,0 0-2-15,0-1 2 16,4-1-1-16,2-2 2 15,3 1-2-15,-3-3 1 16,-3 0-1-16,-1 0 1 16,1 0-1-16,-3 0-7 15,0 0 1-15,0 8 1 16,0 0 0-16,0 5 6 16,0 1 2-16,-3 1 11 15,3-3-5-15,0-2-1 16,0-6-2-16,0-1-3 15,4-3 2-15,8 0 0 0,-2 0 1 16,1-15-3-16,2-2-2 16,-2 1 0-16,-4-2 1 15,2-3 0-15,-5 4 0 16,-2-2-1-16,-2-3 4 16,0 2-3-16,0-2 0 15,0-2 7-15,0 0 4 16,-6 1-6-16,2 0-4 15,1 7-1-15,1 5 1 16,2 5-2-16,0 6 0 16,0 0-4-16,0 14 3 15,0 9 1-15,0 5 3 16,0-1-3-16,0-1 6 16,8-4-6-16,1-2 0 15,1-2-1-15,2-5-101 0,-2-3-305 16</inkml:trace>
  <inkml:trace contextRef="#ctx0" brushRef="#br0" timeOffset="113505.4945">20113 9728 762 0,'0'0'97'15,"0"0"-46"-15,0 0 87 16,0 0 16-16,0 0-58 16,0 0-68-16,4-24 1 15,4 9 0-15,2-3-10 16,-1-2-8-16,0-2-1 15,0 0-9-15,-5 0 5 0,1 2-5 16,-4 1-2-16,2 4 1 16,-1 4 0-16,-1 5 2 15,0 1-2-15,-1 2 0 16,3 0 0-16,-2-1-1 16,1 0 1-16,5-2-1 15,2-1 2-15,1 0-2 16,5 4 0-16,-2-2 1 15,2 5 0-15,2 0-1 16,-2 0-4-16,-2 0 4 16,-2 5 1-16,-2 7-1 15,-2 3 0-15,-4 1 1 16,0 4 0-16,-3 2 0 0,0 2 0 16,0-4 0-16,0 0 0 15,0-2 0-15,-1-6 1 16,-1-4-1-16,2-6 0 15,0-2 1-15,0 0 0 16,0-10 0-16,8-10-1 16,5-7 0-16,4 1-18 15,-4 2-18-15,-3 9 18 16,-1 5 17-16,-2 6-4 16,-3 4 2-16,3 0 2 0,-2 0-4 15,2 0 5 1,2 7-1-16,-2 1 1 0,4 2 11 15,1-3-9-15,0 0 7 16,1-1-3 0,-1-3-2-16,-1-3-1 0,-1 0-2 15,-3 0 3-15,0 0-2 16,-2-6-2-16,0 0-28 16,-1-2-38-16,-4 1-83 15,0 0-156-15,-1 1-401 16</inkml:trace>
  <inkml:trace contextRef="#ctx0" brushRef="#br0" timeOffset="114039.0693">19953 9685 731 0,'0'0'41'16,"0"0"-7"-16,0 0 67 15,0 0 19-15,0 0-31 16,0 0-45-16,2-88-9 15,1 62 6-15,-3 1-18 16,0 1 5-16,0 8-11 16,0 5 5-16,0 8 11 15,0 3-3-15,0 0-30 16,0 22-4-16,-3 6 3 0,0 6 1 16,3 2 7-1,0-2-6-15,1-3 7 0,16-6-8 16,5-6 0-16,6-8-2 15,8-8-17-15,6-3-120 16,-2-14-351-16</inkml:trace>
  <inkml:trace contextRef="#ctx0" brushRef="#br0" timeOffset="114711.2773">20869 9576 1035 0,'0'0'95'16,"0"0"-32"-16,0 0 70 0,0 0-51 15,0 0-29-15,0 0 2 16,-25-19-21-16,25-1-30 15,0-6 2-15,0-6-3 16,6-2-3-16,2-2 3 16,-4 2-3-16,1 6 1 15,-3 8-1-15,-1 9 0 16,-1 9-3-16,0 2 3 16,0 0-5-16,0 5-5 15,0 7 10-15,2 3 0 16,1-5 0-16,5-2 0 0,3-3 1 15,1-5 0-15,4 0-1 16,3-5 1-16,0-16-1 16,0-5-2-16,-1-1 0 15,-3 1 1-15,-5 6-2 16,-3 4 3 0,-6 8 0-16,1 6-1 0,-2 2 1 15,0 0 0-15,0 7-1 16,0 17-9-16,0 5 10 15,0 3 2-15,-2-1 1 16,2-3-5-16,0-3 2 16,0-5 0-16,10-6 0 15,4-4-78-15,5-9-112 16,-1-1-306-16</inkml:trace>
  <inkml:trace contextRef="#ctx0" brushRef="#br0" timeOffset="116689.6382">21157 9461 1013 0,'0'0'144'0,"0"0"-59"15,0 0 41-15,0 0-44 16,0 0-49-16,0 0-24 16,30-43-9-16,-4 22 0 15,0-1 1-15,-4 3-1 16,-4 2 0-16,-6 4 2 0,-4 3-2 15,-7 1-4 1,-1 1-1-16,0 2 2 0,-1 3 2 16,-7 3 0-16,-4 0-1 15,2 0-3-15,-1 3 4 16,1 9-1-16,4 2 0 16,3 0 1-16,3 2 1 15,0-2 0-15,0 0 0 16,0-2 0-16,8-1-3 15,3 0 4-15,3-4-1 16,2-2 0-16,-2-2-2 16,2-1 0-16,-1-2-15 15,-2 0 3-15,1 0 0 0,-4-6 9 16,-1-5 5 0,0-1 2-16,-3-5-2 15,0-1 0-15,-2-3 0 16,1 0 0-16,-2 1-2 0,-1 3 2 15,3 1 0-15,-2 7 0 16,1 0-4-16,-1 2 2 16,4 4 3-16,-4-1-2 15,4 2 1-15,1 2 0 16,2 0 0-16,0 0 0 16,0 0-1-16,3 3 3 15,-3 3-3-15,1 4 1 0,-1 0 0 16,-1 2 0-16,-2 5 0 15,0 0 0-15,-3 0 4 16,-1 3 0-16,-3-2 6 16,0 0-2-16,0-1-1 15,0-1 6-15,0-4-7 16,0-4 1-16,-3-4-4 16,3-2 3-16,-3-2-5 15,3 0 5-15,0 0 1 16,0-4-3-16,0-15-4 15,0-3 1-15,9-6-3 16,3 2 1-16,3 2-9 16,-2 2 1-16,1 7 5 0,-1 7 0 15,-1 2-3 1,0 2 6-16,-1 4 0 16,-1 0 1-16,2 0 0 0,-2 0-1 15,5 0 0-15,-1 5 1 16,2-1-1-1,4-3 1-15,2-1 1 0,5 0-1 16,2-6-12-16,1-7-32 16,-2-1-15-16,-5 0-3 15,-10 5 21-15,-6-1 4 16,-7 5 35-16,0 1 1 16,-5 1 1-16,-10 3 16 15,-3 0 13-15,-1 3-6 16,2 8 4-16,3 3-13 0,3 2 5 15,3-1-4-15,7-1-13 16,1-1 1-16,0-1-3 16,0-1 4-16,11-5-4 15,1 0 0 1,2-4 0-16,1-2 1 0,0 0-2 16,-3 0-9-16,-2 0-9 15,-2-9-12-15,-4 1 3 16,-2-4 12-16,-2 1-5 15,0 1-3-15,0 1 12 16,-9 3-2-16,-3 4 12 16,2 1 0-16,1 1-2 15,0 0 4-15,6 0 4 16,-3 0-2-16,6 7-1 16,0 4 4-16,0 1-2 15,0-3 0-15,7-2 1 16,8-2-3-16,2-5 0 15,2 0-1-15,2 0-18 16,-2-5-51-16,1-7-41 0,-4 1 53 16,-3-3 33-16,-3 1 17 15,0-2 2-15,-3 1 5 16,-1 2 21-16,0-1-3 16,3 4 7-16,-4-1 5 15,1 7-17-15,0-2-3 16,0 5-10-16,2 0 0 15,0 0 0-15,-1 0 0 0,2 0 0 16,2 0-4-16,-2 5 4 16,0-4-1-16,3 1 1 15,0-2-1-15,1 0 1 16,0-2-1-16,-1-6-1 16,-2-2-23-16,-2 0 18 15,-6 1 4-15,1 2 3 16,-3 2-4-16,0-3 4 15,0 3 0-15,0-1 0 16,0 1 5-16,0 2-4 16,0-3 0-16,-3 1-1 15,0-1-1-15,1 0-13 16,1 2-1-16,-1 0 1 16,0 4 9-16,2 0-16 0,-1 0-9 15,-2 0 4-15,-1 0 19 16,1 0 7-16,0 5 2 15,3 1 8-15,0-3 17 16,0 0-8-16,0 0-4 16,9-3 17-16,4 2 4 15,2 0-10-15,2-2 5 16,4 0-10-16,0 0-8 16,-1 1-13-16,-1-1 0 15,0 2 2-15,-3-1-2 16,-4-1 0-16,-2 0 0 0,-4 0 1 15,-1 0-1-15,-4 1 4 16,0-1-8-16,-1 3 3 16,0 1 1-16,0 2 1 15,0 1 14-15,0 5 37 16,-2-1-27-16,-1 0 6 16,1 1 3-16,2-4-26 15,0-2-8-15,0 1 5 16,12-4-3-16,6-3 2 15,-1 0-3-15,5-2 0 16,-1-9-1-16,-4 0-10 16,2-2-30-16,-9 4 14 15,-4 3 7-15,-3 3 13 0,-3 3 6 16,0 0-3-16,0 0 3 16,-12 9 0-16,3 4 4 15,3 1 13-15,3-2 2 16,3 0 3-16,0-3-22 15,1-4 6-15,13-5-7 16,4 0 1-16,3 0-17 16,3-13-139-16,0-6-192 15</inkml:trace>
  <inkml:trace contextRef="#ctx0" brushRef="#br0" timeOffset="116915.551">22742 8981 777 0,'0'0'76'0,"0"0"-28"15,0 0 90-15,0 0-26 16,0 0-59-16,75 77-21 16,-62-50-11-16,-7 5 11 15,-6 2-14-15,0 3-6 16,-4 0-4-16,-15 2-7 15,-7 4-1-15,-8-3-41 16,-15-4-125-16,-15 0-284 16</inkml:trace>
  <inkml:trace contextRef="#ctx0" brushRef="#br0" timeOffset="117832.6287">16249 10071 293 0,'0'0'593'16,"0"0"-542"-16,0 0-40 15,0 0 66-15,0 0 24 16,0 0-70-16,-71 91-5 0,53-52-2 16,-1 4 6-1,5 5-12-15,0 6 17 0,9 6-6 16,2 6-12-16,3 1-5 15,0 0 9-15,18-6-15 16,6-5-2-16,9-6-4 16,13-10-1-16,12-9-8 15,17-17-128-15,13-14-147 16,3-5-358-16</inkml:trace>
  <inkml:trace contextRef="#ctx0" brushRef="#br0" timeOffset="135114.2854">5012 10526 940 0,'0'0'73'16,"0"0"-24"-16,0 0-46 16,0 0 0-16,0 0 32 15,0 0 16-15,0 0-17 16,67-19 8-16,-22 7-14 15,1 0-2-15,-1-2-14 0,1 1-11 16,-6 1 0 0,0 1-1-16,-1 5-1 0,-7-1-40 15,-4 7-77-15,-13 0-93 16,-10 10 18-16,-5 16-10 16,-11 5 88-16,-19 6-129 15,-9 1 72-15</inkml:trace>
  <inkml:trace contextRef="#ctx0" brushRef="#br0" timeOffset="135285.8265">5252 10671 148 0,'0'0'240'0,"0"0"-83"16,0 0-12-16,0 0-91 16,0 0-6-16,0 0-28 15,-68 72 57-15,85-68 58 16,10-4 16-16,9 0-70 16,9 0-30-16,10 0-27 0,5-12-9 15,4-2-12-15,0-1-1 16,-4-1-2-16,0 2-89 15,-10-2-245-15</inkml:trace>
  <inkml:trace contextRef="#ctx0" brushRef="#br0" timeOffset="183291.6359">2343 11831 771 0,'0'0'64'16,"0"0"-64"-16,0 0 0 15,0 0-8-15,0 0 9 16,0 0-3-16,0 0 4 16,0 0 4-16,53 22 19 15,-22-20 52-15,1-2-26 16,3 0-5-16,4 0-18 16,-2-8 22-16,-2-9-15 15,-4-2-23-15,-3-7 2 16,-4-1-6-16,-5-4-7 15,-8-3-1-15,-5 3-1 16,-6-1-75-16,0 3-56 16,-17 6-3-16,-11 5-68 0,-3 8-40 15,-4 7 22-15,-3 3 210 16,2 0 11-16,9 0 219 16,6 1-76-16,12-1 36 15,6 0-92-15,3 0 18 16,0 0-70-16,0 0-29 15,6 0-6-15,18 2-1 16,12-1 1-16,7 1 3 16,2 2-3-16,-2 1-6 15,-1 6 6-15,-6 5 0 0,-3 4-2 16,-5 6 2 0,-7 3 2-16,-6 3 5 15,-15 6-3-15,0 1 17 0,-11 2 31 16,-20 6 4-16,-8 3-50 15,-1-2-6-15,-3-9-153 16,-1-18-705-16</inkml:trace>
  <inkml:trace contextRef="#ctx0" brushRef="#br0" timeOffset="228129.3037">3662 12702 170 0,'0'0'16'15,"0"0"26"-15,0 0 30 16,0 0-4-16,0 0-34 16,0 0-10-16,0 0 31 15,-80-38-29-15,74 34-5 16,1 0-5-16,4 2-5 15,-2 2-11-15,0 0-8 0,-2 0 3 16,1 0-15-16,-2 0 0 16,1 0 5-16,-2 3-14 15,-1 2 27-15,2-1 2 16,-3-2 22-16,2 3 12 16,2-2 13-16,1 1 25 15,0 0-13-15,1-1-38 16,3 4-9-16,-2 0 2 15,2 1-13-15,0 2 0 16,2 2 8-16,14 3-4 16,14 2 7-16,6 3 6 15,14 0 2-15,10-4 22 16,10 2-21-16,6-5-16 16,3-1 7-16,5-5-6 0,1-5-4 15,1-2 7-15,-2 0 4 16,-4-7-9-16,-8-3-2 15,-4-5-1-15,-8 0 14 16,-7 0-15-16,-7 3 0 16,-12 2 0-1,-5 2 0-15,-6 1 4 0,-6 6-10 16,-4 1 5-16,-4 0-5 16,-3 0-28-16,0 0-65 15,0 4 51-15,-2 4-175 0,-4-5-261 16</inkml:trace>
  <inkml:trace contextRef="#ctx0" brushRef="#br0" timeOffset="244867.7055">8650 12034 855 0,'0'0'99'0,"0"0"-63"16,0 0 17-16,0 0 99 0,0 0-86 15,0 0 5-15,0 0-14 16,0 0-36-16,-51-5-1 16,24 5-13-16,-9 5-2 15,-11 7 3-15,-9 6-6 16,0-2-2-16,5-2 6 15,7-4 3-15,12-5 2 16,13-4 0-16,7-1-6 16,7 0-3-16,3 0 1 15,2 0-2-15,0 0-1 0,0 0-11 16,0-5-46-16,0-6-75 16,4-7-160-16,5-3-124 15</inkml:trace>
  <inkml:trace contextRef="#ctx0" brushRef="#br0" timeOffset="245171.8927">8273 11930 968 0,'0'0'93'0,"0"0"-17"16,0 0-15-16,0 0 12 15,0 0 8-15,0 0-24 16,-84-26-28-16,72 26-25 0,-4 18-4 15,-3 12 0 1,-3 9 0-16,-1 9 0 0,3 3 0 16,4 2 6-16,5-3-6 15,11-3 1-15,0-8 0 16,6-5 2-16,18-8-2 16,12-11 1-16,12-6 4 15,16-9-1-15,11-9-2 16,15-18 1-16,1-7 1 15,2-1-5-15,-7 3-48 16,-11 3-91-16,-15 7-195 16</inkml:trace>
  <inkml:trace contextRef="#ctx0" brushRef="#br0" timeOffset="290943.9304">19979 15126 704 0,'0'0'45'0,"0"0"-37"0,0 0-7 15,0 0 60-15,0 0-12 16,0 0-48-16,-18 17 1 16,30-14-2-16,13 1 62 15,11-4 20-15,13 0 1 16,11 0-24-16,6-9-26 16,11-6-16-16,4 1-16 15,8-3 11 1,11 0-3-16,1-3-4 0,3-1-2 15,2 2 0-15,-4 1 4 16,-9 1 13-16,-4 5-16 16,-7-1 4-16,-2 2-5 15,-5 0 1-15,-2 1 3 16,-3 0-7-16,-4 1-2 0,0-2 2 16,-2 2 0-1,-2-1-4-15,-2 2 4 0,-6 3 0 16,-5-1 0-16,-9 6 0 15,-7-3-1-15,-8 3 1 16,-9 0 0-16,-2 0 0 16,-8 0 0-16,-3 0 0 15,-1 0 0-15,-2 0 1 16,0 0 2-16,0 0 1 16,0-1-3-16,0 0-1 15,0-2 3-15,0-1-2 16,-5 1-1-16,-10-1-2 0,-7 4 2 15,-2 0 0 1,-3 0-1-16,2 4 1 0,1 7-1 16,3 5 0-16,6-2-3 15,6 2 1-15,8 0 4 16,1-2-2-16,0 1 1 16,19-4 0-16,9-5 1 15,10-1-1-15,2-5 3 16,3 0-2-16,-7-1 3 15,-6-10-4-15,-9-3 0 16,-9-1 7-16,-8 1-5 16,-4 1-2-16,0-2 2 15,-7 3-2-15,-10 4 0 0,-1 5-1 16,-3 3 1 0,1 0-1-16,3 0 1 0,4 5 0 15,4 6 1-15,6-1-3 16,3 3 2-16,0-2-5 15,1-1-2 1,13-3 14-16,4-2-8 0,1-2 1 16,-3 0-71-16,-2-3-141 15,-11 0-171-15</inkml:trace>
  <inkml:trace contextRef="#ctx0" brushRef="#br0" timeOffset="291744.2895">19887 15182 787 0,'0'0'95'0,"0"0"-76"16,0 0 11-16,0 0 73 15,0 0-71-15,0 0-24 16,-25 51-4-16,25-33 11 16,8-3-12-16,8-2 6 15,2-9 4-15,1-4-2 0,-2 0-10 16,-2-4 18-16,-5-13-2 16,-4-5-6-16,-4-2-7 15,-2-2-4-15,-6 2 7 16,-17 4-7-16,-1 6 0 15,-4 6 0-15,0 8 18 16,-1 0-10-16,1 5-2 16,6 10-6-16,5 4 6 15,5 2-6-15,12 4-1 16,0-1-5-16,14 5-6 16,14-3-130-16,6-9-137 15</inkml:trace>
  <inkml:trace contextRef="#ctx0" brushRef="#br0" timeOffset="292788.0632">22126 14852 862 0,'0'0'73'0,"0"0"-17"16,0 0 13 0,0 0 31-16,0 0-22 0,14-103-23 15,26 56-28 1,17-10-6-16,2-6 3 0,6-5-12 15,2 0-9-15,3-2 10 16,0 7-7-16,-4 8-5 16,-8 11-1-16,-12 10 1 15,-14 10-1-15,-13 8 4 16,-5 8-7-16,-9 3 4 16,-5 5-2-16,0 0 0 15,0 0-3-15,0 0-1 0,0 0-14 16,0 2-20-16,-12 6 1 15,0-3-1-15,2-1 1 16,-1-3 19-16,2 1 0 16,0 0 11-16,-4 3 5 15,0 4 2-15,-8 2-3 16,-6 5 2-16,-4 4 4 16,-1 0-2-16,4 1 7 15,11-2-5-15,7-4 7 16,10-3-2-16,0-6-6 15,15-1-1-15,19-4 4 16,17-1-2-16,8-3 1 16,3-13-1-16,-6-1 1 15,-16 2-3-15,-13 1-8 16,-14 4 6-16,-13 3-7 16,-3-1-7-16,-27 2 8 0,-11 5 4 15,-6-1 4-15,2 2 3 16,5 0-3-16,9 2-7 15,14 13-143-15,9 5-128 16</inkml:trace>
  <inkml:trace contextRef="#ctx0" brushRef="#br0" timeOffset="293161.0658">22247 14962 548 0,'0'0'76'0,"0"0"-66"15,0 0 1-15,0 0 66 16,88 56 34-16,-49-42-20 16,10 2 19-16,12-5-16 15,17 0-52-15,9 1-6 0,11-4-11 16,3 3-5-16,4 0-19 16,-5-2-1-16,-9 4-1 15,-14-3-3-15,-17 1 1 16,-14-1 3-16,-15-2-75 15,-13-1-156 1,-12-5-15-16,-6-2-446 16</inkml:trace>
  <inkml:trace contextRef="#ctx0" brushRef="#br0" timeOffset="293454.3426">23352 15087 742 0,'0'0'89'0,"0"0"-17"0,0 0 60 15,-94 3 5-15,72 13-87 16,4 1-12-16,11 0-23 16,7 0-10-16,3-1-3 15,22-2-2-15,7-1 6 16,12-6-3-16,-1-7 4 16,-2 0-6-16,-7-3-1 15,-12-8-1-15,-8-3-7 16,-13-2 7-16,-1-1 0 15,-16 0-1-15,-20 0-3 16,-8 9 3-16,-6 8 1 16,-5 0-3-16,0 11-16 15,-2 9-64-15,-2 4-162 16,-1 4-124-16</inkml:trace>
  <inkml:trace contextRef="#ctx0" brushRef="#br0" timeOffset="293841.477">22122 15165 589 0,'0'0'113'0,"0"0"-89"0,0 0 6 16,0 0-13-16,0 0 15 15,0 0 42-15,54 51 5 16,-28-17-22-16,1 10 9 16,3 7-9-16,1 12-20 15,1 6 8-15,1 4-14 16,0-3-20-16,5-2 0 15,4-2-9-15,3-9 1 16,7-5-1-16,4-7-1 16,1-6 0-16,-1-5 6 15,-4-6-7-15,-6-11-38 0,-6-11-246 16,-8-6-339-16</inkml:trace>
  <inkml:trace contextRef="#ctx0" brushRef="#br0" timeOffset="294110.6583">23007 16038 228 0,'0'0'708'16,"0"0"-616"-16,-84 16 1 15,58-5 23-15,6 5-26 16,5 2-58-16,7 6-21 16,8 1-11-16,2 4-2 15,25-4 2-15,13-4 3 16,5-7-2-16,1-8 3 0,-7-6-4 15,-13 0 0-15,-12-3 0 16,-14-15 0-16,-1-8 2 16,-35-3-2-16,-18-4-12 15,-18 3-8-15,-10 2-10 16,-4 8-51-16,-2 12-38 16,6 5-94-16,0 3-203 15</inkml:trace>
  <inkml:trace contextRef="#ctx0" brushRef="#br0" timeOffset="294920.4977">19805 15247 857 0,'0'0'164'15,"0"0"-106"-15,0 0-7 16,0 0 66-16,0 0-54 16,-28-92 3-16,8 62-46 15,-3-4-12-15,-11-3 18 0,-14-9-23 16,-13-6 9-16,-12-3-11 15,-3-3 7-15,1 3-6 16,11 4-1-16,13 9 1 16,13 9-2-16,12 9 2 15,11 11-2-15,9 6-1 16,6 7 1-16,0 0-5 16,0 0-4-16,0 15-2 15,0 6-14-15,0 7-60 16,0-3-38-16,8-2-109 15,-1-4 12-15,6-7-299 16</inkml:trace>
  <inkml:trace contextRef="#ctx0" brushRef="#br0" timeOffset="295192.7628">19221 14770 776 0,'0'0'1'0,"0"0"50"0,-87 23-18 16,62-7 24-16,6 1 41 15,4 3-44-15,11 1-30 16,4 0-9-16,0-1-15 16,14-5 2-16,4-2-1 15,0-11-1-15,-2-2 0 16,-5 0 2-16,-3-10-2 16,-6-9 0-16,-2-3 6 0,-4-3-8 15,-19 2 2 1,-8 6-7-16,-6 4 3 0,3 8 1 15,1 5 0-15,4 0 2 16,7 18-14-16,10 9-46 16,12 6-90-16,0 1-12 15,27 0-223-15</inkml:trace>
  <inkml:trace contextRef="#ctx0" brushRef="#br0" timeOffset="295603.6713">19912 15362 758 0,'0'0'77'16,"0"0"-55"-16,0 0 95 16,0 0-5-16,-84 9-60 15,54 14-22-15,-9 8-10 0,-9 8 2 16,-4 5 7-1,-3 5-6-15,0 1-10 0,6-1 12 16,3-1-9-16,8-4-13 16,10-4-1-16,10-4-2 15,6-5 0-15,10-6-2 16,2-5-22-16,2-12-190 16,11-8-209-16</inkml:trace>
  <inkml:trace contextRef="#ctx0" brushRef="#br0" timeOffset="295913.9063">19188 15981 859 0,'0'0'59'16,"-95"39"18"-16,72-22-56 15,13-3 22-15,8 0-1 16,2 2-42-16,7-2 2 15,16-3-2-15,4-4 4 16,3-4-4-16,-5-3 6 16,-6 0-6-16,-8 0 0 15,-8 0 6-15,-3 0 5 16,0 0 7-16,-15-3-16 16,-9 2-1-16,-3 1-2 15,2 0 2-15,6 9-2 0,8 3-7 16,11-2 6-1,5-5-6-15,31-5-68 0,16-3-121 16,18-26-260-16</inkml:trace>
  <inkml:trace contextRef="#ctx0" brushRef="#br0" timeOffset="296310.0658">19944 15200 552 0,'0'0'133'0,"0"0"-26"0,0 0-3 15,0 0 99-15,0 0-95 16,0 0-82-16,0 10-22 16,-3 23 10-16,2 9-6 15,1 10 4-15,-2 9 5 16,1 5 7-16,-2 4-1 16,1 3-3-16,2-1-17 15,0-3 4-15,0-1-7 0,2-3 0 16,1-1 0-16,-2 1 4 15,-1-2-8-15,0-7-32 16,0-8-115-16,-4-14-166 16,-7-15-325-16</inkml:trace>
  <inkml:trace contextRef="#ctx0" brushRef="#br0" timeOffset="296656.1396">19852 16243 901 0,'0'0'106'16,"0"0"-87"-16,0 0 53 0,-82 43 19 15,67-22-49 1,4 5-31-16,7 6-2 0,4 0-4 16,0 4-2-16,6-4-1 15,13-3 3-15,3-3-3 16,4-9-1-16,2-6 2 15,1-10 5-15,-1-1-4 16,-3-12 3-16,-7-13-6 16,-6-6 3-16,-9-2-3 15,-3 1-1-15,-15 2-5 16,-14 9-6-16,-9 9-19 16,-2 12 20-16,-3 0 9 15,4 17-1-15,3 5-1 16,7 2-11-16,15-1-27 0,8-4-104 15,6-8-126 1</inkml:trace>
  <inkml:trace contextRef="#ctx0" brushRef="#br0" timeOffset="297356.4704">19862 15336 609 0,'0'0'167'0,"0"0"-90"15,0 0 10-15,0 0 38 16,-113-13-56-16,64 15-40 0,-8 10-3 16,-12 6-6-16,-8 2 0 15,-10 3 10-15,-4 3-2 16,-1-2-4-16,5 1-5 15,10-4-1-15,10-3-16 16,9-1-1-16,11-6 2 16,13-3-3-16,13-3-2 15,13-5-7-15,8 1 8 16,0 1-101-16,11-1-133 16,8 1 68-16,-1-2-192 15</inkml:trace>
  <inkml:trace contextRef="#ctx0" brushRef="#br0" timeOffset="297599.6742">18911 15562 509 0,'0'0'207'0,"0"0"-138"16,0 0 30-16,0 0 33 16,0 0-42-16,-94-3-42 15,74 30-25-15,4 5-4 16,4 4-5-16,7 1-8 15,5-4-2-15,3-6-4 16,22-9 9-16,11-12-8 16,12-6 0-16,6 0 6 15,1-14-7-15,-8-9 0 16,-12 6-19-16,-20-2-175 16,-15 4-109-16</inkml:trace>
  <inkml:trace contextRef="#ctx0" brushRef="#br0" timeOffset="309757.99">22023 14797 711 0,'0'0'39'16,"0"0"-2"-16,0 0-7 15,0 0 31-15,-87-67 40 16,66 50-37-16,-2 2-29 16,-4-4-16-16,-4-3 41 15,-5-1-35-15,-4-2-5 16,-3-2 4-16,-5 0-10 15,-1-2 6-15,-8-4-6 16,-6-2 4-16,-1-3 0 16,0 2-7-16,7 2-3 15,7 0 22-15,5 5-21 0,2 2 12 16,1 2-20-16,5 2 11 16,0 3-1-16,5 1-4 15,4 5 9-15,3 0-7 16,5 3-4-16,2 2 5 15,3 1-3-15,0 1-1 16,3 2-1-16,2 1 0 16,4 1-2-16,2 1-3 15,2 2 1-15,0-3 0 16,2 3-2-16,0 0-1 16,0 0-5-16,0 0-52 15,0 12-74-15,0 5-44 16,0-5-140-16,0-3-368 0</inkml:trace>
  <inkml:trace contextRef="#ctx0" brushRef="#br0" timeOffset="310106.332">20887 14130 901 0,'0'0'29'0,"0"0"-13"15,0 0-12-15,0 0 31 16,0 0 20-16,0 0 24 16,-48 45-7-16,54-25-54 15,15-6 11-15,3-1-6 16,-3-6 8-16,3-2-29 0,-5-5 5 16,-5 0-3-16,-3-5 0 15,-6-12-2-15,-5-3 0 16,0-2 0-16,-9-1-1 15,-12 1-1-15,-6 5 0 16,0 2 0-16,1 11-1 16,3 4 2-16,4 0-3 15,1 9-16-15,4 13-51 16,3 3-26-16,3 3-116 16,-1-3-72-16</inkml:trace>
  <inkml:trace contextRef="#ctx0" brushRef="#br0" timeOffset="311366.9432">19849 15200 434 0,'0'0'34'0,"0"0"-29"15,0 0 119-15,0 0 50 16,0 0-63-16,0 0-58 16,-51 0-19-16,15 0 32 15,-10 0 8-15,-13 1-23 16,-9 7-9-16,-15-1-11 16,-10 4-3-16,-8 2-15 15,-11 1 8-15,-1 0-10 16,8-2-5-16,14-4 2 0,20-1 3 15,23-6 7 1,18-1-7-16,14 0-7 0,10 0-3 16,6 0-1-16,0 0-4 15,0 0-42-15,19 0-73 16,8 2 63-16,6 0-139 16,-2 1-132-16</inkml:trace>
  <inkml:trace contextRef="#ctx0" brushRef="#br0" timeOffset="311866.7251">18730 15330 801 0,'0'0'41'0,"0"0"-27"16,0 0 30-16,-107 68 107 0,81-42-17 15,10-6-83-15,6-3-19 16,10-3-18-16,0-8-6 16,4-3-5-16,14-3 15 15,1 0-10-15,-1-4 4 16,1-13-6-16,-8-5-6 15,-6 1 0-15,-5 1-7 16,0 0-6-16,-13 9 5 16,-3 3 6-16,3 8-4 15,2 1 3-15,4 20-35 0,7 8-12 16,0 7-24 0,18 0-84-16,18 3-34 0,4-3-180 15</inkml:trace>
  <inkml:trace contextRef="#ctx0" brushRef="#br0" timeOffset="312529.9493">19267 15865 840 0,'0'0'81'0,"0"0"-13"15,0 0 44-15,-88 32-1 16,76-9-30-16,7 2-41 16,5 0-24-16,3-3 2 15,16-4-2-15,9-5-3 16,3-9-4-16,1-4-7 15,2 0-1-15,-10-12 1 0,-6-11-2 16,-9 0 0-16,-9-4-1 16,0 5-4-16,-19 5 1 15,-9 5 2 1,-5 4 2-16,-2 6 0 0,11 2 1 16,4 0 2-16,11 6-3 15,8 8-4-15,1 8-62 16,14 6-52-16,18 0-133 15,4-2-147-15</inkml:trace>
  <inkml:trace contextRef="#ctx0" brushRef="#br0" timeOffset="312995.2291">20084 16375 983 0,'0'0'63'0,"0"0"-38"0,0 0 25 16,0 0 17-16,-53-75 8 15,53 70-40-15,0 4-28 16,0 1-7 0,0 0 0-16,0 0-3 0,0 0 3 15,0 0-8-15,0 8 8 16,0 3-1-16,0 1 1 15,0-4-1-15,0 0 0 16,0-5 1-16,0-2-1 16,0-1-19-16,0 0 14 15,0-9 1-15,0-5-84 16,-9 0-16-16,-5 6 47 0,-2 8-18 16,-5 0-9-16,2 13-47 15,-5 9-262-15</inkml:trace>
  <inkml:trace contextRef="#ctx0" brushRef="#br0" timeOffset="313272.0151">19943 16341 1050 0,'0'0'120'15,"0"0"-73"-15,0 0-30 16,0 0 0-16,0 0 98 16,55 124-61-16,-25-57-30 0,0 7-12 15,-2 0 3-15,-1 3-5 16,-3-7-5-16,-6-6-4 16,-1-9-1-16,-7-14 0 15,-7-10-1-15,-3-12-9 16,-3-11-53-16,-30-8-77 15,-14-11-311-15</inkml:trace>
  <inkml:trace contextRef="#ctx0" brushRef="#br0" timeOffset="313741.8028">19351 16054 268 0,'0'0'205'0,"0"0"-169"16,0 0-4-16,0 0 150 15,0 0-52-15,0 0 7 16,41-42-83-16,-41 74-14 15,0 18 98-15,-12 13-85 16,-4 12 14-16,3 6-25 16,5 1-14-16,6-4-18 15,2-11-9-15,0-9 0 16,5-10-1-16,1-11-2 0,-4-8-64 16,-2-11-64-16,-5-12-158 15,-23-6-371-15</inkml:trace>
  <inkml:trace contextRef="#ctx0" brushRef="#br0" timeOffset="314418.527">18975 15738 726 0,'0'0'144'0,"0"0"-90"16,0 0-39-16,0 0 56 15,0 0 103-15,-6 75-101 0,0-30 7 16,1 8-25 0,2 6-15-16,2 0-11 0,1-1-20 15,0-12-7-15,0-9 4 16,0-11-6-16,7-11-1 15,6-6-3-15,6-9-31 16,3-12-10-16,5-24-49 16,-6-12-47-16,-9-10-37 15,-12-1 87-15,0 6 66 16,-5 10 25-16,-13 9 18 16,-5 14 64-16,-4 4-2 15,-6 5 23-15,-3 5-56 16,-1 5-1-16,-1 1-8 0,4 0 14 15,10 4-15 1,7 2-24-16,10 2-2 0,5 1-11 16,2 2 1-16,4 2 2 15,18-1-3-15,9-4-4 16,7-3 3-16,-1-5-40 16,-4 0-30-16,-12 0-15 15,-15-2-34-15,-6-7 62 16,-14 1 29-16,-16 2 10 15,-1 2-10-15,1 4-11 16,8 0-74-16,10 4-219 16</inkml:trace>
  <inkml:trace contextRef="#ctx0" brushRef="#br0" timeOffset="314741.9806">19037 15841 873 0,'0'0'129'16,"0"0"3"-16,0 0-56 16,-88-22-11-16,50 39-13 15,-9 22-18-15,-9 17 4 16,-7 18-4-16,-8 8-15 15,-3 2-7-15,0-1 1 16,0-8-2-16,11-10-11 16,8-14-2-16,11-10 2 0,13-16 2 15,10-13-2-15,9-10-15 16,7-2-42-16,5-14-54 16,0-17-282-16,0-13-443 15</inkml:trace>
  <inkml:trace contextRef="#ctx0" brushRef="#br0" timeOffset="315500.4804">18723 15388 809 0,'0'0'46'15,"0"0"-5"-15,0 0 15 16,0 0 158-16,0 0-83 0,0 0-76 16,-30-22-9-16,24 0-15 15,-2-2 4-15,-2-5-26 16,0 4 10-1,-1 4-9-15,-1 9-7 0,6 5 6 16,2 5-6-16,-1 2-1 16,2 0-4-16,-2 2 1 15,0 9 1-15,3 2 0 16,2-1-6-16,0-2 6 16,2-2-8-16,10-2 3 15,0-4-6-15,1-2-6 16,-1 0 4-16,-1 0 1 15,-1 0-11-15,-3-5 8 0,-2 2-1 16,-5 3 16 0,0 0-4-16,0 0 4 0,0 0-17 15,-9 11 6-15,-3 1 7 16,5 0 2-16,4-2-18 16,3-1-40-16,0-2-121 15,4-4-104-15,12-3-414 16</inkml:trace>
  <inkml:trace contextRef="#ctx0" brushRef="#br0" timeOffset="315623.1508">18723 15388 981 0</inkml:trace>
  <inkml:trace contextRef="#ctx0" brushRef="#br0" timeOffset="315805.6649">18723 15388 981 0,'0'-68'121'0,"-17"68"-13"0,2-7-21 0,2-6-8 0,-3-5-9 0,-3-2-28 0,-1-9-15 16,-6 0-15-16,-3-5 3 16,-6-2-14-16,-5-7 10 15,-2-1-7-15,-3-3 0 16,-2-3 1-16,0 0 4 16,1 5-5-16,9 11-4 15,7 10 0-15,11 14 1 16,10 6-1-16,7 4-2 15,2 0-36-15,0 17-64 16,12 17 43-16,11 12-93 0,5 0-159 16,0-1-261-1</inkml:trace>
  <inkml:trace contextRef="#ctx0" brushRef="#br0" timeOffset="316098.8843">18668 15342 860 0,'0'0'41'0,"0"0"16"0,-83 47 39 16,39-17 59-16,-7 5-65 15,-3 3-22-15,4-1-23 16,6-4-15-16,10-5-23 16,10-7-2-16,9-7-5 15,12-2-1-15,3-9-28 16,12-3-126-16,14-3-99 16,5-23-429-16</inkml:trace>
  <inkml:trace contextRef="#ctx0" brushRef="#br0" timeOffset="316683.3783">19152 14621 663 0,'0'0'117'0,"0"0"-60"16,0 0 44-16,0 0 59 16,0 0-58-16,0 0-52 15,-39 84 16-15,39-72-33 16,11-4-4-16,5-3-11 0,5-5-9 15,2 0 10-15,2-3-17 16,0-13 11-16,-4-4-12 16,-7 0 1-16,-8 1-2 15,-6 1 0-15,0 4-1 16,-10 3 1-16,-10 6 0 16,-3 5 0-16,1 0-1 15,4 0 1-15,6 3 1 16,4 3-1-16,5 2-4 15,3 1-1-15,0 1-4 16,6 0-74-16,13-1-59 16,0 0-145-16,2-6-207 15</inkml:trace>
  <inkml:trace contextRef="#ctx0" brushRef="#br0" timeOffset="317003.5299">19250 14695 741 0,'0'0'307'0,"0"0"-179"16,0 0-32-16,-91-61-6 16,67 35 3-16,2-6-52 15,0-1-1-15,1-7-30 16,-4 0-1-16,1-6-2 15,-3-4-3-15,-7-1-4 16,-2-3 1-16,-3-3 0 16,-2 3 3-16,9 10-4 0,5 8-6 15,11 15 5-15,6 10-2 16,8 9-13-16,2 2-34 16,0 16-79-16,12 18 34 15,7 9-92-15,5 6-127 16</inkml:trace>
  <inkml:trace contextRef="#ctx0" brushRef="#br0" timeOffset="317364.56">19195 14757 472 0,'0'0'359'0,"-95"1"-274"16,40-1 17-16,-3 0 28 0,-2 0-35 15,2 0-27 1,4 3-46-16,6 2-4 16,4 5-8-16,9 1-3 0,7 2-3 15,8 3-3-15,7 1-1 16,7 2-29-16,6 1-79 16,0-5-135-16,14-2-187 15</inkml:trace>
  <inkml:trace contextRef="#ctx0" brushRef="#br0" timeOffset="318817.4129">20772 14185 822 0,'0'0'64'0,"0"0"-64"16,0 0 0-16,0 0 29 15,0 0 70-15,0 0-75 16,-30 46-18-16,23-25-6 16,-5-1-2-16,0 5 2 15,-3 3-8-15,-2 4 3 16,-5 2 0-16,-4 5-2 15,-4 3 7-15,-2 8 0 16,-4 3 4-16,-4 5-7 16,0 0 7-16,0 5-4 15,2-2 3-15,5-1-2 0,8-5-1 16,6-8 0 0,7-7-1-16,3-8-8 15,3-5 9-15,0-3 12 0,-2-3-11 16,-3-1 3-16,-3-2 0 15,-4 0 4-15,-3 2-7 16,-3-1 3-16,-2-2-4 16,2 0 0-16,3-5 0 15,1-2 2-15,4-3-2 16,3-4 1-16,5 0-1 16,1-2 2-16,4-1 0 15,3 0-1-15,0 0 3 16,0 0-1-16,0 0-6 15,0 0 3-15,0 0-7 16,0 0 5-16,0 0-49 0,0-3-80 16,7-6-45-16,-1-3-312 15</inkml:trace>
  <inkml:trace contextRef="#ctx0" brushRef="#br0" timeOffset="318969.0064">20023 15244 879 0,'0'0'0'16,"0"0"-101"-16,0 0-295 0</inkml:trace>
  <inkml:trace contextRef="#ctx0" brushRef="#br0" timeOffset="324167.3501">22705 14265 424 0,'0'0'353'16,"0"0"-236"-16,0 0-94 15,7-103-16-15,22 49 101 16,4-8-4-16,7-6-40 0,4-6-48 16,-2-8-7-16,-6 1-2 15,-9 5 5-15,-12 9-3 16,-3 11-2 0,-8 8-4-16,0 10-3 0,-3 12-2 15,0 14 1-15,1 12-4 16,1 4-37-16,-3 29-109 15,0 13-17-15,-1 4-157 16</inkml:trace>
  <inkml:trace contextRef="#ctx0" brushRef="#br0" timeOffset="324666.0905">22844 14243 548 0,'0'0'151'0,"0"0"-139"16,0 0 33-16,0 0 83 15,121 2-22-15,-66-2-22 0,12 6-37 16,3 1-30-16,2 5-8 16,-5 4-7-1,-6 2-2-15,-6 2 3 0,-7 1-6 16,-7 0 3-16,-9-3-1 15,-11-2-68-15,-6-6-118 16,-12-9-32 0</inkml:trace>
  <inkml:trace contextRef="#ctx0" brushRef="#br0" timeOffset="324992.218">23600 14284 616 0,'0'0'0'0,"0"0"123"16,0 0-36-16,0 0 2 16,-94-21 54-1,72 21-81-15,1 9-27 0,7 9-10 16,7 2-25-16,7 0 5 16,0 2-3-16,12-5-1 15,15-3-1-15,4-6 1 16,5-3 4-16,-3-5-5 15,-6 0 1-15,-5-5-1 16,-10-9 0-16,-5-2 2 16,-7-3-1-16,0-1 3 15,-16 2-3-15,-8 3-1 16,-6 6 0-16,3 8-7 16,8 1-9-16,6 8-102 0,10 13-107 15,3 4-209-15</inkml:trace>
  <inkml:trace contextRef="#ctx0" brushRef="#br0" timeOffset="325419.0798">23542 15146 731 0,'0'0'113'0,"0"0"-54"16,0 0-51-16,0 0 10 16,0 0 38-16,0 0 94 15,81 17-83-15,-29-4-25 16,3 1-3-16,5 3-24 16,2 0 3-16,2 3-18 15,3-2 0-15,-3-1 5 0,-4 0-5 16,-6-5-1-16,-6-2-9 15,-6-5-104 1,-8-5-170-16,-10-1-162 0</inkml:trace>
  <inkml:trace contextRef="#ctx0" brushRef="#br0" timeOffset="325750.2488">24446 15141 716 0,'0'0'70'16,"0"0"26"-1,0 0-25-15,0 0 42 0,-101-29-59 16,81 29-8-16,0 11-28 16,10 9-16-16,6 2-2 15,4 0 0-15,0 0 0 16,18-2 0-16,8-6 1 15,6-6 1-15,-1-7 2 16,2-1 0-16,-5-1 1 16,-4-14-3-16,-6-5 0 15,-11 3 4-15,-7 0-6 16,0 3-5-16,-7 7-4 16,-18 7-15-16,-5 0-22 0,-5 18-18 15,-8 13-89-15,-2 4-68 16</inkml:trace>
  <inkml:trace contextRef="#ctx0" brushRef="#br0" timeOffset="326154.6883">23378 15434 157 0,'0'0'588'15,"0"0"-488"-15,0 0-57 16,0 0 9-16,0 0 36 16,0 0 2-16,94 73-21 15,-61-30-12-15,-1 3-14 16,1 7-7-16,2 2-15 16,-3-1-19-16,-2 4-1 0,-1-5 0 15,-4-3 6-15,-1-3-7 16,-6-10-9-16,2-11-122 15,-4-18-203-15,-5-8-460 16</inkml:trace>
  <inkml:trace contextRef="#ctx0" brushRef="#br0" timeOffset="326401.0253">23887 15914 699 0,'0'0'200'16,"0"0"-149"-16,0 0 66 0,0 0 14 15,0 0-92-15,0 0-38 16,-32 16-1-16,32-2 0 16,9-2 0-16,8 1 0 15,5-6 0-15,-1-2 0 16,-2-5 5-16,-4 0-11 16,-7-11-14-16,-8-4-30 15,0 0-28-15,-23 3 16 16,-13 7-2-16,-7 5-38 15,-2 0-85-15,2 14-244 16</inkml:trace>
  <inkml:trace contextRef="#ctx0" brushRef="#br0" timeOffset="326952.5529">23145 16355 427 0,'0'0'138'0,"0"0"-65"16,0 0 31-16,0-75 7 15,0 61 27-15,0 4-30 16,0 4-17-16,-1 3-72 16,-2 3 45-16,-3 0-35 15,-9 7-19-15,-6 22-6 0,-8 17 1 16,-1 11 4 0,0 7 8-16,5 3-8 0,3-3 9 15,6-1-15-15,4-5 9 16,4-5-7-16,5-5-5 15,3-4 0-15,0-5-1 16,0-8 1-16,0-4 0 16,2-13-32-1,2-5-148-15,1-9-184 0,-2 0-355 16</inkml:trace>
  <inkml:trace contextRef="#ctx0" brushRef="#br0" timeOffset="327235.329">22914 16919 838 0,'0'0'30'0,"0"0"11"16,0 0-2-16,0 0 66 15,0 0-15-15,0 0-57 16,-70 51-17-16,70-34-16 16,0-7 0-16,12-3 8 15,7-4-8-15,2-3-4 16,-4 0 4-16,-3-3 0 15,-6-11 8-15,-8 1-8 16,0-3 1-16,-8 1-1 16,-12 3 0-16,-4 5 0 15,4 2-5-15,8 3 3 16,9-1 1-16,3-1 0 0,5-7-160 16,22-8-157-1,7-15-333-15</inkml:trace>
  <inkml:trace contextRef="#ctx0" brushRef="#br0" timeOffset="327510.6438">23139 16254 622 0,'0'0'78'16,"0"0"-67"-16,0 0 74 16,0 0 82-16,0 0-23 0,67 73-44 15,-25-50-38 1,4 0-33-16,1-2-20 16,-1 1-5-16,-1-2-2 0,-1 3-4 15,-2-1 2-15,-4 0-145 16,-9-7-242-16</inkml:trace>
  <inkml:trace contextRef="#ctx0" brushRef="#br0" timeOffset="327867.6902">23723 16620 260 0,'0'0'724'15,"0"0"-648"-15,0 0 61 16,0 0-82 0,0 0-17-16,0 0-14 15,-60 12-19-15,54 12-2 0,4 5-3 16,2-2 4-16,0-3-4 16,8 0 1-16,7-5-2 15,3-9 2-15,1-3-1 16,-1-7 4-16,1 0 5 15,-2-10-3-15,-1-11-4 0,-8-4-1 16,-8-3 3-16,0 1-4 16,-12 3-5-16,-14 6-5 15,-4 9-2-15,-2 9 5 16,-3 0-3 0,2 11-8-16,4 10-60 0,5 3-95 15,6-5-136-15</inkml:trace>
  <inkml:trace contextRef="#ctx0" brushRef="#br0" timeOffset="328944.4396">22765 16172 609 0,'0'0'191'15,"0"0"-140"-15,0 0 0 16,-84 0 60-16,43 24-44 16,-7 13-5-16,-9 10-26 15,2 6-10-15,0 5-16 16,4 1-5-16,3-1-5 15,5-4-5-15,4-4 5 0,8-3 0 16,7-7-2-16,11-6-5 16,7-10-161-16,6-10-115 15,0-11-362-15</inkml:trace>
  <inkml:trace contextRef="#ctx0" brushRef="#br0" timeOffset="329242.1608">22234 16745 861 0,'0'0'46'16,"0"0"38"-16,0 0-17 15,-85 34 31-15,71-15-40 0,5 1-38 16,9-2-16 0,0 0-2-16,21-3-2 0,8-7 0 15,7-8 3-15,2 0 8 16,2-15-8-16,-8-6-2 15,-13 0 0 1,-8 0-1-16,-11 3-11 0,-11 2 7 16,-20 3-1-16,-12 6-7 15,-5 6 9-15,0 1 3 16,5 0 0-16,10 5-5 16,14 9 5-16,5 2-82 15,14-6-158-15,0-10-159 16</inkml:trace>
  <inkml:trace contextRef="#ctx0" brushRef="#br0" timeOffset="330334.2403">22638 14209 126 0,'0'0'342'0,"0"0"-270"15,0 0-11-15,0 0 79 16,0 0-18-16,0 0 45 15,-30 34-16-15,20-34-42 16,-8-2-65-16,-3-13-17 16,-5-2 5-16,0-7-4 15,-6-1-9-15,0-5-9 16,-4-2-9-16,-6 1 6 0,0-2-6 16,-1 0 4-1,4 7-5-15,5-1 0 0,12 8-3 16,7 7 3-16,7 7 0 15,4 4 0-15,4 1-5 16,0 0-5-16,0 11-66 16,4 11 9-16,11 9-36 15,4-2-157-15,-3 0-111 16</inkml:trace>
  <inkml:trace contextRef="#ctx0" brushRef="#br0" timeOffset="330659.3713">22237 14103 854 0,'0'0'71'0,"0"0"-5"16,0 0-18-16,0 0-14 15,0 0 2-15,0 0-31 16,-24 5-3-16,38 2 5 15,0-2 19-15,1-5-15 16,-4 0 5-16,-5 0 2 16,-3-2 7-16,-3-9 0 15,0-6-2-15,-2-2-21 0,-16 1-1 16,-6 4-1-16,-1 3 0 16,1 6 3-16,6 5-3 15,3 0-11-15,5 3 8 16,4 16-17-16,0 5-143 15,3-4-177-15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11:16.882"/>
    </inkml:context>
    <inkml:brush xml:id="br0">
      <inkml:brushProperty name="width" value="0.05292" units="cm"/>
      <inkml:brushProperty name="height" value="0.05292" units="cm"/>
      <inkml:brushProperty name="color" value="#FF0000"/>
    </inkml:brush>
  </inkml:definitions>
  <inkml:trace contextRef="#ctx0" brushRef="#br0">16281 4534 547 0,'0'0'152'15,"0"0"3"1,0 0-58-16,0 0-21 0,-97-88 12 16,60 74-42-16,-7 3-15 15,-11 2-10-15,-10 8-8 16,-14 1-3-16,-14 9-3 16,-14 17 3-16,-17 11-7 15,-13 11-2-15,-11 11 2 16,-4 14 0-16,0 13-2 15,1 13 0-15,5 12-2 0,1 11-1 16,0 10 0 0,11 10 1-16,8 6 0 0,13 12-1 15,12 7 2-15,13 7-3 16,20 3 3-16,17-8 0 16,21-2-2-16,20-5-1 15,10 8 1-15,29 2-2 16,30 6 4-16,22 0 5 15,21-12-5-15,19-5-5 16,23-12 5-16,18-2-2 16,20-6 4-16,16-5-4 15,20-2 4-15,25-11 7 16,21-8 0-16,18-11-6 16,22-11 23-16,26-9 8 15,20-12-4-15,30-11-22 0,19-13-3 16,20-14 5-16,15-14-10 15,16-17 0-15,4-5 0 16,-1-30-2-16,2-17 6 16,-13-17-9-16,-5-11 0 15,-9-17-3-15,-22-13 6 16,-18-12-5-16,-19-14 7 16,-28-15-5-16,-24-7-7 15,-26-6 12-15,-25-4 1 16,-29 3-1-16,-23-4 4 15,-25 4-8-15,-23-4 8 16,-30 4 5-16,-29 6-8 16,-27 5 4-16,-28 6-5 15,-30 2 4-15,-22 0-4 0,-24-7 2 16,-40-4-3 0,-30-1 1-16,-31 3-10 0,-26 4 0 15,-22 9 4-15,-22 0 5 16,-13 7 1-16,-8 3 0 15,-13 3 8-15,-7 1-4 16,-7 8 6-16,-5 5-8 16,-4 14 2-16,-4 12-4 15,-7 10 0-15,-9 9 0 16,-5 11-2-16,-5 11 2 0,-3 9 0 16,-5 5-7-16,-3 10-2 15,-2 4 8-15,3 5-1 16,0 6-9-1,2 6 10-15,5 0-4 16,3 9 5-16,0 20 4 0,3 12-4 16,2 11 0-16,4 13 4 15,13 11-4-15,11 7 1 16,21 7-1-16,17 1 5 16,26 7 6-16,26 1-11 15,23-1 2-15,20-5-2 16,14-9-10-16,14-11 5 15,13-10-30-15,10-9-70 0,14-14-52 16,10-11-27 0,6-14-16-16,9-15-324 0</inkml:trace>
  <inkml:trace contextRef="#ctx0" brushRef="#br0" timeOffset="2627.9904">17121 6395 401 0,'0'0'139'0,"0"0"-16"0,0 0-33 16,0 0 0-16,0 0-5 16,0 0 82-16,0 0-55 15,-5-18-54-15,-1 18-17 16,0 0 24-16,-4 0-40 15,-4 0-18-15,-1 8-2 16,-1 6-4-16,4 4-1 16,3 1 6-16,6-2-10 15,3-1 4-15,0-4 0 16,5-2-2-16,8-3 2 0,4-5 0 16,2-2 0-1,-1 0 2-15,0-2-1 0,-4-10 1 16,-6-4 3-16,-5 0-3 15,-3-2 2-15,-1 1-4 16,-17 2-2-16,0 5 2 16,-2 3 0-16,4 5-1 15,-2 2 0-15,4 0 0 16,1 4-1-16,6 6-2 16,2 2 4-16,5-1-1 15,0 0 1-15,0 1-8 16,9-4 8-16,7-2 5 15,3-1-5-15,1-3-30 16,1-2-20-16,-4 0-64 16,-6 0-162-16,-11-7-249 0</inkml:trace>
  <inkml:trace contextRef="#ctx0" brushRef="#br0" timeOffset="12817.5574">17077 6459 343 0,'0'0'209'0,"0"0"-117"16,0 0-19-16,0 0 14 16,0 0-11-16,0 0-14 15,0 0-6-15,0 0-14 16,-6 0-8-16,6 0-3 16,0 0 0-16,0 0-12 15,0 0-6-15,0 0-4 0,0 0-8 16,0 0 5-16,0 0-6 15,0 0 2-15,0 0-4 16,0 0 3-16,0 0-1 16,0 0 0-16,0 0 5 15,0 0-5-15,0 0-1 16,0 0 1-16,0 0-13 16,0 0-30-16,0 0-80 15,0 0-19-15,0 0-104 16,0 0-258-16</inkml:trace>
  <inkml:trace contextRef="#ctx0" brushRef="#br0" timeOffset="13901.3264">17125 6459 346 0,'0'0'93'16,"0"0"-73"-16,0 0 74 16,0 0 42-16,0 0-83 15,0 0 6-15,0 0-31 16,0 0 29-16,0 0-8 0,0 0-2 15,0 0-4-15,0 0-15 16,0 0-15-16,0 0-4 16,0 0 12-16,0 0-8 15,1-3 7-15,2-1-4 16,2-3-5-16,1 2 1 16,0-5-3-16,4 0-2 15,1-2-5-15,5-5 8 16,-1-2 3-16,4 0 5 15,0-4 3-15,1 0-3 16,0-2-15-16,-1 1 2 16,0 0-5-16,2 0 8 15,-3 0-7-15,2 1-2 16,-2 1-2-16,-1 1 3 0,1 0 0 16,-1 4 2-16,-1 2 2 15,-1 1-4-15,-2 3-1 16,-4 3 1-16,-1-1 6 15,0 2 3-15,-3 0 5 16,1 2 4-16,-3-1-7 16,-1 1-6-16,2 0 12 15,-1-1-9-15,2 0 0 16,-1-4-6-16,1 6-1 16,-5 1-1-16,3 1 0 15,-3 2 3-15,1 0-8 16,-1 0 5-16,0 0 0 0,0 0 0 15,0 0 1 1,0 0-2-16,0 0 0 0,0 0-6 16,0 0-75-1,0 0-110-15,0 0-83 0,-9 2-159 16</inkml:trace>
  <inkml:trace contextRef="#ctx0" brushRef="#br0" timeOffset="14380.9394">17592 5925 70 0,'0'0'554'0,"0"0"-423"0,0 0-69 15,0 0-7-15,0 0 63 16,0 0-65-16,-46 6-41 16,41 7-3-16,2 1-8 15,2 1 0-15,1-4 4 0,0-3-7 16,0-3 2-1,0-2 0-15,3-3 11 0,3 0-6 16,1 0 4-16,1 0 3 16,-2-10-3-16,0-2-7 15,-3 0 8-15,-1 2-8 16,-2 0 14-16,0 3-15 16,0 2 6-16,-7 0-4 15,0 3-3-15,-1 2 0 16,1 0-3-16,-1 0-1 15,2 0 3-15,0 0-3 16,2 5-4-16,2 5-47 16,2 1-70-16,0-3-14 0,0-3-249 15</inkml:trace>
  <inkml:trace contextRef="#ctx0" brushRef="#br0" timeOffset="15291.9348">17587 5964 529 0,'0'0'181'15,"0"0"-65"-15,0 0-76 0,0 0-3 16,0 0 97-16,0 0-73 15,0-35-21-15,0 23-12 16,0-2 17-16,0-1-14 16,-1-2-8-16,-1-5 2 15,-1-4 5-15,3-3-21 16,-2-3 4-16,2-4-3 16,-1 0 1-16,-3-3-5 15,-2 1 4-15,-1-1-2 16,-5 3 5-16,0 1 10 15,0-1-17-15,-1 3-2 16,-1 1 3-16,1-2-5 16,-1 2 5-16,2 1-7 15,-1 5 2-15,4 1-2 16,1 6 6-16,1 2-2 0,3 4 2 16,-2 2 0-16,2 2-3 15,0 3 0 1,1 2 3-16,3 2-6 0,-2 0-3 15,2 2 3-15,0 0 0 16,0 0-5-16,-1 0 2 16,1 0-3-16,0 0 5 15,0 0-18-15,0 0-42 16,0 0-44-16,0 11-89 16,-4 0-2-16,1-3-215 15</inkml:trace>
  <inkml:trace contextRef="#ctx0" brushRef="#br0" timeOffset="15751.3357">17330 5157 714 0,'0'0'23'15,"0"0"52"-15,0 0-28 16,0 0 9-16,0 0 63 16,0 0-78-16,-35-29-30 15,35 30-11-15,0 11-15 0,0 4 10 16,0 1 10-16,0-4-4 16,0-4 2-16,0-4-3 15,0-2 8-15,2-3-6 16,-1 0-2-16,1 0 8 15,1 0-4-15,2-8 6 16,0-4-1-16,-2-5-7 16,-1 3-2-16,-2 2 17 15,0 2-17-15,0 0-2 16,-4 0 2-16,-5 3 0 16,2 4 5-16,1 1-5 15,5 2-1-15,-2 0-2 0,1 0 3 16,-1 0-9-16,0 10 5 15,0-1 2-15,3 2-3 16,0-2-81-16,0 1-90 16,9-8-17-16,0-2-413 15</inkml:trace>
  <inkml:trace contextRef="#ctx0" brushRef="#br0" timeOffset="15858.0653">17330 5157 707 0</inkml:trace>
  <inkml:trace contextRef="#ctx0" brushRef="#br0" timeOffset="16219.2261">17330 5157 707 0,'3'-53'78'0,"-3"53"-17"0,0 0-39 0,0 0 10 0,0-2 28 16,5-2-40-16,10-2-6 0,8-1-5 15,6 1 4 1,9 0 6-16,8-3 15 0,6 1-7 15,8 0-23-15,3-3 10 16,-1 2-3-16,4-2-7 16,-1 0 3-16,6 3-6 15,1-2 0-15,2 3-1 16,-7 4 0-16,0 0 0 16,-6 2 0-16,-3-2-1 15,-3-1 2-15,-2-2-1 16,-4 1 1-16,-4-2 4 15,-5 0-4-15,-6 2 0 16,-2-2-1-16,-5 2 0 0,-6-1 0 16,0 1 0-16,-5 4 0 15,-2-4-1-15,-2 0 2 16,-1 1 0-16,1 0 0 16,-5 0-1-16,-1 2 0 15,-3 0 0-15,-1 2 0 16,-1 0-10-16,-1 0-156 15,0 0 25-15,0 0-139 16,0 0-218-16</inkml:trace>
  <inkml:trace contextRef="#ctx0" brushRef="#br0" timeOffset="16553.3327">18759 4882 269 0,'0'0'305'0,"0"0"-186"16,0 0-43-16,0 0 12 0,0 0-7 15,0 0 5-15,-72 58-65 16,72-48-18-16,0-1-3 16,1-1 6-16,14-2 2 15,2-4 0-15,5-1-2 16,0-1-6-16,-3 0 2 16,-2-1 7-16,-6-8-9 15,-5-3-6-15,-6 0-9 0,0-2 9 16,-5-1-17-1,-8 4 8-15,-7 4 7 0,1 3 8 16,4 2 0-16,-1 2 1 16,2 0-1-16,2 5 11 15,0 7-11-15,6 2-1 16,3 0-3-16,3 1-26 16,0-5-89-16,8-5-158 15</inkml:trace>
  <inkml:trace contextRef="#ctx0" brushRef="#br0" timeOffset="17081.9863">18815 4896 669 0,'0'0'65'0,"0"0"-37"0,0 0-22 0,0 0 5 16,0 0 76-16,0 0-1 15,97 44-23 1,-54-27-7-16,-1 2-7 0,3 5-12 16,0-1-16-16,5 5-2 15,2 5-3-15,4 2-5 16,0 4-8-16,1 2-2 15,-2 3-1-15,-4 1 3 16,-5-2-2-16,-4-1-1 16,-5-3-2-16,-3-3 2 15,-2-3 2-15,-2-5-2 0,-7-5-4 16,-1-3 3 0,-6-2 2-16,-3-7-2 0,-1-3-33 15,-1-4-131-15,-1-4-30 16,0 0-217-16</inkml:trace>
  <inkml:trace contextRef="#ctx0" brushRef="#br0" timeOffset="17427.6619">19906 5495 906 0,'0'0'85'0,"0"0"-22"0,0 0 8 16,0 0 37-16,-89-1-31 15,74 1-43-15,5 10-28 16,3 4-3-16,2 3-3 16,5 5 0-16,0-1-1 15,0-1 1-15,15-1 0 16,2-4 1-16,3-6-1 16,1-4-3-16,0-2-7 15,0-3-10-15,-6 0-5 16,-2-9 9-16,-5-4 4 15,-8-1 7-15,0-1 3 16,0 1 4-16,-18 1-4 16,-2 3 4-16,0 3-1 15,0 5 3-15,2 2-4 16,2 0-3-16,1 0-26 0,2 10-100 16,5 4-67-1,1-1-40-15</inkml:trace>
  <inkml:trace contextRef="#ctx0" brushRef="#br0" timeOffset="18139.6555">19887 5595 649 0,'0'0'116'0,"0"0"-19"0,0 0-11 16,0 0-36-16,0 0 14 15,0 0-35-15,0-2-29 0,0 21 9 16,3 10-4-16,5 7 37 15,0 6-23-15,2 7 8 16,-3 6-3-16,1 10 15 16,1 5-15-16,-1 1-9 15,-1 3 3-15,-1-3-8 16,-2 1 3-16,2-1-11 16,4-3 20-16,1-6 13 15,4-3-21-15,0-5-11 16,1-5 22-16,2-2-25 15,1-8 7-15,0-5-5 16,0-6 0-16,-3-8 0 16,1-9-2-16,0-5-76 15,2-6-98-15,-3-4-197 16</inkml:trace>
  <inkml:trace contextRef="#ctx0" brushRef="#br0" timeOffset="18481.4895">20198 6704 69 0,'0'0'897'0,"0"0"-859"16,0 0-4-16,0 0 78 16,0 0-53-16,0 0-4 0,-69 9-46 15,65 13-8 1,1 6-1-16,0 3 3 0,3-1 1 15,0-5-4-15,7-6 0 16,10-5 1 0,-4-8 0-16,3-5 0 0,1-1 0 15,-2-3-1-15,-5-13-12 16,-4-5-3-16,-3-1-32 16,-3 0 22-16,-6 3 8 15,-12 7 2-15,-3 5 12 16,-1 6-2-16,1 1-10 15,3 0-63-15,2 14-39 16,1 5-66-16,7-1-194 16</inkml:trace>
  <inkml:trace contextRef="#ctx0" brushRef="#br0" timeOffset="19078.4181">20156 6889 229 0,'0'0'135'16,"0"0"-84"-16,0 0-29 15,0 0 57-15,0 0 37 16,-3-72 12-16,3 69-33 16,0 2 34-16,0 1-16 15,0 0-36-15,0 0-25 16,0 0-24-16,0 0-28 0,-7 12-8 16,-13 13 8-16,-4 13 17 15,-9 8 4-15,-5 12-4 16,-6 9-4-16,-5 10 7 15,-7 2-6-15,-10 5-3 16,-4 3 1-16,-9 2-5 16,-2 6 8-16,-4-1-10 15,2-6-1-15,2-7 1 16,13-9-4-16,11-10-1 16,7-6 3-16,9-9-3 0,5-13-10 15,9-10-60 1,8-19-62-16,4-5-213 0</inkml:trace>
  <inkml:trace contextRef="#ctx0" brushRef="#br0" timeOffset="19427.0131">18952 7977 836 0,'0'0'38'0,"0"0"-37"0,0 0-2 16,-14 76-9-1,17-48 10-15,20-2 22 0,9-1-20 16,-1-6 0-16,2-7 4 16,-6-10-2-16,-7-2 1 15,-4 0-3-15,-6-7-1 16,-8-7 2-16,-2-1 1 15,0 1-2-15,-15 1-1 16,-7 6 0-16,-1 0 8 16,2 7-5-16,2 0 15 15,6 0-19-15,6 7-1 16,7 5 0-16,0 1-54 16,6-1-71-16,15-1-210 15</inkml:trace>
  <inkml:trace contextRef="#ctx0" brushRef="#br0" timeOffset="19844.8827">19159 8158 688 0,'0'0'282'0,"0"0"-282"16,0 0-34-16,80-5 34 16,-25 3 0-16,11 0 14 15,14-1 28-15,17-3-19 0,15-8-4 16,15-5 112-16,13-6-101 16,12-3-30-16,4-1 4 15,4-1-5-15,-5 2 1 16,-10 0 0-16,-15 3-4 15,-17 0 3-15,-16 6 2 16,-16 2 3-16,-19 3-4 16,-16 2 0-16,-12 5 0 15,-14 1 1-15,-9 5-1 16,-7-1 17-16,-3 2 13 16,-1 0-1-16,0-1-11 0,0 1-16 15,0-3 4 1,0-2-6-16,0-1-55 0,0-2-173 15,0-2-28-15,0 0-345 16</inkml:trace>
  <inkml:trace contextRef="#ctx0" brushRef="#br0" timeOffset="20137.1008">21236 7732 819 0,'0'0'126'15,"0"0"-114"-15,0 0 10 16,-80 23 59-16,66-13 6 15,2 2-15-15,6-1-43 16,6 3-27-16,0-2 6 16,0 1-10-16,12-4 8 15,5-2-6-15,6-7 2 0,1 0 6 16,3 0-8-16,-6-13-16 16,-6 0 1-1,-5 0 2-15,-10 2 11 0,0 1-3 16,-7 2 4-16,-19 1-12 15,-1 3 11-15,-4 4 1 16,2 0-5-16,3 0 5 16,7 5-3-16,3 5-109 15,6-1-78-15,6-2-178 16</inkml:trace>
  <inkml:trace contextRef="#ctx0" brushRef="#br0" timeOffset="21546.4593">23465 6416 555 0,'0'0'292'0,"0"0"-233"16,0 0-5-16,0 0 41 0,0 0-14 15,0 0-47-15,-14 17-33 16,11 0 35-16,0 0 3 16,3 0-24-16,0-5-7 15,0 1 0-15,0-5-5 16,0-3 0 0,1-2-3-16,-1-3 2 0,0 0 5 15,0 0 6-15,0 0-1 16,0-3 39-16,0-6-26 15,0 1-20-15,0 3 21 16,-4 3-10-16,2 0 2 0,1 2-17 16,1 0-2-16,0 0 0 15,0 0 1-15,0 0-8 16,0 0-67-16,0 4-88 16,0-1-217-16</inkml:trace>
  <inkml:trace contextRef="#ctx0" brushRef="#br0" timeOffset="22817.141">23490 6454 708 0,'0'0'128'16,"0"0"-82"-16,0 0 41 0,0 0 72 15,0 0-47-15,0 0-64 16,0 2-24-16,0 1-11 16,0 4-13-16,-3 2 8 15,-5 4-7-15,1-1 8 16,5 0-2-16,2-2 0 15,0-3-3-15,0-2-2 16,0-2-2-16,2 1 3 0,7-4-3 16,1 0 1-16,1 0 3 15,-1-4 2-15,-5-7 0 16,-4 0 4-16,-1 1-8 16,0-2 0-16,-1 5-2 15,-10 2-1 1,2 2-2-16,0 3 2 0,3 0 0 15,-1 0 1-15,2 0-4 16,2 0-1-16,-1 8-1 16,4-3 3-16,0 2 3 15,0-2 0-15,0 0-1 16,13-2 1-16,-1-2 0 16,1-1-6-16,1 0-34 15,-5 0-36-15,-2 0-117 0,-7-6-116 16</inkml:trace>
  <inkml:trace contextRef="#ctx0" brushRef="#br0" timeOffset="33297.6886">7187 4409 526 0,'0'0'250'0,"0"0"-166"15,0 0-16-15,0 0 36 16,0 0-6-16,0 0-44 16,0 0-34-16,-11-9-17 15,11 9-1-15,14 3 0 16,2 6 25-16,6 4-11 16,-2 3 5-16,-1 2-9 0,2 3-3 15,-4 5 7 1,-1 2 3-16,-4 5-11 0,-6 3-5 15,0 4 2-15,-6 10 1 16,0 9-5-16,0 6 5 16,-12 2 14-16,-7-1-18 15,-13-1 0-15,-7 2-1 16,-11 1 0-16,-6 0-1 16,-9-2-65-16,-10-1-69 15,-15-5-188-15</inkml:trace>
  <inkml:trace contextRef="#ctx0" brushRef="#br0" timeOffset="34355.9404">2090 4346 525 0,'0'0'142'0,"0"0"-60"16,0 0-22-16,0 0 34 15,0 0-7-15,0 0 54 16,0 0-77-16,-30-30-21 16,28 30-14-16,-2 0-13 15,-5 5-16-15,-4 13-5 16,-5 13 4-16,-6 7-2 15,0 7 4-15,-1 3-1 16,2 1 0-16,1-3 0 16,1 4 0-16,3 3 0 15,2 3 0-15,8 3 0 16,3 5 2-16,5 0 5 0,5 2-7 16,19 4-9-16,9 4 9 15,4 2 0 1,4 0 3-16,6-2-3 0,5-4 0 15,1-2-68-15,5-10-178 16,-3-8-143-16</inkml:trace>
  <inkml:trace contextRef="#ctx0" brushRef="#br0" timeOffset="65397.7059">7388 4638 143 0,'0'0'190'0,"0"0"-125"16,0 0-29-16,0 0 66 15,0 0-23-15,0 0-17 16,0 0 22-16,0 0-21 16,5-3-7-16,1-2 5 15,5-1 0-15,-2-2-16 16,5-4-12-16,4-2 1 15,1-3 17-15,7-1-19 16,0-3-3-16,6-2-20 16,1 0 8-16,-2-1-1 15,0 2-6-15,-2 1 6 16,-3 0-14-16,0 2 6 16,-3 1 10-16,0 0-9 0,-4 3-8 15,1 1 3 1,-5 3 0-16,1 2-2 0,-4-1 0 15,-2 4 2-15,-2 0-4 16,-3 3 0-16,-1 2 0 16,-3 1-2-16,-1 0-35 15,0 0-97-15,0 2-195 16,-1 10-379-16</inkml:trace>
  <inkml:trace contextRef="#ctx0" brushRef="#br0" timeOffset="66219.763">7388 4683 404 0,'0'0'149'16,"0"0"-64"-16,0 0-34 16,0 0 12-16,0 0-29 15,0 0-17-15,0 8-17 16,0-6 43-16,11 3 5 15,5 0-11-15,-3 0-1 16,7 2 22-16,2-2 38 16,5 4-61-16,6-1-17 15,5 4 3-15,1-2 12 16,2 3 6-16,-3 2-23 16,-3 0-12-16,-5 0 3 0,2 1-6 15,-2-2 10 1,-2 0-5-16,1 0-2 0,-1-3-4 15,-1 1 0 1,-4-4 5-16,-3-1-1 0,-5-1-4 16,0-2-4-16,-4-2 4 15,-1 1 1-15,-4-1 2 16,-2-2-3-16,-2 0 1 16,-2 0 0-16,0 0-1 15,0 0 4-15,0 0-1 16,0 0 6-16,0 0-9 0,0 0-71 15,0 0-137-15,0 0-155 16</inkml:trace>
  <inkml:trace contextRef="#ctx0" brushRef="#br0" timeOffset="70948.6416">23588 6450 524 0,'0'0'83'0,"0"0"-2"0,0 0-7 16,0 0 12-16,0 0-4 15,0 0 10-15,0 0-30 16,-28-17-11-16,24 16-18 15,2 1-1-15,-1 0-26 16,-2 0 22-16,1 0-25 16,-4 0 13-16,0 0-15 15,-3 0 10-15,2 0-2 16,-3 4-2-16,0 2 0 16,2-3-2-16,-3 5 1 15,3-2 7-15,3 4-4 16,-2-1-3-16,2 2-4 15,2 0 3-15,2 4-1 0,3-1 1 16,0-1 1-16,0 1-2 16,6-3 0-16,9 0-2 15,1-5 4 1,1-2-5-16,2-2 1 0,-1-2 6 16,-1 0-5-16,-1 0-1 15,-6-6-2-15,-1-4 1 16,-7-4 4-16,-2-1-3 15,0-4-2-15,0-1 3 16,-17 2-3-16,2 1 3 16,1 5-3-16,3 0 0 15,3 7 2-15,1 0 7 0,3 4-2 16,-1 1-6-16,2 0-1 16,-4 0 0-16,2 1-2 15,0 12 0-15,-2 1 1 16,4 3 1-16,2-2-1 15,1 1 0-15,0-2 0 16,0-1-1-16,0-3 3 16,9-1-1-16,3-6 0 15,3-1-1-15,-1-2 1 16,2 0 0-16,-2-4-22 16,-3-6-22-16,-5-2-5 15,-3 1 13-15,-3 0-94 16,0 2-163-16,-6 3-474 0</inkml:trace>
  <inkml:trace contextRef="#ctx0" brushRef="#br0" timeOffset="73603.1463">17616 5950 656 0,'0'0'90'0,"0"0"-12"16,0 0-33-16,0 0 12 15,0 0 91-15,0 0-67 16,0 0 17-16,-27-45-64 16,27 45-3-16,-3 0-3 15,-5 0-15-15,-3 19-10 0,-4 7 0 16,0 7-1-16,3-4 4 16,4-2 7-16,8-7-4 15,0-4-6-15,0-7-3 16,0-3-1-16,12-6 1 15,8 0 1-15,2-8 10 16,5-12-7-16,-3-4-3 16,-6 0 0-16,-9 2-1 15,-9 0 0-15,0 3 0 16,0 2-2-16,-15 7-2 16,-5 3 4-16,-2 7-6 15,-1 0 3-15,6 11-7 0,0 5-6 16,7-1-23-16,4 1-33 15,6-3-82-15,0 0-107 16,0-2-132-16</inkml:trace>
  <inkml:trace contextRef="#ctx0" brushRef="#br0" timeOffset="78835.5147">21339 7761 400 0,'0'0'209'16,"0"0"-134"-16,0 0-30 15,0 0 27-15,0 0 2 16,0 0-30-16,4-92 15 15,10 66 15-15,3-6-12 16,0-2-9-16,4-4-17 16,0-6 3-16,-2-6-7 0,5-2-8 15,-2-5-10-15,4-4 2 16,-6 1-6 0,3-6 2-16,1 5-5 0,-3 4-1 15,1 8-1-15,1 9 6 16,-3 5-3-16,1 3 2 15,2 2-7-15,-1 0 3 16,-1 1-2-16,-2 2-4 16,2 3 5-16,-3 2-3 15,-2 2-1-15,0 3 0 16,-2 1-1-16,-3 4 0 16,-5-1 0-16,3 2 1 15,-5 5-1-15,-1 0 0 16,-1 3 3-16,-2 1-3 15,0 2 3-15,0 0 0 0,1 0-3 16,-1 0 5 0,0 0-5-16,0 0 0 0,0 0-3 15,0 0 3-15,0 0 0 16,0 0 1-16,0 0-2 16,0 0 2-16,0 0-2 15,0 0 1-15,0 0-1 16,0 0-3-16,0 0 3 15,0 0 1-15,0 0-1 16,0 0-4-16,2 0 5 16,-2 0-1-16,3 8 1 15,0-2-1-15,1 4 1 0,2-3 0 16,-2 5 0 0,2 1 0-16,2 1 0 0,2 2 0 15,-2-1 0-15,0 1-1 16,2-3 2-16,-1-1-1 15,-2-4 1-15,-1-3-1 16,0-3 0-16,0 0 1 16,-5-1-1-16,1-1 2 15,-1 0-5-15,1 0 3 16,-2-13 0-16,0-1-22 16,0 3 6-16,-2 2 8 15,-11 0-13-15,-2 3 12 16,-1 4 5-16,-1-2-4 15,-2 4 0-15,0 0 8 0,-1 0 0 16,4 0 7-16,1 0-5 16,5 0-2-1,4 0 1-15,3 0 8 0,1 0 8 16,2 0-17-16,0 0-7 16,0 0-1-16,11 0 4 15,11 5 4 1,8 4 0-16,7 3 1 0,5 0 1 15,1 1-2-15,3 3 2 16,1 2 4-16,-1 1-5 16,3 2-1-16,0 1 4 15,0 2-4-15,-1 1 0 0,7 2 0 16,6 0 0-16,9 2 0 16,14 1 2-1,1-1 3-15,0 1-5 0,-6-4-3 16,0 1 2-16,-3-1 2 15,-3-2-7-15,-4-1 6 16,-11 0 0-16,-7-1 2 16,-9 2-2-16,-8-4 0 15,-6 0-2-15,-7-6 4 16,-6-2-2-16,-5-1 3 16,-5-5-3-16,-5-4 0 15,0 0-6-15,0-2 6 0,0 0 0 16,0 0 10-1,0 0-3-15,0 0-3 16,0 0 30-16,0 0-23 16,0 0-4-16,0-7-7 0,0 0 6 15,0 0-5-15,-5 1-2 16,0 2 0-16,0 1 1 16,0-1 0-16,0 1-1 15,-3 1-10-15,-4 2 1 16,0 0-1-16,-4 0 10 15,1 0-8-15,-1 7 9 16,0 2 0-16,5 0 2 16,6-4-4-16,4 1-2 15,1-3 0-15,0 2 4 16,6-2-1-16,13-3 2 0,5 0-2 16,3 0 0-16,1-11-7 15,-7 0-39-15,-5 1 14 16,-8 4 9-16,-8-1 13 15,0 4 11-15,0-3-7 16,-8 1 14-16,-9-1-6 16,-3 3-1-16,1 3 3 15,3 0-3-15,7-3 16 16,4 3-5-16,5 0-11 16,0 0 5-16,0 0-11 15,0 0 6-15,1 0 0 16,9 3 0-16,6 0 0 0,-4-2 0 15,1-1-1-15,-3 0 0 16,0 0 1-16,-3-11 3 16,-1-5-3-1,-3-6 0-15,-3-5 5 0,0-3 0 16,0-4 3-16,0-5 8 16,-3-3-13-16,-5-3 10 15,0 0-8-15,1 3 3 16,2 6-8-16,0 5 2 15,0 3 7-15,-1 2 2 16,5 2-6-16,0 4-1 16,-1 3 3-16,1 0-1 0,-1 3-3 15,2-1 1 1,-2 2-4-16,2 2 9 16,-2 1-5-16,0 1 0 0,-1 0 7 15,0 2-3-15,2-1-4 16,-2 5 12-16,1-1-4 15,0 1-11-15,2 1 4 16,0 1-1-16,0 1-4 16,0 0 0-16,0 0 0 15,0 0-5-15,0 0 2 16,0 0-2-16,0 0 1 16,0 7 4-16,0-2 0 15,0 1 0-15,4-2-1 0,-3 0-37 16,1 0-9-1,-2 1-140-15,0-5-221 16</inkml:trace>
  <inkml:trace contextRef="#ctx0" brushRef="#br0" timeOffset="92211.1018">23488 6436 686 0,'0'0'52'0,"0"0"47"16,0 0-23-16,0 0 49 16,0 0-13-16,0 0-12 15,-42-76-39-15,35 62-25 16,-2-5-15-16,0 1-4 16,-2-8-7-16,-5 0 4 15,-4-4-5-15,-6-4-3 16,-7-2 0-16,-7-5 0 15,-4-3-6-15,-6-4 0 16,-5-6 1-16,-2 1 2 16,3 0 2-16,1 8-5 15,4 5 1-15,4 8-1 16,2 4 0-16,10 6 1 0,6 4-1 16,6 5 0-16,5 3 0 15,2 0 0-15,2 4 1 16,5 2-1-16,1 0-1 15,6 4-6-15,-2 0 6 16,2 0 1-16,0 0-2 16,0 0-1-16,0 0-4 15,0 0-2-15,0 4 1 16,6 9-12-16,0-2-21 16,0-1-21-16,3-1-41 15,-1-1-28-15,1-2 19 16,1 0 49-16,-2-1 18 15,-3-2 24-15,-2 0-12 16,-1 0 12-16,-2 1 21 0,0 3 11 16,-2 2 70-16,-10 3-9 15,-1-3 47-15,0 2-22 16,8-9-16-16,0 1-31 16,5-2-29-16,0-1-20 15,0 0-1 1,0 0 8-16,0 0-13 0,14-1 5 15,5-11 0-15,-2 1 1 16,-2 0-1-16,-11 1-9 16,-4 1 7-16,0 1 2 15,-21 1 0-15,-5 1-3 16,-7 3 3-16,1 3-7 16,7 0 7-16,7 0 0 0,5 0-1 15,8 6-6-15,5 2-113 16,0-2-49-16,12-2-64 15,6-4-406-15</inkml:trace>
  <inkml:trace contextRef="#ctx0" brushRef="#br0" timeOffset="92966.9948">22714 5657 465 0,'0'0'146'0,"0"0"-90"15,0 0 8-15,0 0 98 16,0 0 18-16,0 0-44 0,14-21-85 16,2-5-38-1,3-5 4-15,7-3-2 0,2-7 0 16,-1-1-5 0,-1-3-1-16,-2-2 4 0,-4-1-7 15,-5 2 1 1,-6 3-6-16,-7 6 1 0,-2 4 8 15,0 8 3-15,0 3-10 16,0 5 0-16,-5 6 1 16,-4 2-4-16,-1 5 3 15,1 0-1-15,-4 1-2 16,-1 3 0-16,0 0 0 16,-3 0 0-16,3 0-1 15,-2 7 2-15,0 0-2 16,0 3 3-16,-2 0-2 0,-3 2 0 15,-1-1 0 1,4-1 0-16,3-2 1 0,5-2-2 16,1-2-2-16,8-2 1 15,1-2 2-15,0 0-5 16,0 0 5-16,11 0-1 16,13-12 1-16,3-6-5 15,-3-3-7-15,-4 5-9 16,-7 6 2-16,-9 3 18 15,-4 4 1-15,0 3 0 16,-7 0-4-16,-17 0 0 16,0 7-6-16,-5 5 10 15,6 0 2-15,7-2 2 16,6-3-1-16,10-2-3 0,0 0-7 16,0 1 5-16,18-4-3 15,6-2-28-15,9 0-73 16,1 0-50-16,-4-10-12 15,-6-2 16-15,-10-1-121 16</inkml:trace>
  <inkml:trace contextRef="#ctx0" brushRef="#br0" timeOffset="94090.8281">22840 5134 567 0,'0'0'97'0,"0"0"-66"15,0 0 10-15,0 0 6 16,0 0 23-16,0 0-11 0,-17-23-39 16,17 21-20-1,0 2 3-15,0 0-6 0,0 0 6 16,0 0-5-16,0 0 5 16,0 0 9-1,0 0 59-15,-1-2 11 0,-2-1-58 16,3 1-18-16,-3 1 1 15,3 1 12-15,0-2-8 16,0 2-11-16,0 0-1 16,0 0-2-16,0 0-25 15,0 0-65-15,0 0-11 16,6 0 72-16,2 0-97 16,-2 3-25-16,0-1-53 15,-3 3-4-15,-1-5 99 16,-2 2 112-16,0-2 1 0,0 0 109 15,0 0 40 1,-5 0-78-16,-2 0-6 0,-2 0-34 16,0-2 42-1,0-5-17-15,0 3 29 0,-3-2-26 16,0 1 20-16,-4 0-14 16,-1-2 10-16,-8 2-15 15,-8-1-3-15,-8 0-19 16,-4-4-10-16,-5-1 17 15,1-1-9-15,-6-5-11 16,-6-3 0-16,-10-4-4 16,-4-3-14-16,-10-4 12 15,-8 0-15-15,-7-1-1 16,-10-1-1-16,1 3 1 16,0-1-2-16,8 6 1 0,13 4-3 15,12 1 10-15,15 3-6 16,17 2-1-16,13 2-4 15,10 5 2-15,11 2-1 16,5 2 4-16,5 2 5 16,0 2-9-16,0-1 0 15,0 0-2-15,0 1 2 16,0 0-6-16,0 0 2 16,0 0-8-16,0 0 1 15,0 0-15-15,0 0-2 0,0 0-26 16,5 0-25-1,-1 0-53-15,2 0-39 0,2 0 42 16,0 0 18 0,0 0-76-16,-2 0 150 0,0 0 20 15,-3 0 11-15,-3 0 6 16,0 0 23-16,0 0 61 16,0 1 74-16,-3 12-102 15,-9 5 50-15,0 2-39 16,-3 0-3-16,6-6 0 15,4-4-20-15,4-4-30 16,1-2-14-16,0-2 0 0,0-1 0 16,0-1-1-16,0 0 2 15,3-1 3-15,2-11-2 16,-1-1-2-16,-4 0 0 16,0 3-4-16,0 2 3 15,-12 2 1 1,-10 3-22-16,-5 3-90 0,-7 0-70 15,-5 1-419-15</inkml:trace>
  <inkml:trace contextRef="#ctx0" brushRef="#br0" timeOffset="98144.643">21208 4576 51 0,'0'0'761'16,"0"0"-665"-16,0 0-51 16,0 0 53-16,0 0 15 15,0 0-30-15,0 0-30 16,-23-21-37-16,21 21-3 16,-2 0-13-16,0 10-1 15,-1 7 1-15,2 0 0 16,3-3 0-16,0 1 1 15,0-3-1-15,0-3 0 16,9-1 0-16,2-6 9 16,4-2-9-16,0 0 1 0,1 0 1 15,-2-11-2-15,-3-4 2 16,-3 5 1-16,-7-2-1 16,-1 5 0-16,0 2 3 15,-10 2-5-15,-10 3-1 16,-4 0 0-16,2 11 1 15,0 5-1-15,6-2 0 16,6-3-2-16,6 0-4 16,4 1 6-16,0-3-40 15,0-1-93-15,11-8-168 0,2 0-561 16</inkml:trace>
  <inkml:trace contextRef="#ctx0" brushRef="#br0" timeOffset="160693.7506">13308 1980 616 0,'0'0'123'0,"0"0"-32"15,0 0-9-15,0 0 61 16,0 0 11-16,0 0-71 16,0 0-23-16,-3-36-27 15,3 36-3-15,0 0-16 16,0 0-14-16,0 10-10 16,0 14 9-16,0 10 1 0,3 7 2 15,5 2 0 1,-2 3 2-16,1-1 3 15,-1-5 1-15,-2-4-7 16,1-5 9-16,-2-8-10 0,0-9 1 16,-1-6 1-16,-2-3 3 15,0-5-2-15,0 0 22 16,0-6 34-16,-2-15-10 16,-10-13-45-16,-4-7-4 15,4-5 0-15,-2-5 0 16,2-2-4-16,2 1 2 15,0 2 0-15,5 6-1 16,5 3-6-16,0 7 8 16,0 5-4-16,3 8-3 0,10 5 1 15,4 2 3-15,5 3-4 16,0 4 1-16,2 5-3 16,0 2 9-16,0 0-10 15,0 0 10 1,-5 12-1-16,-2 6 0 0,-3 2 0 15,-4 6 1-15,-6-1 1 16,-4 1-3-16,0-1 3 16,-3-1-3-16,-13-3 8 15,-2-1-3-15,0-5 4 16,3-1-4-16,0-5-2 16,5-1 0-16,2-5-2 15,2-1-21-15,6-1-106 16,0 1-107-16,11-2-317 0</inkml:trace>
  <inkml:trace contextRef="#ctx0" brushRef="#br0" timeOffset="161684.6187">13614 2294 603 0,'0'0'91'15,"0"0"-84"-15,0 0 6 16,0 0 99-16,0 0-58 16,0 0-29-16,-2 23-1 15,8-23 39-15,5 0 85 16,4-3-75-16,1-14 4 15,1-4-39-15,-5-1-18 16,-4-2 5-16,-6-2-13 16,-2 3-12-16,0 1 13 15,0 1-13-15,-5 6 1 0,0 4-1 16,2 1-4 0,3 3 4-16,0 1-4 0,1-2 3 15,20 0-2-15,4-2 1 16,10 3-3-16,-1-1 5 15,-2 4-1-15,-2 3 0 16,-6 1-1-16,-7 0-8 16,-5 0 7-16,-8 8 0 15,-4 6-5-15,0 6 8 16,0 4-10-16,-10 0 10 16,-1 2 5-16,4-4 4 15,5-1-8-15,2-2 0 16,0-2-1-16,14-3 0 15,4-3-2-15,4-3 2 0,5-5 1 16,1-3 0-16,0 0 3 16,-1-5 0-16,0-12 2 15,0-5-3-15,-3-3 1 16,-3-3 1-16,-6-1 0 16,-3-1-5-16,-7 1 1 15,0 5 1-15,-3 5 0 16,-2 4-1-16,0 6-1 15,0 4 0-15,0 2 0 16,0 3-4-16,1 0-9 16,1 0-34-16,2 0-17 15,1 5 37-15,0 3 20 0,1 1-21 16,-3-1-3-16,2-1 20 16,-3-4-54-1,2-3-109-15,-2 0-111 0</inkml:trace>
  <inkml:trace contextRef="#ctx0" brushRef="#br0" timeOffset="163879.0462">13663 2222 586 0,'0'0'172'0,"0"0"-90"16,0 0 6-16,0 0 65 15,0 0-40-15,0 0-33 16,49-50-33-16,-28 29 2 16,0-4-19-16,-4-2-1 0,-3 0 10 15,-6-2-26-15,-4 0 3 16,-4 3 0-16,0 1-16 15,-1-1 10-15,-10 3-9 16,0 5 2-16,6 6 0 16,2 6-2-16,1 5-1 15,2 1-3-15,0 0 1 16,0 0-9-16,0 0 0 16,8 14 1-16,13 7 8 15,4 6 2-15,2 7-2 16,-1 0 1-16,-1 3 0 0,-6 3 0 15,-7-3 1 1,-6 1 2-16,-6-4-2 0,0-3 0 16,-3-3 3-16,-9-6-2 15,-1-5 3-15,5-6-3 16,4-5-1-16,2-4 7 16,2-2-6-1,0-2 0-15,0-15-2 0,14-3-17 16,8-5 3-16,5 3 7 15,3 0 6-15,1 4-2 16,-1-2 1-16,-2 4 3 16,1-3-1-16,-5-1 0 15,1 3 1-15,-4-5 1 16,-5-2-1-16,-2 0 3 0,-6-6 1 16,-3-1-3-16,-4 0 1 15,-1 2 1-15,0 8-3 16,0 5 0-16,0 9 2 15,0 5-2-15,-1 2 2 16,1 0-2-16,-2 0-3 16,1 0-6-16,-6 9-4 15,5 11 6-15,-1 6 7 16,-1 3 0-16,4 2 6 16,0-3-13-16,0 0 14 15,0-3-14-15,0 0 8 16,7-5-2-16,3-1 1 15,1-5 0-15,1-5 2 16,4-4-2-16,2-5 0 16,5 0 0-16,7-5 6 0,2-14-4 15,4-1 1-15,-2-1-1 16,-2 0-1-16,-2 1-1 16,0 3 2-16,-7 4 0 15,-2 4-2-15,-8 3-2 16,-5 2 2-16,-5 4 1 15,-3 0-1-15,0 0 0 16,0 0 0-16,0 0 0 16,-16 5-1-16,-6 12 1 15,-1 4-5-15,-1 4 5 0,6-1-1 16,5 0 6-16,5-2-10 16,7-3 5-16,1-1-1 15,0-2 1 1,7-4-1-16,12-5-6 0,1-4 7 15,5-3 7-15,1-2-6 16,3-15 0-16,-5-5-1 16,-7 0-4-16,-4-3-12 15,-8 4-6-15,-5-3-3 16,0 4-13-16,-11 3-9 16,-7 5 27-16,-1 5-6 15,-1 5 3-15,0 2-2 16,3 0-18-16,4 4 34 0,2 5 4 15,4-1 1 1,6 3 2-16,1-2-2 0,0 2-1 16,0-1 0-16,9-2 5 15,7 1 0-15,3-6 0 16,3-3 0-16,1 0 0 16,1 0 0-16,0-5 0 15,-2-6 1-15,-2-5 2 16,5-1 4-16,-1-1 3 15,1-2-8-15,-4-1 7 16,1 3-2-16,-4-1-1 16,-4 0-4-16,-1 7 14 15,-4-3-11-15,-3 5 37 16,-2 0-19-16,-2-2-1 0,0 3-5 16,-2 1-4-16,0 4 13 15,0 3-6-15,0 1-1 16,0 0-10-16,-2 0-9 15,-12 13-9-15,-4 13 7 16,-1 6 2-16,1 4-6 16,5-2 4-16,6-2 2 15,3-4 0-15,4-6 0 16,0-7 0-16,0-5-9 16,8-6 9-16,4-4-1 15,3 0 5-15,6-15 1 16,1-10 0-16,2-7 2 15,-6-5-7-15,-2-3 6 16,-5-2-6-16,-7-2 1 0,-2 1 2 16,-2 2-2-16,0 2-1 15,-8 3-5 1,-3 4 5-16,1 5 0 0,4 8 0 16,2 9 2-16,2 3 0 15,2 7-1-15,0 0 3 16,0 0-4-16,0 8-17 15,0 16 2-15,0 7 15 16,3 6 4-16,6-1-4 16,1 0 1-16,1-2-6 15,4-3 10-15,-3-1-11 0,7-6 11 16,-1-8-5 0,4-6 0-16,4-9 2 15,1-1-1-15,2-1-1 0,1-17 2 16,-2-3 2-1,-7-3 0-15,-3 5-2 0,-5 2-2 16,-10 3 4-16,-2 6-4 16,-1 4 6-16,0 3 1 15,0 1-2-15,-3 0-5 16,-6 0 0-16,0 8-5 16,-1 7-3-16,4 2 8 15,3 3 0-15,3-1 0 16,0-1 0-16,0 2-3 0,0-2 3 15,5-4-8-15,10-3 8 16,1-2 1-16,1-3-1 16,1-6 1-16,0 0 2 15,0 0-2-15,-3-10 1 16,-4-8 0-16,-1 0-2 16,-7-3 1-16,-3-4-2 15,0 3-1-15,0 0-1 16,-15 5-3-16,-2 7-2 15,-3 5 5-15,0 5-16 16,2 0-23-16,2 0-34 16,4 13-80-16,3 1-39 0,2 1-184 15</inkml:trace>
  <inkml:trace contextRef="#ctx0" brushRef="#br0" timeOffset="168468.3176">15581 1931 680 0,'0'0'236'0,"0"0"-207"16,0 0 7-16,0 0 67 15,0 0 34-15,0 0-51 16,0 0-27-16,14-33-20 16,-10 10-31-16,2-4-2 15,-3 0-5-15,-1-2 2 16,-2 3-1-16,0-1-2 16,-5 0-1-16,-10 0 1 15,-4 2 7-15,-2 3-7 0,-1 5-1 16,4 4 1-1,6 3 0-15,4 3 1 0,5 3-2 16,3 3 1-16,0 1 0 16,0-2-1-16,0 2-6 15,0-3-1-15,18-2-4 16,17-4 12-16,14-5-1 16,6-5-1-16,3-1 1 15,-7 4 2-15,-6 7 0 16,-8 1-1-16,-10 7 1 15,-7 1-4-15,-7 0 3 16,-7 0-5-16,-5 5-8 16,-1 11 4-16,0 9 4 0,-10 6 5 15,-7 6 4-15,4-4 0 16,7-2 5-16,4-6-9 16,2-3 1-16,0-5-3 15,12-1 2-15,9-6 0 16,3-5 0-16,6-5 0 15,2 0 9-15,1-1-9 16,-3-12 4-16,-6 4-3 16,-11 1-1-16,-6 5 4 15,-4 1-4-15,-3 2 0 16,0 0-1-16,0 0-3 16,-3 14-13-16,-8 7 12 0,2 4 4 15,2 0 1 1,7-4 0-16,0-6 0 0,3-1-1 15,11-6-4 1,3-6 5-16,5-2 2 0,5-1-1 16,2-18 2-16,-3-5 2 15,-3-3-5-15,-10-1-9 16,-10-1-15-16,-3 2-8 16,-4 5-7-16,-19 3-6 15,-5 9 25-15,0 10-16 16,-2 0-7-16,7 0-1 15,4 4 42-15,5 7-3 16,6-3 3-16,8 3-5 16,0-1 4-16,0-3 2 15,0 2-5-15,17-4 3 0,4-2 6 16,5-3-7 0,4 0 9-16,3 0-4 0,1-11 3 15,1-2-4-15,-2-4-5 16,-3 0 5-16,-5 0 0 15,-6-2 0-15,-3 4 0 16,-6-2 7-16,-2 3 6 16,-1 3 40-16,-1-2-15 15,0 4-22-15,2-2-7 16,0 1-2-16,2 0-5 16,5-1-2-16,-2 2 0 15,0 1-3-15,2 0 3 0,0 2-2 16,0 5 4-16,-1 1-4 15,2 0-2-15,-3 3-5 16,2 11-3-16,-4 9 12 16,-6 5 0-16,-1 4 7 15,-4 1-5-15,0-4 14 16,0-5 6-16,-2-8 0 16,-1-7-11-16,0-2-9 15,2-7 24-15,1 0 9 16,0 0 2-16,0-7 7 15,0-12-38-15,0-8-6 16,0 2-3-16,4 2-9 16,7 6-16-16,-1 7 24 0,2 3-3 15,0 7-2 1,0 0-5-16,0 0 8 0,1 0-2 16,-1 4 4-16,-2 2-12 15,-2-2-16-15,-4-1-43 16,-2-1-36-16,-2 0-25 15,0 1-54-15,-2 0-140 16</inkml:trace>
  <inkml:trace contextRef="#ctx0" brushRef="#br0" timeOffset="168784.4723">16561 1512 700 0,'0'0'109'0,"0"0"-45"15,0 0 15-15,0 0 65 0,0 0-27 16,0 0-67-16,0 0-12 16,-56-32-23-16,44 32-12 15,-5 5-3-15,4 8 1 16,0 1-3-16,4-3 2 15,1-3-1-15,5-2 1 16,1-5 0-16,2-1-1 0,0 0 1 16,0 0-10-1,0 0-51-15,9-12-73 0,4-3-95 16,0 2-172-16</inkml:trace>
  <inkml:trace contextRef="#ctx0" brushRef="#br0" timeOffset="170262.1066">16561 1512 615 0,'-98'52'186'15,"93"-52"-55"-15,2 0 30 0,1-4 3 16,2-5-91-16,0-3-55 16,0-1-12-16,2 1-1 15,7 4-1-15,0 3-4 0,-1 5-1 16,1 0-3-16,0 0-5 15,1 8 4-15,2 13 2 16,-3 5 1-16,-4 5-2 16,-2-1 4-16,-2-3 3 15,1-6-1-15,-2-9-1 16,0-4-1-16,0-5 10 16,0-3-8-16,0 0 12 15,0 0 8-15,0-15 8 16,3-12-28-16,4-9-2 15,0 2-5-15,4 8-25 16,2 8 13-16,-4 12-2 16,3 6 9-16,0 0-1 0,5 0 11 15,2 8-12 1,0 3 8-16,2 0 1 0,3 0 2 16,1-7 2-1,1 1-2-15,3-5 3 0,1-3-2 16,-2-15 2-16,-1-6 3 15,-4 2-2-15,-4 2-2 16,-5-1 3-16,-1 6 3 16,-7 4-7-16,-4 3 3 15,-1 8 0-15,-1-3 7 16,0 3-10-16,-4 3-9 16,-14 14-4-16,-2 10 12 0,0 7 0 15,6 2 1 1,4 2-3-16,4-1-2 15,6-4 1-15,0-6 4 0,0-8 0 16,4-2-3-16,12-10 3 16,3-7 0-16,2 0 5 15,4-19 3-15,0-11-6 16,-5-6 1-16,-1-9-2 16,-6-3 2-16,-4 0-3 15,-4 3 6-15,-5 4-3 16,0 1 14-16,0 5 7 15,-2 1 2-15,-10 6-7 16,3 6 8-16,2 6-8 16,2 8-3-16,4 4-15 15,1 4 0-15,0 0-1 0,0 0-10 16,0 6-4 0,0 16-4-16,0 8 18 0,3 4 2 15,5-3 0 1,3-3 2-16,4-4-4 0,2-4 0 15,5-8-1-15,5-5 1 16,3-7 0-16,2 0 1 16,1-16-1-16,-3-4-5 15,-6 0 0-15,-5 4-5 16,-10 3 9-16,-4 6-2 16,-5 4 3-16,0 3 0 15,0 0-2-15,-3 0-3 0,-8 7-1 16,-2 9 3-16,4 2 3 15,4 1 0-15,3 0 0 16,2-5-6-16,0-2 6 16,8-3 0-16,6-5-1 15,4-4 1-15,2 0 1 16,0-4 6-16,-1-12-6 16,-2-4 3-16,-4-2-4 15,-2-4-5-15,-7 3-3 16,-4 0-5-16,0 1-4 15,-4 2-3-15,-13 4 2 16,-2 5-6-16,-3 5 16 16,-1 3 0-16,2 3-6 0,2 0 3 15,8 0 7 1,5 9-1-16,2 4-3 0,0 1 3 16,4 1 2-16,0 1-3 15,0-2 5-15,0 0-1 16,8-2-5-16,6-1 5 15,2-5-2-15,-1-1 4 16,4-5 1-16,0 0 2 16,-2 0-2-16,1-5 3 15,-4-5-4-15,0-6 5 16,-2 1-5-16,1-5 2 16,-3-1-2-16,0-1 7 0,1 5-6 15,-1 2 0 1,1 6 5-16,-2 5-6 15,4 3 1-15,-2 1-1 16,2 0-3-16,-1 3 0 0,-5 9 0 16,1 6 3-16,-2 2 0 15,-2-1 2-15,-1 0 5 16,-1-3-6-16,-1-2 0 16,1-5 0-16,1-6-1 15,1-1-8-15,1-2 8 16,5 0 1-16,1 0 5 15,5-2-5-15,0-5 5 16,4-1-3-16,-2 0 4 16,3-1-7-16,1-2-9 15,2 0-17-15,-6-5-339 16</inkml:trace>
  <inkml:trace contextRef="#ctx0" brushRef="#br0" timeOffset="170926.8009">18050 909 694 0,'0'0'135'16,"0"0"-17"-16,0 0-14 15,0 0 27-15,0 0-12 16,0 0-83-16,-11 4-35 0,-5 23 2 15,-2 9-3 1,0 6 35-16,5 2 1 0,4-1-16 16,9 0 1-16,0-6-16 15,3-4-4-15,21-4 2 16,6-7-3-16,10-12 0 16,11-10-15-16,5-7-109 15,1-24-219-15</inkml:trace>
  <inkml:trace contextRef="#ctx0" brushRef="#br0" timeOffset="171211.0442">18527 718 813 0,'0'0'35'15,"0"0"-31"-15,0 0 34 16,0 0 21-16,79 1 36 16,-59 22 4-16,-1 6-58 15,-5 7 3-15,-4 6 7 16,-5 3-14-16,-5 1-10 16,0 4 1-16,-9 4-6 15,-14 1-12-15,-14 1-2 0,-7 5-8 16,-12-1-14-16,-11-4-202 15,-9-5-609-15</inkml:trace>
  <inkml:trace contextRef="#ctx0" brushRef="#br0" timeOffset="171963.3326">14033 3056 939 0,'0'0'25'16,"0"0"15"-16,0 0-40 15,0 0-6-15,0 0 6 16,0 0 44-16,-19 3 26 0,46-7-52 16,28-20 4-1,34-15 17-15,38-16 25 0,33-14-36 16,25-15-18-16,30-6-2 16,22-3-3-16,22-2 12 15,12 3 4-15,1 4 1 16,4-3-8-16,1 1 0 15,-1 2-14-15,-12 4 1 16,-15 7 0-16,-20 9-1 16,-22 12 2-16,-16 10 10 15,-26 10-12-15,-32 11 1 16,-29 11-1-16,-34 8 0 0,-23 6-3 16,-22 0 2-1,-13 0 0-15,-7 4-32 0,-5 3-9 16,0 2-19-16,-9-5-197 15,-18-4-360-15</inkml:trace>
  <inkml:trace contextRef="#ctx0" brushRef="#br0" timeOffset="180170.4924">16194 2339 378 0,'0'0'88'0,"0"0"-14"0,0 0 4 15,0 0-15-15,0 0 1 16,0 0-11-16,0 0 12 15,0-5-6-15,0 5-21 16,0 0 16-16,0-2-9 16,0 2-15-16,0 0-19 15,0 0 6-15,0 0-12 16,0 0-5-16,0 0 0 16,0 0-8-16,0 0 8 15,0 0-5-15,0 6 1 0,3 5 2 16,5 3-1-16,1 5 3 15,3 3 3-15,1 5 3 16,7 3 8 0,2 4 0-16,3 3 1 0,3 4 11 15,0 0-9-15,-3-4 14 16,0-4-3-16,-2-4-20 16,-1-2 1-16,-4-3-3 15,-2-3 0-15,-4-6-3 16,-3-2 5-16,-2-6-6 15,-4-2-2-15,-1-5 1 16,-1 0 1-16,-1 0-1 16,0 0 9-16,0 0 1 0,0 0-9 15,0 0-2 1,-4-6-70-16,-12 0-138 0,-7 6-34 16,1 0-255-16</inkml:trace>
  <inkml:trace contextRef="#ctx0" brushRef="#br0" timeOffset="180650.2099">16252 2791 679 0,'0'0'60'16,"0"0"3"-16,0 0-11 0,0 0 24 15,0 0-31-15,0 0-11 16,-6-5-17-16,6 5-17 16,0 0-2-16,6 2-5 15,8 12 7-15,7 4 22 16,3 4 10-16,1 4-6 16,-1 0 43-16,3 2-51 15,0-2 15-15,-2 1-12 16,0-7-11-16,-4-1 4 15,0-7-13-15,-2-1 7 16,-3-8-4-16,-2-1-4 0,-2-2 2 16,2 0 7-1,-4-9 4-15,8-15 34 0,-2-10-13 16,2-7-24 0,-3-1 6-16,-1-1-15 15,-7 0 10-15,-1 4-10 0,-3 7-1 16,-1 9 2-16,-2 7-2 15,0 8 0-15,0 4 2 16,1 2-1-16,-1 2-2 16,0-2-10-16,3 2-62 15,7 0-68-15,2 0-115 16,2-3 9-16</inkml:trace>
  <inkml:trace contextRef="#ctx0" brushRef="#br0" timeOffset="248674.5453">2403 6453 741 0,'0'0'94'16,"0"0"-67"-16,0 0-17 15,0 0 4-15,0 0 36 16,0 0-11-16,0 0 1 0,-23 13-21 15,23-12-18 1,0 3-1-16,11 0-1 0,18 5-4 16,10-1 5-16,19 0 8 15,13 0 16-15,8-4 35 16,14-4-18-16,5 0-31 16,6 0-4-16,0 0-6 15,-7 0 13-15,-8-7-12 16,-13 0-1-16,-7 1 5 15,-11 0-2-15,-9 1 6 16,-7-1-6-16,-6 0 1 16,-3-1-3-16,-5 2-1 15,-4 0 1-15,-6-2-1 16,0 4 0-16,-4 0-19 16,-2 1-70-16,0 1-103 15,-9-3-84-15</inkml:trace>
  <inkml:trace contextRef="#ctx0" brushRef="#br0" timeOffset="249925.9157">5149 6079 829 0,'0'0'109'0,"0"0"-99"15,0 0-8-15,0 0-1 16,0 0 5-16,0 0 32 0,75-16 27 16,-38 6-26-16,6-4-27 15,-4-1 10-15,-2-2-10 16,-5-3-5-16,-10 0-3 16,-7-2 0-16,-7-1 2 15,-8 1-1-15,0 0-5 16,-16 3-22-16,-10 2-14 15,-3 0 9-15,1 10 19 16,7 0 1-16,9 4 7 16,6 0 5-16,6 2-2 15,0-4-6-15,15 0-12 16,22-5 12-16,16-3 0 0,5 4 4 16,2 2-1-16,-5 7 0 15,-13 0-3 1,-9 11 0-16,-7 9-1 15,-11 7 4-15,-9 2 0 0,-6 4 2 16,0 4 25-16,-17 1 13 16,-5 2-20-16,-2-4-3 15,-1-2-16-15,6-4-1 16,5-4-8-16,10-5-103 16,4-7-101-16,0-8-440 15</inkml:trace>
  <inkml:trace contextRef="#ctx0" brushRef="#br0" timeOffset="251350.693">6586 5540 868 0,'0'0'62'16,"0"0"14"-16,0 0 19 0,0 0 19 15,0 0-49-15,0 0-22 0,-75-23-31 16,45 44-10-16,-5 11-3 16,6 2 4-16,7 3-1 15,12 0-2-15,10-5-2 16,4-1-1-16,19-4 3 16,7-1-5-16,4-4 5 15,1 0 0-15,0-1 0 16,-5 0 0-16,-7 2 0 15,-8 2 0-15,-9 1 0 16,-6 3 0-16,0 0 4 16,-20 0-4-16,1-7 5 15,1-6-5-15,6-5 0 16,6-9 7-16,5-2-7 0,1-8 0 16,0-17-14-16,12-10-30 15,23-5 16 1,7 1 10-16,3 4 7 15,1 9 10-15,-10 6-4 0,-6 9 5 16,-9 3-1-16,-6 5 0 16,-8 2-1-16,-1-1-3 15,-3 2 3-15,-3 0-1 16,0 0 2-16,0 0 1 16,2-4 0-16,1 1 3 15,0-1 0-15,-2 1-3 16,1 3-2-16,-2 0 2 0,1 3-9 15,-1 14 9 1,2 9-11-16,-2 3 11 0,3 0-1 16,2-4 1-16,6-4-2 15,1-6 1 1,6-10 1-16,1-5-1 0,1 0 1 16,2-20 0-16,2-9 2 15,-5-5-1-15,-1 2 8 16,-9 5-6-16,-4 7-3 15,-5 8 3-15,0 7 4 16,0 2 2-16,0 3-9 16,-6 0 0-16,-2 5-17 15,-1 10 12-15,3 6 2 16,6 2 0-16,0 0 3 16,0-1-4-16,9 0-1 0,9-5 0 15,4-8 5-15,4-6 0 16,-1-3 7-16,2-10-5 15,-6-12-2-15,-3-5 0 16,-2-4 1-16,-4-2-1 16,-4 2 3-16,-7 0-3 15,-1 0 0-15,0 3 2 16,0 3-2-16,-6 4 12 16,0 8-4-16,6 6-1 15,-2 4 3-15,2 3-2 16,0 0-8-16,0 8-28 15,0 14 23-15,5 7 0 0,4 4 10 16,-3 1-5 0,0 3 3-16,-5-3 10 0,-1 0-5 15,0-10 0-15,0-7-7 16,0-7 4-16,0-7 1 16,0-3 3-16,0 0 0 15,0-23 0-15,8-8-8 16,7-11-1-16,7 6-11 15,-1 9-8-15,3 12-5 16,-5 9 23-16,-1 6-18 16,-4 0 17-16,-1 14-6 15,-4 9 4-15,-6 10 3 16,-3 3 1-16,0 7 0 16,-11-1 1-16,-9-3 17 15,-6-3 15-15,4-8-24 0,1-8 2 16,6-9-7-16,5-9-4 15,4-2-22-15,6-25-235 16,0-18-701-16</inkml:trace>
  <inkml:trace contextRef="#ctx0" brushRef="#br0" timeOffset="253014.4105">7865 5668 819 0,'0'0'50'0,"0"0"11"0,0 0 35 16,-91 7 10-16,66 6-16 16,4 3-33-16,6 4-41 15,6 1-10-15,5 1-1 16,4-1-5-16,0-4-3 16,7-6 3-16,7-2 0 15,4-9 1-15,1 0 5 16,2 0-3-16,0-14-3 0,-3-6 0 15,-2 1-14-15,-6 4 6 16,-5 4 2-16,-3 6 2 16,-2 2 4-16,0 3 0 15,0 0-3-15,0 5-10 16,0 15 7-16,0 9 3 16,0 7 3-16,-4 3 0 15,-3 5 0-15,-3-1-2 16,-2-2 2-16,-2-8 0 15,5-8 0-15,2-11 7 16,2-5-7-16,2-8 0 0,2-1 0 16,-1-5 0-16,2-17-124 15,0-6 41-15,6-4 47 16,15 0-30-16,3 2 17 16,3 2 29-16,1 6 7 15,-1 3 4-15,-3 1 9 16,-2 0 0-16,-5 4-7 15,-3-1 7-15,-4 0 6 16,-3-2 6-16,-4-4-7 16,-1 1-1-16,-2-5 8 15,0-1-12-15,-3-1 0 16,-9 4-10-16,-5 1-2 16,4 8 11-16,-2 6-5 0,1 6 3 15,0 2 2-15,3 0-8 16,2 14 9-16,-1 2 1 15,7 3 1-15,3-1 8 16,0 1 1-16,0-2 4 16,7-3-6-16,11-5-2 15,3-2 3-15,4-7-6 16,5 0 5-16,3 0-9 16,4-16 12-16,1-2-8 15,-4-1 2-15,-3 1-6 16,-4 3 0-16,-8 3 0 0,-8 5 2 15,-2 3-4-15,-8 2 7 16,-1 2-5-16,0 0 0 16,0 2-4-16,0 10 1 15,-10 4 3 1,3 2 15-16,3 1-1 0,3-4 14 16,1 0-24-16,0-1 3 15,3-5-6-15,9-1-1 16,4-5 2-16,6-3 7 15,4 0 1-15,0 0-3 16,0-8 0-16,-5-1-2 16,-7 6-5-16,-7 0 0 15,-4 3 0-15,-3 0 2 0,0 0-2 16,0 0-2 0,-2 5 1-16,-6 7-2 0,3-1 3 15,4-2 0-15,1 0-2 16,0-2 1-16,0-4 2 15,9-3 6-15,4 0-7 16,-1 0 8-16,3-13-8 16,-5-1-17-16,-4-2-31 15,-6 3-3-15,0 0 5 16,0 5 6-16,-4 5 29 16,-7 3 2-16,3 0 8 15,1 3-3-15,4 6 3 16,3-1-4-16,0-1 4 15,0-4-1-15,12-1-7 16,3-2 18-16,3-2-10 0,3-15 2 16,3-5-1-16,-2-6 0 15,-4-3 7-15,-3-2 0 16,-6 2-1-16,-6 3-4 16,-1 4 22-16,-2 6 9 15,0 5 8-15,0 6-7 16,0 7 60-16,0 0-42 15,0 7-52-15,0 17-9 16,0 8 8-16,0 8 1 16,0-1 1-16,0 1 6 0,0-5 7 15,0-6-5 1,1-6-6-16,2-9 2 0,-3-5 0 16,0-5 11-16,0-4-13 15,0 0 49 1,0-8 19-16,-3-14-68 0,-6-9-2 15,0-6-1-15,4-9 0 16,2-5-26-16,2 3-8 16,1-1-26-16,0 11 18 15,0 9 21-15,4 12 11 16,4 8 7-16,4 6-10 16,0 3 8-16,0 0-12 15,2 12 7-15,0 10 8 16,-5 6 2-16,-3 2 8 0,-6 1 4 15,0 0 6-15,-9-1 23 16,-6-2-18-16,0-6-21 16,5-2-4-16,0-11-35 15,5-6-212-15,4-3-278 16</inkml:trace>
  <inkml:trace contextRef="#ctx0" brushRef="#br0" timeOffset="253324.5827">8678 5617 486 0,'0'0'201'16,"0"0"-200"-16,0 0 15 15,0 0 102-15,0 0 13 16,0 0-49-16,36-15-19 16,-16-3-47-16,3-4-12 0,1-2 1 15,-4 0-6-15,-4-1 4 16,-4 3 4-16,-7 8-6 15,0 3 2-15,-3 8 1 16,-2 3 8-16,0 0 0 16,0 5-12-16,0 13 2 15,0 4 4-15,0 3 6 16,0-2 6-16,7-1-15 16,8-5 1-16,9-2-1 15,6-5-6-15,6-8-29 0,7-2-267 16</inkml:trace>
  <inkml:trace contextRef="#ctx0" brushRef="#br0" timeOffset="254950.0622">9370 5390 353 0,'0'0'15'16,"0"0"-7"-16,0 0-6 15,0 0-2-15,0 0 0 16,0 0-72-16,-10-7-99 15</inkml:trace>
  <inkml:trace contextRef="#ctx0" brushRef="#br0" timeOffset="255816.8943">9421 5320 709 0,'0'0'137'15,"0"0"-84"-15,0 0 63 16,0 0-3-16,0 0-25 0,0 0-73 15,0-3-15 1,0 21 0-16,0 5 10 0,8 1 23 16,-1-3-24-16,3-4 0 15,-2-4-7-15,1-5 3 16,-1-4 0-16,-1-3 1 16,-1-1-3-16,0 0-3 15,1-5 6-15,0-10-3 16,-1 1 3-16,-4 5-6 15,1 5 6-15,-3 4-6 16,0 0-11-16,3 0 6 16,0 7 4-16,2 1-3 15,1-1 1-15,-1-3 3 16,1-3 2-16,5-1 6 0,5 0-8 16,4-12 1-16,7-10-5 15,-4-1-7-15,-2 0-207 16,-10 8-182-16</inkml:trace>
  <inkml:trace contextRef="#ctx0" brushRef="#br0" timeOffset="256353.5013">9694 5465 644 0,'0'0'41'16,"0"0"-34"-16,0 0 78 15,0 0 37-15,0 0-39 16,0 0-6-16,74-87-46 0,-57 55 11 15,-4-1-30-15,-2 0-3 16,-4 2 4-16,-7 2-12 16,0 2 0-16,0 4 17 15,0 7 5-15,-1 8 7 16,-2 3-6-16,0 5-13 16,3 0-11-16,0 0-4 15,0 0-5-15,0 0-1 16,0 5 6-16,0 6 1 15,0 0 3-15,4 3 1 16,5-3-1-16,0-1-1 16,2 0-2-16,-1-3-3 15,-2-4 5-15,-2-2-8 16,-1-1-21-16,-2 0-9 16,0 0-14-16,-1 0-13 0,4-11-18 15,-3 1 27-15,0-2 12 16,0 0 38-16,-3 1-4 15,0-2 9-15,0 1 2 16,0 0 20-16,0-1 4 16,0-1 28-16,-6 5 30 15,0-2-53-15,3 2 28 16,0 4 4-16,0-1-25 16,1 5-19-16,2 1 3 15,0 0-16-15,0 0-4 0,0 0-7 16,0 0-84-1,0 0-119-15,0 5 35 16,0 6-110-16</inkml:trace>
  <inkml:trace contextRef="#ctx0" brushRef="#br0" timeOffset="257560.3496">9851 5245 707 0,'0'0'133'16,"0"0"-75"-16,-18-82 40 16,13 48 17-16,2 0-63 15,0 0-15-15,2 7-11 16,-1 5-10-16,2 8-1 0,0 7-8 16,0 5 2-16,0 2-8 15,0 0-1 1,0 11-18-16,3 12 4 15,9 12 14-15,2 2 12 0,-4 4-1 16,3 0 5-16,-5 0-2 16,1-2 6-16,-4-5-10 15,-2-5 1-15,-1-5 3 16,-2-10-9-16,0-6-1 16,0-5 0-16,0-3 3 15,0 0-3-15,0 0 12 16,0-20 14-16,0-9-20 15,5-3-10-15,5 1-14 0,5 11-1 16,2 8-1-16,0 10 1 16,0 2 4-16,2 0 1 15,-1 10 5-15,5 4 5 16,-2 3-1-16,1-4 1 16,-3-2 0-16,2-5 0 15,-4-6 0-15,0 0 0 16,1-1 6-16,-3-16-3 15,1-5 3-15,-2-3-5 16,-3-1-1-16,-1 2 0 16,-6 2 0-16,-1 8-7 15,-3 9 4-15,0 3 3 16,0 2 0-16,0 0-11 16,0 0 1-16,0 16-4 0,-3 5 14 15,-1 2 0-15,2-1 0 16,2 0 3-16,0-3-3 15,0-4-3-15,3-1 3 16,8-6 4-16,4-5-4 16,1-3 1-16,7 0-1 15,2-11 3-15,5-11 0 16,3-3-3-16,-1-3-4 16,-2 3-7-16,-3 5-2 15,-7 5-5-15,-4 5 0 0,-7 5 13 16,0 5 1-16,-8 0-3 15,-1 0 5 1,0 0-8-16,0 0-3 0,-12 14 6 16,-2 4 4-16,-1 0 3 15,1 2-5-15,6 0 9 16,3-2-6-16,3 0 2 16,2-1-1-16,0 1 0 15,9-6 0-15,5-3 1 16,6-4 0-16,2-5 0 15,1 0 1-15,4-12-1 16,0-10 4-16,-2-5-2 16,-3-4 1-16,-5-1 5 15,-2-2-6-15,-6-1 0 16,-3 1 0-16,-3-1 2 0,-3 1-1 16,0 0 4-1,0 5-7-15,0 8 4 0,0 8 2 16,0 6-1-16,0 5 24 15,0 2-11-15,0 0-15 16,0 0-3-16,0 11-16 16,0 12 16-16,0 8 4 15,0 3 1-15,0 0-1 16,0 0 8-16,0-3 1 16,0-4 5-16,0-5-18 0,0-8 2 15,0-5 4 1,0-6-6-16,0-3-4 0,1 0 3 15,7-3-10-15,5-17 5 16,2-5-4-16,3 3-1 16,-4 7-1-16,0 6 3 15,0 3 9-15,2 2-1 16,1 2-4-16,4-3 4 16,2 2 1-16,4-1-73 15,0-4-207-15,-2-2-481 16</inkml:trace>
  <inkml:trace contextRef="#ctx0" brushRef="#br0" timeOffset="258190.6446">11274 5049 615 0,'0'0'276'0,"0"0"-227"15,0 0-22-15,0 0 88 0,0 0 17 16,0 0-65-16,4-23-50 16,18-3 0-16,3-4-17 15,-3 2 5-15,-6 0-3 16,-10 8-1-16,-3 4 6 16,-3 5-7-16,0 7 3 15,0 4 15-15,-14 0-18 16,-2 11-9-16,-3 11 9 15,4 4 0-15,6-6 2 16,9-3-5-16,0-6 3 0,1-6-4 16,13-5 4-16,10 0 1 15,3-4-1-15,5-16 0 16,3-8 2-16,-5-4-2 16,-4-1 0-16,-6 6 0 15,-8 10-2-15,-7 9-1 16,-1 6 3-1,-4 2 0-15,0 0-2 0,0 5-1 16,0 17-7-16,0 11 10 16,0 2 3-16,0-2-1 15,0-3 0-15,0-6-2 16,0-7 2-16,6-3-1 16,2-9-1-16,6-5-1 15,2 0-44-15,-1-22-220 16,-4-8-455-16</inkml:trace>
  <inkml:trace contextRef="#ctx0" brushRef="#br0" timeOffset="258332.2653">11365 4771 889 0,'0'0'162'0,"0"0"-148"15,0 0-14-15,0 0-20 16,0 0-5-16,-14 86-93 15,37-57-198-15</inkml:trace>
  <inkml:trace contextRef="#ctx0" brushRef="#br0" timeOffset="260026.9919">12167 4590 645 0,'0'0'151'0,"0"0"-2"16,0 0 19-16,0 0-72 0,0 0-18 15,0 0-42-15,-55 9-29 16,31 17-1 0,2 8 9-16,1 3 9 0,9-1-13 15,6-2 0-15,6-7-10 16,1-3-1-16,18-7 0 15,15-8-1-15,12-9 3 16,5-2-2-16,6-22 15 16,-4 0-15-16,-10 3 0 15,-13 7-5-15,-14 8 4 16,-9 3-8-16,-7 3-4 0,0 0-12 16,-7 10 12-16,-16 11 6 15,-5 4 7-15,-1 0 3 16,5 0 4-16,6-5 2 15,9 0 0-15,9-2-9 16,0-1-2-16,5-5 1 16,17-3-1-16,8-4 2 15,6-5 1-15,2-2 2 16,1-15 6-16,-6-1-8 16,-7-2-1-16,-12 2-16 15,-9 0-9-15,-5-1 9 0,-2 3 6 16,-15-1-8-16,-6 5-14 15,-2 4 23-15,-3 0-1 16,7 8 9-16,8 0 1 16,3 0-9-16,6 0 8 15,1 9-5-15,3 1 0 16,0-1 0-16,0 4 5 16,0-1-3-16,11-3-6 15,4-4 8-15,8-5-1 16,-1 0 3-16,5 0 0 15,3-17 1-15,1-6-1 16,2 0-1-16,-3-1 1 16,-2 2 1-16,-4 8-1 15,-3 4 0-15,-4 5 0 16,-1 3-2-16,-3 2 1 0,1 0-3 16,-5 11 1-16,-3 7 1 15,-5 6 2-15,-1 1 1 16,0 0 6-16,-3-2-7 15,-4-4 2-15,-2-4 5 16,5-10-4-16,3-3-3 16,1-2-10-16,0-7 1 15,3-13-6-15,14-6-53 16,2-1 14-16,3 4 13 16,-1 4-2-16,-1 3 31 15,-3 6 5-15,-5 1 6 16,-3 2 2-16,-1 1-1 0,-2 2 0 15,-2 0 0-15,1-2-2 16,1-1 4-16,-2 0-2 16,2-4 4-16,-2 2-8 15,1-2 4-15,0-2 0 16,1 2 0-16,0-2 7 16,5 1-1-16,-1 0-5 15,3 1 0-15,-1 2 15 16,-2 1-11-16,2 2 1 15,-5 3 10-15,-2 1 2 16,-2 0-5-16,0 2-3 16,0 0-2-16,-1 0 3 15,3 0 12-15,0 0-21 16,1 0 5-16,3 0 11 16,4 2-14-16,-1 9 3 0,3 0 5 15,-5 3-1-15,0-2-1 16,-5-1-1-16,3-2-1 15,-5-4-6-15,-3-2 0 16,3-2 2-16,-3-1-2 16,0 0 7-16,0 0 13 15,0-5-22-15,0-9-2 16,-12-3-124-16,0 0-205 16</inkml:trace>
  <inkml:trace contextRef="#ctx0" brushRef="#br0" timeOffset="260391.0296">12977 4642 277 0,'0'0'177'0,"0"0"-117"15,0 0-48-15,0 0 2 16,0 0-14-16,0 0 0 16,12-38-16-16,-12 38-98 15,0 0-179-15</inkml:trace>
  <inkml:trace contextRef="#ctx0" brushRef="#br0" timeOffset="260898.1788">12977 4642 193 0,'12'15'229'0,"-12"-15"-71"15,0-8 3-15,2-9-41 16,5-4-64-16,-1-4-12 16,-2-2 5-16,1-1-20 15,-1 3 13-15,-2 0-23 16,-2 5 45-16,0 4-14 16,0 3 3-16,0 5-27 15,0 4 11 1,0 4-25-16,0 0-12 0,0 2-2 15,0 19-8-15,0 7 10 16,0 7-5-16,0 0 12 16,0-3-7-16,1-1 2 0,7-4 0 15,-4-4-2-15,-1-9 0 16,2-3-6-16,-4-5 7 16,-1-5-1-1,2-1 8-15,-2 0-1 0,0-15-1 16,0-8-3-16,0-8-3 15,0-6-5-15,0 0 3 16,0-3 2-16,-5-2-1 16,2-2-8-16,3 6 4 15,0 5 4-15,0 8-11 16,0 6 11-16,9 8 0 16,4 6 0-16,-1 5-5 15,0 0-3-15,2 10 2 16,-2 15 2-16,-6 7 1 0,-6 6 4 15,0 3-1-15,-6-2 1 16,-12 1 0 0,0-6 0-16,3-5 0 0,3-7-2 15,9-5-168-15,3-12-99 16,0-5-174-16</inkml:trace>
  <inkml:trace contextRef="#ctx0" brushRef="#br0" timeOffset="261760.533">13242 4553 755 0,'0'0'106'0,"0"0"-92"0,0 0 77 16,0 0 75-16,0 0-93 16,0 0-37-16,32-36-15 15,-14 7-16-15,2-5-5 16,1 1 7-16,-5-5-4 15,-5 1-2-15,-3 2 1 16,-4 8-2-16,-2 9-6 16,-2 7 6-16,0 11 3 15,0 0-3-15,0 0 12 16,-14 19-12-16,-4 9-6 16,1 6 6-16,3 1 5 15,5-1-1-15,3-5-2 16,6 0 0-16,0-6 6 0,4-5-6 15,12-4-1-15,3-7 3 16,6-4-4-16,1-3 1 16,4 0 1-16,0-14-2 15,-3-3 1-15,-2 0 6 16,-8 1-7-16,-5 2 0 16,-6 6 3-16,-4 2 3 15,-2 4-3-15,0 2 5 16,0 0 7-16,-6 0-15 15,-8 2 0-15,-2 11-3 16,0 4 4-16,4 1-2 16,4 1 0-16,4-4-4 0,4-2 5 15,0-3-6 1,0-1 8-16,1-4-3 0,10-1 1 16,1 0-3-16,3 0 3 15,1-4 0-15,-1 0 7 16,3 0-4-16,-2-2-3 15,1-8 0-15,-1-4 0 16,-1-2 0-16,0 0 1 16,-2-5 0-16,-4 0-1 15,0-3 2-15,-2-2-2 16,-2-3 9-16,-3-4-8 16,-1-4 0-16,1-2-1 15,-2-2-3-15,0-2 3 16,0 2 0-16,0 4 0 15,4 4 0-15,-1 8 0 0,0 11 3 16,0 6-1-16,-3 5-4 16,0 3 2-16,0 0-2 15,0 3 0-15,0 19-12 16,0 10 14-16,0 11 0 16,0 1 3-16,0 2 2 15,0-4 4-15,0-6 0 16,0-5-3-16,9-5-6 15,3-10-1-15,4-5 1 16,1-8 0-16,3-3-4 0,3-1 0 16,-4-21-73-1,-4-6-263-15,-10-7-465 0</inkml:trace>
  <inkml:trace contextRef="#ctx0" brushRef="#br0" timeOffset="261882.7233">13681 4229 486 0,'0'0'130'16,"0"0"-130"-16,0 0-88 15,0 0-65-15</inkml:trace>
  <inkml:trace contextRef="#ctx0" brushRef="#br0" timeOffset="262180.0136">13793 4417 788 0,'0'0'168'0,"0"0"-94"0,0 0 47 15,0 0-17-15,0 0-84 16,64-92-11-16,-42 69-5 16,-7 3 2-16,-4 4-7 15,-4 5 1 1,-5 8 0-16,-2 0 5 0,0 3 4 15,0 0-5-15,0 8-4 16,-6 14 0-16,-2 2 5 16,7 3 4-16,1-5 18 15,0-7-21-15,12-3 0 16,4-3 0-16,10-9-6 0,5 0 3 16,8-9-3-16,5-13-80 15,-2-5-286-15</inkml:trace>
  <inkml:trace contextRef="#ctx0" brushRef="#br0" timeOffset="262323.6384">14290 4292 986 0,'0'0'226'16,"0"0"-140"-16,0 0 7 16,0 0-34-16,0 0-55 15,0 0-4-15,-6-15-90 16,6 0-510-16</inkml:trace>
  <inkml:trace contextRef="#ctx0" brushRef="#br0" timeOffset="269253.9348">2117 6363 492 0,'0'0'76'0,"0"0"9"15,0 0-51-15,0 0 36 16,0 0 7-16,0 0-1 0,0 0-2 16,-9 7-21-16,9-7-23 15,0 0-19-15,0 0-8 16,0 0 35-16,0 0-26 15,15 0-4-15,9 0 18 16,10 0-4-16,6 0-5 16,8 0-9-16,10 0-6 15,11 2 11-15,17 3 14 16,5-3-24-16,3 1 5 16,-1-1-8-16,-5-1-1 15,-9 0-2-15,-12-1 6 16,-9 0-3-16,-16 0 0 0,-9 0 1 15,-11 0-1 1,-8 0 0-16,-7 0-1 0,-4 0-2 16,0 0-56-16,0-2-54 15,-3-10-125-15</inkml:trace>
  <inkml:trace contextRef="#ctx0" brushRef="#br0" timeOffset="278207.3849">6031 6474 453 0,'0'0'132'0,"0"0"-68"15,0 0-25-15,0 0 22 16,0 0 36-16,0 0-27 16,0 0-3-16,0 0 17 15,-7 0-12-15,7 0-6 16,0 0 3-16,0 0-18 16,0 0-10-16,0 0-2 15,0 0-14-15,0-3-14 16,0-12 3-16,8-5-14 0,4-2 6 15,-2 4-6-15,0 7-4 16,-4 5 3-16,1 6 0 16,2 0-3-16,3 17-2 15,4 12 3-15,1 7 3 16,1 3 0-16,-2-3 4 16,0-7-8-16,5-6 3 15,4-7-1-15,1-9-77 16,4-7-44-16,-5-4-125 15,-8-25-217-15</inkml:trace>
  <inkml:trace contextRef="#ctx0" brushRef="#br0" timeOffset="279615.5109">5067 5538 663 0,'0'0'208'0,"0"0"-173"16,0 0 9-16,0 0 56 15,0 0 23-15,0 0-38 16,0 7-41-16,0-7-15 16,0 0-5-16,0 0 5 15,0 0 10-15,0-3 1 16,0-14-13-16,2-5-22 16,3-5-4-1,-3-1-1-15,1 0 0 0,-3 3 2 16,0 5-2-16,0 8 1 15,0 7 0-15,0 3-1 16,0 2-1-16,0 0-5 0,0 7-7 16,8 10 2-1,-1 3 11-15,5-1 0 0,-2-7 0 16,1-2 0-16,-1-5 0 16,-2-3 0-16,1-2 0 15,1 0 1-15,2-12 0 16,2-13 0-16,0-4-1 15,-3-1-1-15,2 3 0 16,-5 5 1-16,-3 10-1 16,-1 2 1-16,-3 8 0 15,1 0 0-15,-1 2-9 16,2 0 4-16,3 4-8 16,0 12 8-16,6 3 5 0,1 3-1 15,-1-1 0 1,-2 0 2-16,4-2-3 15,-2-6 2-15,2-1-36 16,6-8-102-16,0-4-179 0,-2-4-193 16</inkml:trace>
  <inkml:trace contextRef="#ctx0" brushRef="#br0" timeOffset="280197.9537">5498 5392 588 0,'0'0'118'0,"0"0"-107"15,0 0-10-15,0 0 30 16,0 0 30-16,0 0-15 16,9 58-16-16,3-52-8 15,1-1-1-15,-3-2-7 16,0-3-11-16,0 0 17 15,-2 0 0-15,-2-5 22 16,-3-8-1-16,-3 0-15 16,0-1-18-16,0 2-6 15,-5 4-2-15,-8 1 0 16,-6 5-3-16,8 2 3 16,-4 0-14-16,6 0 6 15,3 5-2-15,3 6 1 0,3-1 6 16,0 0 0-16,0 2-5 15,0-2 8-15,12 0-1 16,2-3 0-16,2-2 1 16,3-5 0-16,-1 0 0 15,3 0-4-15,0-6 10 16,-3-8-5-16,0-3 4 16,-2-4-5-16,-1 1 0 15,-4 0-7-15,-4-2 7 16,-1 1-3-16,-6 2 7 15,0 0-4-15,0 4 11 16,-4 2-7-16,-5 4 33 16,-2 4 3-16,-3 3-4 0,3 2-19 15,-4 0-15-15,3 3-2 16,1 6-1-16,3 1-2 16,5 1-2-16,3-3-24 15,3-2-98-15,16-4-28 16,8-2-55-16</inkml:trace>
  <inkml:trace contextRef="#ctx0" brushRef="#br0" timeOffset="280527.6198">5896 5245 734 0,'0'0'183'0,"0"0"-58"16,0 0-20-16,0 0 0 15,0 0-63-15,0 0-18 16,-43 14-15-16,36 3-5 0,-1 1-1 16,5 5 3-16,0 2 3 15,3 1-8-15,0 1 11 16,0-3-7-16,0-4 0 16,5-1-3-16,5-5-1 15,1-4-1-15,1-6 0 16,1-4 0-16,3 0 9 15,4-12-8-15,4-12 9 0,4-2-6 16,-1-3 1 0,-2 4-5-16,-4 4-57 0,2 6-97 15,-7 5-191-15,-7 6-503 16</inkml:trace>
  <inkml:trace contextRef="#ctx0" brushRef="#br0" timeOffset="283679.1807">12607 5296 573 0,'0'0'112'16,"0"0"-94"-16,0 0-2 0,0 0 15 16,0 0 14-1,0 0-14-15,0 0 0 0,-5 4-13 16,27-4-15-16,11-4 2 16,10-8 20-16,8-1-16 15,5-1 2-15,4-2 0 16,-1 0-1-16,3-1 3 15,-7-1 3-15,-6-2-10 16,-3 2 6-16,-10 2-1 16,-5 1-10-16,-8 5 0 15,-7 3 5-15,-8 4 0 16,-4 1-12-16,1 2 10 16,-1 0-8-16,5 0-21 15,-3 0-105-15,-5 0-124 16</inkml:trace>
  <inkml:trace contextRef="#ctx0" brushRef="#br0" timeOffset="323308.5259">4312 6341 84 0,'0'0'573'0,"0"0"-524"16,0 0-38-16,0 0-6 15,0 0 69-15,0 0 10 16,0 0 28-16,3 7-44 16,-3-7-53-16,0 0 4 15,2 2-19-15,-1 8 4 16,4 4-4-16,-1 8 0 16,4 7 4-16,4 2 9 15,1 2 1-15,5 1-11 0,1-3 13 16,5-1-13-16,2-3 15 15,2-4-11-15,0-3-5 16,1-4-2-16,-4-4 3 16,-4-3 4-16,-3-5-6 15,-6-3 2 1,-6-1-2-16,1 0 0 0,0-3-1 16,-2-16-68-16,-2-6-168 15,-3-3-133-15</inkml:trace>
  <inkml:trace contextRef="#ctx0" brushRef="#br0" timeOffset="323594.7602">4553 6543 718 0,'0'0'139'0,"0"0"-103"0,0 0-35 15,0 0 12-15,0 0 13 16,0 0-22-16,47-2-2 15,-17 2-2-15,0 5 1 16,-2 9-1-16,-7 4 5 16,-1 2-5-16,-10 1 0 15,-3 0 14-15,-5 2 42 16,-2 0 16-16,-3-1-3 16,-13-1-35-16,-4-4-2 0,4-3-16 15,1-5-2 1,0-4-14-16,3-5-1 15,-1 0-41-15,5 0-230 16,-1-12-276-16</inkml:trace>
  <inkml:trace contextRef="#ctx0" brushRef="#br0" timeOffset="324201.1356">5215 7051 844 0,'0'0'46'16,"0"0"-43"-16,0 0 7 16,0 0 165-16,0 0-25 15,0 0-89-15,0 2-9 0,0-10 7 16,0-6-19-16,0-8-33 15,0-3-3-15,0-6-4 16,0 2-2-16,0-5 2 16,3 0 1-16,3 0 0 15,-5 5-1-15,1 6 1 16,-1 10-1-16,1 10-2 16,1 3 0-16,0 0-9 15,2 3 7-15,4 14-9 16,5 5 13-16,1 2 0 15,0 0 0-15,-3-5 1 16,6-2-1-16,-5-2 8 16,0-8-8-16,-2-3 0 15,-3-4 0-15,2 0 0 16,-1-3 3-16,6-15 4 0,3-11-5 16,1-6 5-16,-4-3-7 15,0 2 0-15,-3 7-39 16,4 7-135-16,-5 8-237 15</inkml:trace>
  <inkml:trace contextRef="#ctx0" brushRef="#br0" timeOffset="324731.848">5686 6746 917 0,'0'0'97'0,"0"0"-42"15,0 0 19-15,0 0-61 16,0 0-6-16,0 0-7 16,-10 62 8-16,17-28-1 15,1-1 20-15,1 1-16 16,-2-2 1-16,2-3-2 15,-3-4-1-15,-3-7-5 16,0-7-2-16,0-4 8 16,-3-7-10-16,0 0 24 15,0 0 9-15,0-11 51 16,0-14-53-16,0-11-31 0,-3-4 0 16,0-6-1-16,-2 2-2 15,4 5-3 1,1 6-8-16,0 9 13 15,0 9-4-15,6 7 1 16,5 6-1-16,2 2-1 0,2 0 2 16,3 0 2-16,-2 12-2 15,-1 0 3-15,0 2 2 16,-3 3-2-16,-6 2 0 0,-6 1 1 16,0 2-1-1,-3 3 3-15,-17-2 2 0,2 0 2 16,1-4-6-16,2-6-7 15,9-7-46-15,6-6-119 16,0 0-172-16</inkml:trace>
  <inkml:trace contextRef="#ctx0" brushRef="#br0" timeOffset="325058.0467">6056 6829 863 0,'0'0'204'0,"0"0"-102"16,0 0 11-16,0 0-58 15,0 0 1-15,0 0-19 0,-39-9-12 16,23 10-19-16,4 14-2 16,-4 5-4-16,-1 4 0 15,4 5 0-15,7 0 4 16,1 3-3-16,5-5 2 15,0 0-1-15,0-6 1 16,15-9-3-16,6-5 0 16,5-7 1-16,9-3 4 15,4-18-1-15,4-6-2 16,-2 0-1-16,-4 3-1 16,-1 6-23-16,-8 5-108 15,-6 4-268-15</inkml:trace>
  <inkml:trace contextRef="#ctx0" brushRef="#br0" timeOffset="355474.78">904 6384 479 0,'0'0'137'15,"0"0"-49"-15,0 0-17 16,0 0-33-16,0 0 30 16,0 0-4-16,0 0-26 15,0 0 17-15,-34-9-29 16,34 9-24-16,0 0-2 16,0 0-7-16,13 3 7 15,5-2 5-15,3-1-4 0,9 0 24 16,2-7-4-16,8-12 8 15,6-10-12 1,3-3-5-16,2-3 1 0,-4-2-13 16,-5 2-5-16,-6 1 3 15,-6 4 2-15,-3 4 1 16,-7 7-1-16,-6 5-9 16,-6 7-19-16,-4 5 4 15,-3-1-6-15,-1 3 6 16,0 0-70-16,-16 0-97 15,-5 0-265-15</inkml:trace>
  <inkml:trace contextRef="#ctx0" brushRef="#br0" timeOffset="355798.9507">1192 6125 706 0,'0'0'157'0,"0"0"-155"16,0 0-2-16,0 0-4 15,0 0 4-15,0 0 2 16,58-53-1-16,-24 46 27 16,2 5-24-16,-1 2-2 15,2 7-2-15,0 9 0 16,-6 7 15-16,-1-1-15 0,-7 4 0 15,-10 5 11 1,-4 2-6-16,-9 5 19 0,0 2-10 16,-12 2 11-16,-13-1-2 15,-5-3-10-15,5-5-10 16,-2-7 0-16,5-5-6 16,0-6-82-16,0-7-122 15,1-8-381-15</inkml:trace>
  <inkml:trace contextRef="#ctx0" brushRef="#br0" timeOffset="363746.2696">2088 7185 39 0,'0'0'269'15,"0"0"-198"-15,0 0 25 16,0 0-36-16,0 0 18 15,0 0-13-15,0 0-3 16,-44-53-16-16,39 45 4 0,2-1 0 16,-5 3-42-1,6 0-4-15,2 2 17 0,-3 1-2 16,3 3 18 0,0 0 2-16,0 0-35 0,0 0-4 15,0 0-6-15,0-1-15 16,16-2 13-16,3 0 8 15,9-1 2-15,3 0-2 16,0 0 0-16,7-2 1 16,3 0 7-16,6 0-8 15,6 1 0-15,7-1-2 16,3 3 2-16,1 3 0 16,-3 0 0-16,0 0 1 15,-1 0 0-15,-1 0-1 16,1 0-3-16,-2 0-3 15,-4 0 12-15,-4 0-6 0,-8 0 4 16,-3-3-4-16,-6-5 0 16,-2-1 0-16,-4 1-5 15,-6 2 13-15,-6 1-14 16,-3 2 15-16,-3 0-14 16,-2 2 10-16,-2 1-10 15,-3 0 2-15,0 0 0 16,-2 0-2-16,0 0 3 15,0 0-12-15,0 0-39 16,3 0-30-16,3 0-23 16,-4 0-153-16,-2 0-168 15</inkml:trace>
  <inkml:trace contextRef="#ctx0" brushRef="#br0" timeOffset="370178.021">11912 6225 97 0,'0'0'493'15,"0"0"-420"-15,0 0-2 16,0 0-9-16,0 0 12 16,0 0-31-16,0 0 36 15,0 0-16-15,0 0-20 0,0 0 10 16,0 0-29-16,0 0-21 16,0 0-1-16,0 0 3 15,0 0-5-15,0 0-1 16,0 0 1-16,0 0-2 15,0 0 2-15,3 4 0 16,5 5 0-16,3 4 7 16,0 2-2-16,-1 1-4 15,2-1 2-15,-2 1 7 16,0-2 1-16,0-3-2 16,-1-2 7-16,-3-3-9 15,-3-2-1-15,-1-4-2 16,1 0 3-16,-3 0 5 15,4 0 4-15,-1-7 4 0,4-9-5 16,2-8-5-16,3-1-8 16,0-1-2-16,0-1 0 15,3 3-30-15,-2 4-8 16,1-2-41-16,-1 7-35 16,1-4-75-16,-4 3-155 15</inkml:trace>
  <inkml:trace contextRef="#ctx0" brushRef="#br0" timeOffset="385052.3946">2472 9177 600 0,'0'0'93'15,"0"0"-30"-15,0 0-28 16,0 0 26-16,0 0-6 16,0 0-3-16,0 0-10 15,-18 0-26-15,18 0-7 16,0 0-7-16,0 0 3 16,0 0-4-16,0 2 0 15,12 1 9-15,4-1 13 16,7-1-2-16,2 0-7 15,9-1 3-15,4 0 8 0,9 0-23 16,6 0 8-16,6 0-4 16,10-10-2-16,2 0-4 15,5 1 8-15,-4-1-8 16,0 3 2-16,-4 2-1 16,-2 2 3-16,-2 3-4 15,2 0 0-15,-1 0 1 16,-1 0 1-16,-1 0-1 15,0 0 0-15,5 0-1 16,-1 0 0-16,3 0-1 16,0 0 0-16,-1 0 1 15,1 0 0-15,2 0 1 16,4 0-1-16,-1 0 0 16,5 0-1-16,-1 0 1 0,-3 0 1 15,3 0-1-15,-2 2 0 16,4 8 1-16,0 0 6 15,1-2-6-15,9 2-1 16,3-3 1-16,3-2-3 16,3-3 3-16,0-2-1 15,0 0 0-15,1 2-3 16,-5 0 3-16,-7 4 1 16,-1 2-1-16,-6 3 0 15,-3 1 1-15,-1 2 1 16,-5 3-2-16,4 0 0 15,1 1 0-15,1-1 3 16,-3-3-3-16,-1-2-5 0,-4-4 5 16,-1-1 0-1,3-2 0-15,-5-1 0 0,-3-1-3 16,-8-2 3-16,-2 2 0 16,-7-2 4-16,0-1-10 15,-5 0 12-15,0 0-4 16,-3 0-2-16,-5 0 1 15,-4 0-1-15,-7 0 7 16,-5 0-5-16,-5 0 1 16,-8 0-3-16,1-1 0 15,-6 1 2-15,-1 0-2 16,0 0-17-16,0 0-39 0,0-2-121 16,0 1-115-16</inkml:trace>
  <inkml:trace contextRef="#ctx0" brushRef="#br0" timeOffset="443174.6296">9786 8246 531 0,'0'0'166'0,"0"0"-146"0,0 0-20 15,0 0 0-15,0 0 0 16,0 0 46-16,0 0 16 15,-4-3-7-15,4 3-25 16,0-3 1-16,0 3 11 16,0 0 14-16,0 0 4 15,0-2-15-15,0 0-8 16,0 1-1-16,0-1-31 0,0 2 0 16,0 0-2-1,0 0-1-15,0 0-2 0,0 0-13 16,0 0 6-16,0 10-3 15,0 4 10-15,9 5 2 16,5 4-1-16,-1-2 4 16,-1-2 5-16,1 0-4 15,-2-4-6-15,-1-2 4 16,2-4-3-16,-3-6 2 16,0-3 6-16,1 0-4 15,-1 0 5-15,6-8-9 16,6-11 10-16,-1-11 8 15,5-4-1-15,-4-3-14 16,-2 5 0-16,0 2-5 0,-3 8 1 16,3 4-1-1,-6 3-3-15,4 3 4 0,-1 7-16 16,5 1-56 0,1 4-111-16,1 0-24 0,-3 0-258 15</inkml:trace>
  <inkml:trace contextRef="#ctx0" brushRef="#br0" timeOffset="496937.1141">14042 8950 217 0,'0'0'172'0,"0"0"-148"15,0 0 21-15,0 0-34 16,0 0 39-16,0 0 31 15,-11-50 41-15,11 44-72 0,0 1-3 16,0-1 20-16,0 1-7 16,0 1-2-16,0 2 36 15,0-1-31-15,-1 3-33 16,-1 0 10-16,2 0-3 16,0 0-11-16,-1 0-7 15,1 0-1-15,0 0 0 16,0 0-16-16,0 0-2 15,0 0-2-15,0 8-5 16,0 6 7-16,1 3 5 0,5 0 0 16,2 0 1-1,1-3 3-15,1-1 2 0,-1-4-6 16,0 0-3 0,-3-3 3-16,3-4 3 15,-3 0 1-15,-1-1-5 16,5-1 12-16,1 0-14 0,11-9 11 15,5-14-7-15,8-6 8 16,3 2-12-16,-2-3-2 16,-2 5 0-16,-6 1-1 15,1 7 0-15,-3 2-14 16,-3 5-26-16,-4 6-21 16,1 4-40-16,-1 0-87 0,-1 0-46 15,1 0-193 1</inkml:trace>
  <inkml:trace contextRef="#ctx0" brushRef="#br0" timeOffset="497998.3462">17738 8808 695 0,'0'0'121'0,"0"0"-66"16,0 0-9-16,0 0 43 15,0 0 23-15,0 0-56 16,-10-1-37-16,10 1-13 16,0 0-5-16,-2 0 2 15,1 8 3-15,-1 8 16 16,1 6 31-16,-2 0-21 15,3 3-7-15,0-3 3 16,0 0-8-16,0-5-3 16,0 0-3-16,3-8-3 0,5-1-8 15,0-5 0-15,4-3 4 16,12 0 3-16,9-8-2 16,7-15 0-16,11-7-8 15,1-4 1-15,-2 3-1 16,0-1-5-16,-6 6-17 15,-8 4-17-15,-7 5-20 16,-7 7-37-16,-4 5-120 16,-4 2-70-16,-6 0-334 15</inkml:trace>
  <inkml:trace contextRef="#ctx0" brushRef="#br0" timeOffset="501399.7392">7136 10794 624 0,'0'0'95'0,"0"0"-61"15,0 0-12-15,0 0 36 16,0 0 33-16,0 0-10 16,0 0-7-16,-9-1-8 15,9 1-66-15,0 0-5 16,0 0 2-16,0 0 3 15,15 0-10-15,3 0 10 16,9 0 5-16,4 4-3 16,2 1 0-16,1-2-4 15,2 4 3-15,1-2-1 16,2 0 2-16,7-1-2 16,7 0-2-16,6-4 2 0,8 0 2 15,0 0 4-15,2 0-9 16,3-4 3-16,2-3-4 15,2 1 3-15,3 3 1 16,-4 0-1-16,-4 3 1 16,-3 0-2-16,-3 0-5 15,-1 3 3-15,-1 4 0 16,0 2-9-16,-2-2 11 16,6-1-9-16,0 1-8 15,3-2 4-15,6 0-4 16,2 2 18-16,4-1-3 0,3 2 4 15,4-5 1-15,4 2-1 16,2-4-1-16,-2 1 1 16,-5 1 1-16,-2-3 7 15,-8 0-8-15,-2 0 0 16,-6 0 2-16,-1 0-1 16,2 0 1-16,1 0 4 15,3 0 5-15,2-5-9 16,2-1 5-16,2 3 3 15,4-3-9-15,4-1-2 16,-1 1 4-16,3 1-5 16,-2 1 4-16,-2 1 5 0,-3 3-6 15,-5 0 1-15,-3 0 4 16,-3 0-3 0,2 0 10-16,3 4-3 15,4-1 2-15,1-1 1 0,6-2-2 16,3 0-8-16,7 0-1 15,2 0-2-15,-2-4 4 16,0 0-3-16,-3 0 5 16,-2 0-6-16,-3 1 0 15,0 0-4-15,0 2 8 16,0-1-1-16,-3 2-3 0,-4 0-10 16,-1 0 10-1,-1 0 0-15,-6 3 0 0,-3 3 7 16,-9 4-3-16,-7-3-4 15,-10 4 1-15,-3-1-2 16,-8-1 2-16,-6 2 3 16,-7-5-4-16,-1 0-4 15,-6-1 4-15,3-1 7 16,-8-2-7-16,1 1 0 16,-3-1 0-16,0 1 0 15,-2-1 0-15,-1-1 0 16,1 3-1-16,-4-1 1 15,2-2 0-15,-2 2 2 16,0-3-2-16,-2 0 0 16,2 0-1-16,-1 0 0 0,-2 0-39 15,3 0-109-15,-3 0-108 16,0 0-338-16</inkml:trace>
  <inkml:trace contextRef="#ctx0" brushRef="#br0" timeOffset="504919.9614">14035 8906 67 0,'0'0'113'16,"0"0"-67"-16,0 0-35 0,0 0 14 16,0 0 72-16,0 0-46 15,0 0-20-15,-1-28 9 16,1 25-29-16,0 0 26 15,0 0 66-15,0-2-47 16,0 1-21-16,-1-1 11 16,1-2-35-16,-3 2-6 0,1 0 4 15,1-2 21-15,-2 4 27 16,2-1-39-16,-1 1 11 16,2 0 11-16,-1 1-1 15,1 1-32-15,0 1 14 16,-2 0 24-16,2 0-22 15,0 0-6-15,-1 0 5 16,1 0-11-16,0 0 2 16,0 0 5-16,0 0 8 15,0 0 7-15,0 0-22 16,0 0 0-16,-2 0-10 16,2 0-1-16,0 0-4 15,0 0-5-15,0 9 6 16,0 3-4-16,6 2 7 0,4 2 7 15,-2-1-2-15,3-1-5 16,0 2 10-16,0 0-3 16,2-1 5-16,1-1-8 15,-2 2 5-15,2-1-3 16,0 0-4-16,1-3 5 16,-3-1-1-16,-3-2 5 15,4-4-11-15,-5 1-1 16,-2-2 1-16,-3 0 3 15,2-4-3-15,-3 0 0 16,-2 0 4-16,0 0 3 16,0 0 10-16,1 0-1 0,-1 0-1 15,0 0 4 1,0 0-7-16,0 0 3 0,2 0-5 16,-2-2-5-16,1-4-4 15,2 1 1-15,0 1-2 16,1-1-2-16,-1 0 2 15,1-2 0-15,5 0 0 16,1-2-4-16,5-2 4 16,3 0 3-16,3-3-1 15,-1 3-2-15,3-1-9 16,1-1 7-16,0 1-2 16,-3-1 1-16,1 2-1 15,-2 2-3-15,-5 0 4 0,-3 1-4 16,-2 2-2-1,-1 0 2-15,-2 2-2 0,-4-1 9 16,0 3-15-16,0-1 9 16,-1 0-1-16,-1 1-34 15,1 0 0-15,-2 1-33 16,3 1-36-16,-3 0-67 16,0 0-9-16,0 0-302 15</inkml:trace>
  <inkml:trace contextRef="#ctx0" brushRef="#br0" timeOffset="505648.0125">14067 8903 379 0,'0'0'84'0,"0"0"-54"16,0 0 63-16,0 0 54 15,0 0-96-15,0 0 22 16,-13-29-28-16,13 29-18 15,0 0-3-15,0 0-23 16,0 0-1-16,0 0-16 16,0 6 16-16,11 8 13 0,2 3 20 15,0 2 7 1,-1-2 0-16,-1 3-7 0,0-1-13 16,2-1-16-16,-2-1 9 15,1-2-7-15,0-3-1 16,-1-2-3-16,-1-5 1 15,-2-3-2-15,2-2-1 16,0 0 5-16,8 0 9 16,6-17-1-16,3-7-13 15,6-3 0-15,-1-1 1 16,0 1 1-16,1 2 5 16,-6 2-14-16,0 3 6 15,-5 3 1-15,0 0 0 16,-5 5-1-16,1 2-2 15,-5 0-6-15,2 3-29 0,-1 3-21 16,-4 1 1-16,-3 1-19 16,-1 2 5-16,-1 0-29 15,-2 0-63-15,-3 0-23 16,0 0-165-16</inkml:trace>
  <inkml:trace contextRef="#ctx0" brushRef="#br0" timeOffset="506386.6596">14088 8860 443 0,'0'0'89'0,"0"0"-3"16,0 0 13-16,0 0-35 15,0 0 17-15,0 0-17 16,-13-3-64-16,13 3 0 15,0 4 0 1,4 10 4-16,8 4 15 0,0 0 3 16,3 2 17-16,0 1-19 0,3-3 4 15,0-2 7-15,1-2-13 16,-2-4-8-16,-1-5-7 16,-1-1-1-16,1-4-2 15,4 0 24-15,1-2-23 16,2-13 11-16,6-6-5 15,1-6-7-15,1 1 2 16,0-2 0-16,2 2-2 16,0 0 0-16,-3 9 0 15,-3 1-1-15,-4 3 2 16,-3 3 8-16,-6 3-9 16,0-3 0-16,0 3-2 15,-2 0 2-15,-1 0 1 16,1 2-1-16,2-3-4 15,-2 2-13-15,0 0-2 0,-2 3-44 16,2 1-4-16,-3 2-11 16,0 0-5-16,-3 0-24 15,-2 0-133-15,-1 0-117 16</inkml:trace>
  <inkml:trace contextRef="#ctx0" brushRef="#br0" timeOffset="546124.6916">10394 11797 834 0,'0'0'30'0,"0"0"-20"0,0 0-10 16,0 0 1-16,0 0 21 15,0 0 24-15,0 0 17 16,-17-3-30-16,17 3-31 15,0 0 2-15,0 0-7 16,0 3 3-16,5 12 0 16,11 7 25-16,5 7 22 15,-3 1-19-15,4 0-8 16,2-3-4-16,1-2 3 16,0-7-8-16,6-6 5 15,1-9-9-15,7-3-6 16,6-5 13-16,6-19-2 15,4-8-10-15,2-7-4 16,2-6-59-16,-3-4-143 16,-6 3-151-16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22:20.782"/>
    </inkml:context>
    <inkml:brush xml:id="br0">
      <inkml:brushProperty name="width" value="0.05292" units="cm"/>
      <inkml:brushProperty name="height" value="0.05292" units="cm"/>
      <inkml:brushProperty name="color" value="#FF0000"/>
    </inkml:brush>
  </inkml:definitions>
  <inkml:trace contextRef="#ctx0" brushRef="#br0">301 5252 478 0,'0'0'116'0,"0"0"-39"16,0 0-77-16,0 0 6 16,0 0-13-16,0 0 14 15,56-2-5-15,-31 2 14 16,2 0 39-16,1-1-32 16,2-5 32-16,1 0-18 15,2-3 9-15,0-3-35 16,-4 0 12-16,1-1-6 15,-4 1 7-15,-5 1-23 16,-6 1 9-16,1 1-10 16,-5-2 4-16,-2 5-4 15,-2-2 0-15,-4-2-95 16,-3-3-144-16</inkml:trace>
  <inkml:trace contextRef="#ctx0" brushRef="#br0" timeOffset="325.1268">591 4900 649 0,'0'0'144'16,"0"0"-144"-16,0 0 0 15,0 0-6-15,0 0 5 16,0 0 1-16,58 0 1 15,-31 3-1-15,4 7 4 16,-1 7-3-16,-3 2-1 0,1 6 3 16,-7 6 6-1,-3 6 3-15,-3 2 18 0,-7 1 25 16,-6-1-7-16,-2 0-12 16,0-5 4-16,-3-1-21 15,-7-5-18-15,1-2 0 16,-1-4-1-16,8-3 0 15,-1-2-62-15,0-9-142 16,0-5-353-16</inkml:trace>
  <inkml:trace contextRef="#ctx0" brushRef="#br0" timeOffset="1067.2058">355 6493 567 0,'0'0'145'0,"0"0"-66"16,0 0-32-16,0 0-26 15,0 0 3-15,0 0-11 16,-1-1-13-16,1 1-5 0,13 0-4 16,7 0 9-16,5 0 1 15,5 0 5-15,0 0-6 16,-2 0 0-16,0 0 0 16,-1-1 2-16,-6-2-2 15,0-1 0-15,-3-2 0 16,-6-3-21-16,-3-6-115 15,-9-5-107-15,0-3-194 16</inkml:trace>
  <inkml:trace contextRef="#ctx0" brushRef="#br0" timeOffset="1380.3723">518 6268 487 0,'0'0'149'0,"0"0"-125"0,0 0-24 16,0 0 0-16,0 0 0 16,0 0 9-16,62-39 1 15,-32 34 4-15,0 3 5 16,3 2-8-16,-3 0 3 16,-2 10-2-16,-4 10-3 15,-6 5-2-15,-3 5 1 0,-5 4 5 16,-7 0 23-1,-3 2 19-15,0-7-21 16,0-2-13-16,0-2-17 0,-3-2 1 16,-1-6-10-16,-2 0 5 15,6-6-12-15,0-1-95 16,0-2-142-16</inkml:trace>
  <inkml:trace contextRef="#ctx0" brushRef="#br0" timeOffset="2285.4765">588 7778 482 0,'0'0'60'16,"0"0"77"-16,0 0-92 0,0 0 70 15,0 0-62-15,0 0-23 16,-13-4-19-16,13 4-11 15,0 0-1 1,1 0-5-16,14 0 6 0,7 0 0 16,1 0 0-16,4 0 0 15,-2 0 1-15,2-6-1 16,-5-2 0-16,-2 0 0 16,-4-3 3-16,-10-1-2 15,0-4-1-15,-6-2 0 16,0-3-6-16,0-2-49 15,-12 6-22-15,-9 3 21 16,0 4 1-16,-4 7 22 16,1 3 20-16,5 0 13 0,5 0 2 15,5 0 42-15,5 0-9 16,4 0-2-16,0 0-15 16,0 0-17-16,0 0-1 15,0 0-22-15,7 0 20 16,13 0 2-16,-1 0 4 15,6 0-3-15,-1 1 7 16,-2 6-5-16,-2 3 9 16,-1 1-4-16,-7 4-4 15,-1 0 4-15,-4 5-5 16,-1 2 5-16,-3 5 2 16,3 2-10-16,-1-1-2 0,1-1-21 15,-1-6-184-15,-2-4-324 16</inkml:trace>
  <inkml:trace contextRef="#ctx0" brushRef="#br0" timeOffset="2942.496">591 8818 330 0,'0'0'3'0,"0"0"122"16,0 0-69-16,-85-16 24 16,76 16-21-16,3 0 28 15,3 0-36-15,0 0 9 16,3 0-43-16,0 0-17 15,0 0-12-15,7 0 6 0,13 0 3 16,5 0 3-16,5 0 1 16,3 0 1-16,3 0 0 15,1-8-2-15,-7-8 5 16,-2 1-5-16,-7 0 0 16,-5-1 2-16,-8 2-4 15,-5-2-16-15,-3 0-36 16,0 3-35-16,-15 1-102 15,-9 8-40-15,-1 4 39 16</inkml:trace>
  <inkml:trace contextRef="#ctx0" brushRef="#br0" timeOffset="3158.9285">630 8681 194 0,'0'0'95'0,"0"0"16"16,0 0 0-16,0 0-8 0,0 0-94 16,0 0-9-16,-12 9 0 15,28-9 0-15,7 0 16 16,2 0 9-16,6 0-5 15,-1 0-4-15,-2 0-9 16,-2 11-2-16,-5 6-1 16,-2 5-3-16,-4 6 15 15,-8 3-13-15,-4 6 22 16,-3-1-13-16,0 0-2 16,0-2-9-16,0-3-2 15,0-6-26-15,5-4-184 16</inkml:trace>
  <inkml:trace contextRef="#ctx0" brushRef="#br0" timeOffset="3801.7307">636 9900 351 0,'0'0'105'16,"0"0"-62"-1,0 0 27-15,0 0 9 0,0 0-34 16,0 0-38-16,-11 19-3 15,13-16-1-15,14 2 12 16,5-2 10-16,6-3-10 16,4 0 6-16,-1 0-3 15,0-11-16-15,1 0-1 16,-5 0 0-16,-4 0-1 0,-7 1 0 16,1 3-1-16,-5 2-18 15,-5 5-85-15,-6-3-99 16,0 3-146-16</inkml:trace>
  <inkml:trace contextRef="#ctx0" brushRef="#br0" timeOffset="4093.47">682 9797 266 0,'0'0'272'0,"0"0"-186"15,0 0-81 1,0 0-4-16,0 0-1 16,0 0 0-16,64-28 20 15,-37 24 34-15,4 4-24 0,-1 0-14 16,-5 4 3-16,-1 16-16 16,-6 2 0-16,-3 5 7 15,-3 6 0-15,-3 2-8 16,-2 4 5-16,-4 1-2 15,-1-2-2-15,1-4-6 16,-1-5-20-16,3-3-100 16,-3-6-202-16</inkml:trace>
  <inkml:trace contextRef="#ctx0" brushRef="#br0" timeOffset="4935.0369">643 12190 558 0,'0'0'87'0,"0"0"-87"16,0 0-7-16,0 0 5 15,0 0 2-15,0 0 10 16,60 7-7-16,-36 0 27 16,2-7-20-16,0 3-4 15,1-3 0-15,-5 0-5 16,-4 0 4-16,-3 0-6 16,-6 0 2-16,0-3-2 0,-5-4 1 15,-4-1-12-15,0-5-65 16,-4-3-54-16,-14 2-258 15</inkml:trace>
  <inkml:trace contextRef="#ctx0" brushRef="#br0" timeOffset="5176.3953">731 12102 414 0,'0'0'87'0,"0"0"-36"16,0 0 67-16,0 0-84 15,0 0-27-15,0 0-7 0,-9-6-7 16,21 6 5-1,7 0 2-15,7 0-1 0,-1 0 1 16,-1 6 0-16,2 10 1 16,-7 3 1-16,2 2 2 15,-6 1-1 1,-5 4 10-16,-1-2 4 0,-6 3 14 16,-1-1-15-16,-2-1-12 15,0-1-4-15,0-1-3 16,0-5-61-16,-2-5-319 15</inkml:trace>
  <inkml:trace contextRef="#ctx0" brushRef="#br0" timeOffset="18249.4252">10577 1646 339 0,'0'0'116'0,"0"0"-46"15,0 0-12-15,0 0 28 16,0 0-18-16,0 0-7 16,0 0-16-16,0 0-17 15,2 0 2-15,-2 0-5 16,0 0 13-16,0 0-4 16,1 0 6-16,-1 0-24 0,0 0-10 15,0 0 0-15,0 0-6 16,0 0 3-16,0 0-2 15,0 0-1-15,0 0 0 16,0 0 0-16,0 0 4 16,0 0-4-16,0 0 0 15,0 0-4-15,0 0 3 16,0 0 0-16,0 0-1 16,2 0-7-16,-1 5 7 15,2 0 2-15,2 2-7 16,0 3 7-16,0-3 0 15,1 3 5-15,-1-1-5 16,0 1-8-16,2 0 8 0,-2-2-1 16,1 0 1-1,-1 1 0-15,-1-1 1 0,2 0-1 16,1 1 0-16,-2-1-1 16,1 1 1-16,0 1-1 15,0 2 1-15,1-2 7 16,-2-1-7-16,-1 2 0 15,1-2 0-15,-2-1-3 16,3 1 4-16,-4-2-1 16,5-1 0-16,-4-2-2 15,-2 1 2-15,2-2-1 16,-1 3 1-16,1-3 0 0,-2-3 0 16,2 3 5-1,0-1-5-15,-1-2-6 0,-2 0 6 16,1 0 1-16,-1 0 0 15,1 0 0-15,-1 0 7 16,0 0-4 0,2 0 15-16,2 0-14 0,1-5 14 15,4-7-2-15,1-5 4 16,4-2-10-16,-2-3 1 16,1 0-4-16,2-2 2 15,1-2-9-15,1 1-1 16,1-1 1-16,-2 1-2 15,1 3 5-15,-4 1-5 16,2 4 1-16,-1 0 0 0,-3 1 1 16,-2 3-1-1,0-2-1-15,-1 1 0 0,-3 1 1 16,2 1 0-16,-3 1 1 16,1 3 4-16,-2 2-5 15,1 0 4-15,0 4-4 16,-2-1 4-16,-1 1-4 15,1 0 0-15,-1-1 0 16,2-2 0-16,0 0 1 16,0 1-1-16,1-1-2 15,-1 0 0-15,0 3 2 16,-2-1 0-16,2 0 0 16,0 3 3-16,-2 0-3 0,-1-1 0 15,0 1 0-15,0 0 0 16,0 0 0-16,0 0-6 15,0 0 6-15,0 0 0 16,0 0 0-16,0 0-3 16,0 0-8-16,0 0-55 15,2-2-96-15,-2-1-48 16,0 0-445-16</inkml:trace>
  <inkml:trace contextRef="#ctx0" brushRef="#br0" timeOffset="28392.7985">919 12941 909 0,'0'0'126'16,"0"0"-121"-16,0 0 5 16,0 0 14-16,0 0-4 15,0 0 0-15,0 0-15 16,0 0 3-16,85-36 8 15,-48 22 7-15,-1 1-8 16,0 4-3-16,-3 4 1 16,3 5-9-16,-5 0-4 15,-1 11 0-15,-5 7 1 0,-4 3-1 16,-7 6 24-16,-6 5 5 16,-6 4 3-16,-2 6 0 15,0 0 2 1,-2 2-2-16,-8-5-18 0,1-2 2 15,3-4-9-15,1-6-3 16,4-6-2-16,1-3-2 16,0-2-2-16,1-5-6 15,19-6-123-15,4-5-174 16,4-1-400-16</inkml:trace>
  <inkml:trace contextRef="#ctx0" brushRef="#br0" timeOffset="28633.6966">2139 13302 998 0,'0'0'77'0,"0"0"-74"15,0 0-1-15,0 0 33 16,0 0 20-16,0 0-52 16,50-8-3-16,-13-3-3 15,0 1-3-15,9-2-15 16,-1 2-270-16,1-1-225 0</inkml:trace>
  <inkml:trace contextRef="#ctx0" brushRef="#br0" timeOffset="28767.8552">2898 13308 684 0,'0'0'13'15,"0"0"-11"-15,0 0 5 16,0 0-6-16,99 6-1 16,-69-6-65-16,-2 0-310 0</inkml:trace>
  <inkml:trace contextRef="#ctx0" brushRef="#br0" timeOffset="28897.0438">3336 13392 677 0,'0'0'90'0,"0"0"-68"0,0 0-16 16,0 0-6-16,0 0 0 16,0 0-24-16,-96 78-266 15</inkml:trace>
  <inkml:trace contextRef="#ctx0" brushRef="#br0" timeOffset="29691.9025">1223 14384 884 0,'0'0'220'0,"0"0"-179"0,0 0-40 16,0 0-1-16,0 0 12 15,-79 85 3-15,79-65-8 16,2-3-7-16,19-3 0 15,2-8-2-15,4-3 2 16,-1-3-1-16,2-6 4 16,-4-15-3-16,-8-5 0 15,-11-3-8-15,-5-4-15 16,0 1-3-16,-21-3 6 16,-4 4 8-16,-5 2 12 15,6 0 3-15,0 3 26 16,11 3-15-16,9-1 3 0,4 5-17 15,7 2-3-15,18 2-5 16,8 1 7-16,7 2-6 16,0 9 5-16,-2 3-1 15,-4 0-2-15,-7 20 3 16,-8 6 0-16,-5 8 2 16,-10 5 1-16,-4 0 9 15,0-1 4-15,0-4-14 16,3-7-3-16,6-7-4 15,6-13-295-15</inkml:trace>
  <inkml:trace contextRef="#ctx0" brushRef="#br0" timeOffset="29886.9159">2111 14458 842 0,'0'0'19'0,"0"0"-14"16,0 0-5-16,0 0 0 15,0 0 0-15,94-30 13 16,-51 7-13-16,-3 2-131 16,1 3-488-16</inkml:trace>
  <inkml:trace contextRef="#ctx0" brushRef="#br0" timeOffset="30050.4775">3019 14546 984 0,'0'0'178'16,"0"0"-178"-16,0 0 0 15,0 0-1-15,84-3-5 16,-60-11-118-16,-2-9-190 15</inkml:trace>
  <inkml:trace contextRef="#ctx0" brushRef="#br0" timeOffset="75491.2509">10498 1478 275 0,'0'0'178'16,"0"0"-119"-16,0 0 21 15,0 0 12-15,0 0-37 0,0 0 14 16,0 0-25-1,0 0 1-15,5 0-4 16,-5 0 24-16,0 0-13 0,0 0 5 16,0 0-25-16,0 0-14 15,0 0-12-15,0 0-5 16,0 2 0-16,0-2-2 16,0 1 0-16,5 2 1 15,4 2 1-15,2 1 2 16,1 1 3-16,1 5 3 15,2 2-3-15,2 3 4 16,0 5 0-16,1-2 5 16,4 6-3-16,-2-2-7 15,3-1 2-15,-3 2 10 0,0-3-6 16,-5-3-8-16,1-1-2 16,-4-4 3-16,-2-4 7 15,-2-1-9-15,-4-4 3 16,-2-2 3-16,-2-3 13 15,0 0-6-15,0 0 20 16,0 0-3-16,0 0-4 16,3 0-15-16,0-14 6 15,0-5-14-15,3-2-4 16,3-3-1-16,-2-1 3 16,4-1-3-16,0-4-6 15,2-3 4-15,1 0-23 16,0-1 13-16,-2 3-13 15,6 1-1-15,-2 4-13 16,-3 1-17-16,4 2-34 0,-6 3-50 16,2 4-8-1,-1 0-47-15,-5 4-251 0</inkml:trace>
  <inkml:trace contextRef="#ctx0" brushRef="#br0" timeOffset="77483.4878">12482 1035 427 0,'0'0'258'0,"0"0"-105"16,0 0-108-1,0 0 0-15,0 0 25 16,0 0-8-16,0 0 11 0,-23-56-35 15,25 46-32-15,13-1 0 16,4 1-6-16,5 4-1 16,3 6-4-16,1 0 5 15,-2 1 0-15,-1 16-2 16,-4 4 2-16,-7 6 10 0,-6 4-9 16,-8 3 3-16,-1 5 2 15,-22-3-6-15,0-4-14 16,0-10 5-16,5-6 6 15,4-7-2-15,0-5-26 16,2-4 10-16,3 0 20 16,3 0-8-16,3 0 9 15,3-2 9-15,0-3-7 16,0 2-2-16,15-2-2 16,9 3 2-16,3 2 0 15,4 0 10-15,2 0 7 16,0 2-3-16,1 5-7 15,3 0 3-15,1 1-8 16,-2-5-2-16,-1-3 0 16,-3 0-71-16,-6-3-89 0,-5-21-154 15</inkml:trace>
  <inkml:trace contextRef="#ctx0" brushRef="#br0" timeOffset="77865.4635">13028 731 756 0,'0'0'63'16,"0"0"-48"-16,0 0 25 0,0 0 11 15,-75 88 16 1,72-69-15-16,3-2-22 0,0-2-18 15,16-4 2-15,9-2 8 16,5-3 1-16,6-5-1 16,2-1-12-1,-2 0-3-15,-2 0-6 0,-7 0 0 16,0 6 4-16,-8 8-4 16,-7 6 7-16,-6 7-2 15,-6 5 1-15,0 6 2 16,-5 1 4-16,-12-2 24 15,2-3-2-15,0-6-14 16,6-6-7-16,3-7-13 0,1-8-1 16,5-4-3-1,0-3-72-15,0-9-75 16,8-19-224-16</inkml:trace>
  <inkml:trace contextRef="#ctx0" brushRef="#br0" timeOffset="78137.7355">13466 522 912 0,'0'0'147'0,"0"0"-22"15,0 0-96-15,0 0-11 16,0 0 11-16,0 0-25 15,-15 37 3-15,15-4 50 16,8 5-19-16,-2 1-15 16,0 0-16-16,-4-3 1 15,0-4-8-15,-2-6-8 16,0-1-70-16,-2-9-47 16,-18-8-214-16</inkml:trace>
  <inkml:trace contextRef="#ctx0" brushRef="#br0" timeOffset="78302.2942">13238 752 868 0,'0'0'50'0,"0"0"-50"16,0 0-34-16,0 0 31 15,0 0-13-15,121 7-37 16,-72 5-50-16,3 5-228 15</inkml:trace>
  <inkml:trace contextRef="#ctx0" brushRef="#br0" timeOffset="78471.8405">13804 962 528 0,'0'0'203'0,"0"0"-50"15,0 0 52-15,0 0-38 16,0 0-48-16,0 0-59 15,0 5-29-15,0-5-25 0,-2 0-6 16,-1 0-36-16,1 0-111 16,-1-11-173-1,-1 0-517-15</inkml:trace>
  <inkml:trace contextRef="#ctx0" brushRef="#br0" timeOffset="83854.1921">6111 3423 450 0,'0'0'6'0,"0"0"31"15,0 0-25-15,0 0-8 16,0 0-4-16,0 0 15 16,78 0 76-16,-18 0-20 15,9 0-15-15,14 0-23 16,6 0-20-16,4 0-5 15,0-1-3-15,0-8 0 16,-6 1-5-16,-2-1-12 16,-5 1-28-16,1-3-83 15,-10-6-214-15</inkml:trace>
  <inkml:trace contextRef="#ctx0" brushRef="#br0" timeOffset="96378.8654">8726 3042 95 0,'0'0'56'0,"0"0"-2"0,0 0-7 15,0 0-11 1,0 0-5-16,0 0-14 0,0 0-11 15,0 0-6-15,-5-2 0 16,5 2-2-16,0 0 2 16,0 0-7-16,0 0-9 15,0 0-26-15,0 0-7 16,0 0-29-16,0 0-7 16</inkml:trace>
  <inkml:trace contextRef="#ctx0" brushRef="#br0" timeOffset="97281.9709">8726 3042 142 0,'-15'-87'87'0,"15"87"-54"16,0 0-18-16,0 0-15 15,0 4 11 1,0 0 0-16,0 0 9 0,0 1 7 16,0-2-8-16,0 2-18 15,0 0 20-15,3 2-17 16,0-2 7-16,0 1-4 16,0 0-2-16,0 2 5 15,0 1 25-15,2 3-29 16,-2 0-1-16,1 5 18 15,2-3-22-15,1 1 5 0,1-1-5 16,1-1 7-16,1-1-6 16,2-1 2-16,0 2 7 15,1-1-3-15,0 0-6 16,0 0 7-16,-3 0-6 16,0 0-2-16,7 1 2 15,-5 1-3-15,4 0 6 16,0 0-9-16,0-4 4 15,3-3-2-15,-1-4 1 16,3 2 0-16,-2-2 0 16,1-3 3-16,-2 0-3 0,4 0 0 15,-4 0 1 1,2 0 1-16,0-5-1 16,0-1 7-16,0-3-5 0,-1 2 3 15,0-2-3-15,-2-1-2 16,0 2 2-16,-1-1-3 15,1 2 0-15,-1 2 0 16,1 0 0-16,1 0-1 16,0 1 1-16,2-2 0 15,1 1 10-15,-3 2-10 16,5-1 0-16,0 0 0 16,3-2-1-16,0 1-7 15,4 1 8-15,1-1 0 0,2 2 8 16,0 0-9-16,1-2 2 15,1 4-2-15,0-2 0 16,2 2-5-16,0 0 6 16,-1 1 0-16,-2 0 0 15,-1 0 0-15,-3 0-1 16,-1 0-4-16,-2 0 5 16,2 5 0-16,-1-4-1 15,-1 2-4-15,-2 2 4 16,2-2 0-16,-1 2 1 15,0-1-4-15,0 1 3 16,-3 3-6-16,-1-2-7 16,1 0 6-16,-3-1-6 15,-5-1 14-15,-2 1-12 0,0-2 9 16,-2 1-4-16,-2-1-15 16,0-2-15-16,0-1-74 15,-4 0-60-15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25:45.862"/>
    </inkml:context>
    <inkml:brush xml:id="br0">
      <inkml:brushProperty name="width" value="0.05292" units="cm"/>
      <inkml:brushProperty name="height" value="0.05292" units="cm"/>
      <inkml:brushProperty name="color" value="#FF0000"/>
    </inkml:brush>
  </inkml:definitions>
  <inkml:trace contextRef="#ctx0" brushRef="#br0">986 7291 455 0,'0'0'322'16,"0"0"-260"-16,0 0-21 16,0 0 25-16,0 0 26 15,0 0 1-15,0 0-47 16,-9 3-20-16,9-3-17 16,-3 1-5-16,3 0 13 0,0 2 13 15,9 0-16-15,8 0 13 16,7 0 9-16,4 2-32 15,6 1 12-15,5 0 4 16,4 0-9-16,-1-2-1 16,-2-1 3-16,-1-3-10 15,-8 0 2-15,-5 0-4 16,-10 0-1-16,-4 0 0 16,-10 0-2-16,2 0 0 15,-4 0-2-15,0 0-26 16,0-10-52-16,3-7-23 15,0-9-167-15,-3-7-86 16</inkml:trace>
  <inkml:trace contextRef="#ctx0" brushRef="#br0" timeOffset="300.2075">1284 7018 493 0,'0'0'363'0,"0"0"-236"15,0 0-36-15,0 0-18 16,0 0-22-16,0 0-20 16,-34-3-9-16,34 3-22 15,18 0-13-15,6 8 12 16,9 7 1-16,3 8 14 16,1 4-9-16,-6 5 6 15,0 1-1-15,-6 4 16 0,-9 0-7 16,-7-2-7-1,-6 2 10-15,-3-3 3 16,0 2-2-16,-14 1-13 0,-9 1-5 16,-3-4-3-16,-4 2-2 15,-1-5-2-15,4-6-37 16,3-2-75-16,0-9-178 16</inkml:trace>
  <inkml:trace contextRef="#ctx0" brushRef="#br0" timeOffset="1373.3272">1295 11033 573 0,'0'0'277'0,"0"0"-217"16,0 0-31-16,0 0 46 0,0 0 32 15,0 0-18-15,-21 0-33 16,21 0-43-16,0 0-4 16,0 0-9-16,0 0 0 15,0 2-3-15,15 2 3 16,10 1 13-16,5 1 5 15,6 0 0-15,6-1-11 16,4-1 14-16,2 1-19 16,7-1-1-16,-1 2-1 15,-2-2 4 1,-3-3-4-16,-4-1 0 0,-6 2 2 16,-8-2-1-16,-4 0 0 0,-5 0-1 15,-7 1-1 1,0-1 0-16,-5 0-40 0,-5 0-6 15,1 0-101-15,-6-12-77 16,0-4-192-16</inkml:trace>
  <inkml:trace contextRef="#ctx0" brushRef="#br0" timeOffset="1796.7638">1656 10902 838 0,'0'0'78'0,"0"0"-21"16,0 0-5-16,0 0 9 16,0 0 4-1,0 0-51-15,-11-5-14 0,28 9 0 16,8 6 24-16,4 5-4 15,2-1 9-15,3 1-12 16,-2 5 1-16,-1 0-11 16,0 3-4-16,-2 3 2 15,-3 3-5-15,-3 1 0 16,-8 2 4-16,-2 1-8 16,-10 3 8-16,-3 0-8 15,0 4 8-15,-9-1-1 0,-13-2-1 16,-4-4-2-16,1-8 0 15,0-4 0-15,2-3 0 16,-1-6 1-16,-4-2-1 16,3-2-5-1,-2-2-55-15,4-3-94 16,3-3-140-16,6 0-480 0</inkml:trace>
  <inkml:trace contextRef="#ctx0" brushRef="#br0" timeOffset="5181.1882">10774 10869 667 0,'0'0'139'0,"0"0"-116"15,0 0 30-15,0 0 48 16,0 0-10-16,0 0 47 16,0 0-93-16,-9-26-2 15,9 26 1-15,0 0-7 16,0 0-17-16,0 0-11 0,0 0-2 16,0 0-7-16,0 0-6 15,0 10-3-15,0 12 7 16,5 5 2-16,3 1 5 15,0 2 1-15,1-1 4 16,-2-4-4-16,2-3 1 16,-3-1 4-16,0-5-8 15,0-5-1-15,-1-2 9 16,-4-5-10-16,3-3 1 16,-2-1 1-16,-1 0-1 15,2 0 7-15,7 0 0 16,6-17 4-16,6-4-3 15,8-7-2-15,0 1-5 16,0 1-6-16,0 2 2 16,-2 2-9-16,0 0-27 0,-3 8-31 15,-2 3-16-15,-3 7-25 16,-6 4-146-16,-3-2-98 16</inkml:trace>
  <inkml:trace contextRef="#ctx0" brushRef="#br0" timeOffset="7299.5118">8922 6665 687 0,'0'0'91'15,"0"0"-27"-15,0 0 0 0,0 0-9 16,0 0 51-16,0 0-54 16,0-3-29-16,0 3-17 15,0 0-12-15,0 8 13 16,0 9-6-16,10 6 36 16,2 2-4-16,-2 2 10 15,4-1-20-15,-2 0 2 16,-1-2-1-16,1-4-4 15,-2-5-8-15,-2-3 0 16,0-5-6-16,-4-4-2 16,1-1-3-16,-2-2 1 15,0 0 7-15,4 0 5 16,7-15 3-16,5-9 4 16,6-6-6-16,-1-5-3 15,5-1-10-15,-1 3-2 0,-3 2 6 16,2 3-6-16,-3 6 0 15,-4 3-1-15,0 6 0 16,-2 0-3-16,-3 5 0 16,0-1-16-16,0 3-8 15,3 2-46-15,-2 0-36 16,0-2-103-16,-3-2-171 16</inkml:trace>
  <inkml:trace contextRef="#ctx0" brushRef="#br0" timeOffset="11068.2022">9887 6936 638 0,'0'0'222'15,"0"0"-116"-15,0 0-57 0,0 0 30 16,0 0 13-16,0 0-16 16,0 0-49-16,-19-7-13 15,8 14 3-15,-7 13-4 16,0 3 7-16,-3 9-1 16,3 5 5-16,0 1-4 15,5 5-9-15,0-1 6 16,6-1-5-16,4 1-9 15,3-4 1-15,0-5 0 16,2-2-2-16,10-7-2 16,9-4 0-16,1-6-7 15,5-6-22-15,4-8-71 16,8 0-62-16,1-9-176 0</inkml:trace>
  <inkml:trace contextRef="#ctx0" brushRef="#br0" timeOffset="13119.7457">10394 7292 853 0,'0'0'109'0,"0"0"-56"0,0 0 47 15,0 0-13-15,0 0-7 16,0 0-36-16,-5-7-9 16,22-13-24-16,8-12 1 15,8-6 5-15,0-5-14 16,-2-3 3-16,-4-3-6 15,-7 3 3-15,-4 2 3 16,-6 4-6-16,-4 8 1 16,-6 12 0-16,0 10 1 15,0 6-2-15,0 4 7 0,0 0-7 16,-6 0-1-16,-9 21-2 16,-3 6-3-16,0 11 5 15,5-1 1-15,2 2 0 16,10-8-1-16,1 0-1 15,0-7-1-15,12-4 3 16,2-5 0-16,7-2 0 16,3-7-10-16,6-6 10 15,1 0 0-15,2 0 0 16,-1-3 0-16,-8-1-20 16,-6 1-7-16,-10 2-3 15,-2 1 4-15,-6 0-8 16,0 5 21-16,-4 12 13 15,-11 7 6-15,-3 2-5 0,2 2 0 16,1-2 15-16,7 1-6 16,4-4-2-16,4-1-6 15,0-3 3 1,4-5-5-16,13-2 0 0,4-7 0 16,3-5 2-16,2 0-1 15,0-9 7-15,-7-8-8 16,-3-1-1-16,-6-3-16 15,-9-3 7-15,-1 2 2 16,0-2 0-16,-17 2 4 0,-3 0-7 16,-3 8 11-16,2 3-3 15,0 7 3-15,3 2-4 16,5 2 0-16,3 0 2 16,2 0-5-16,5 3 6 15,3 6-7-15,0 4 3 16,0 0 5-16,4 0-12 15,13 0 11-15,2-2-1 16,4-2-7-16,1-4 9 16,0-5 6-16,-1 0-6 15,0 0 0-15,1-11 0 16,0-7 5-16,-4-4-2 16,-1-4-3-16,-5-1 0 0,-7 1-8 15,-5-1 8 1,-2 1 0-16,0 2 0 0,-10 5 0 15,-5 1-2-15,-2 7 2 16,3 5 4-16,0 3-4 16,1 3-8-16,4 0 8 15,4 0-2-15,2 0 2 16,1 0-4-16,2 9 0 16,0 0 4-16,0 3-6 15,0 0 1-15,8-1 4 16,6-2-7-16,4-1 7 15,5-3 1-15,3-2 0 16,-1-3 6-16,4 0-6 16,-2 0 0-16,-1 0 0 0,1-4-2 15,-5-4 5-15,1-1-6 16,-4-1 7-16,-1 2-8 16,-4 2 6-16,-5 3-3 15,-1-2 2-15,-5 5 4 16,-3 0-5-16,0 0 0 15,0 0 2-15,0 0 6 16,0 5-7-16,0 9-1 16,-7 6 30-16,-5 4-8 15,3-5-4-15,5 0 0 16,0-1-7-16,4-6-10 16,0-1 0-16,0-3 0 15,4-2 1-15,9-3-2 16,8-3 0-16,3 0 0 15,0-6 0-15,3-6 0 0,-4 1-4 16,-2 0-6 0,-4 1 0-16,-6 7 9 0,-7 0-6 15,-1 3 6-15,-3 0-4 16,0 0 2-16,-8 9-1 16,-13 7 2-16,-4 8 2 15,0 0 3-15,3 0 1 16,6-2 8-16,7-5-1 15,6-2-8-15,3-4 2 16,0-3-3-16,0-3 2 0,12-5-4 16,11 0 4-1,3-3-3-15,3-10-1 0,-3-4-1 16,-4-3-19-16,-5 1-9 16,-6 1 2-16,-5 0 7 15,-6 3 12-15,0-1 6 16,0 0 1-1,-8 5 2-15,-2 0 0 0,0 6 6 16,4 3-3-16,4 2 1 16,1 0-2-16,1 6-6 15,-2 14 4-15,2 3-1 16,0 6 12-16,0-1 12 16,0 2-9-16,0 2-10 0,0-2 8 15,0 1-11 1,-1-1 2-16,-12-3-1 0,-3-1-1 15,-3-6 2-15,-1-3-4 16,6-8-10 0,2-4-17-16,6-5-7 0,4 0 4 15,2-13-58-15,0-7 19 16,15-2 22 0,10 0 20-16,4 0 16 0,1 4 6 15,-3 4 1-15,1 1 4 16,-5 5 17-16,-1 1-4 15,-3 0 2-15,-2 1 21 16,-3 2 0-16,1-4 5 16,-2 1-5-16,1 0-18 15,-1-4 2-15,-1 0-12 16,2-3-6-16,-4-1 13 0,2-4-15 16,-2 0 0-16,-2-1-4 15,-2-2 1 1,-3 3 1-16,-1 7-4 0,-2 4 6 15,0 6-4-15,0 2 4 16,-4 0 3-16,-8 12-3 16,-1 9 0-16,3 2 4 15,4 4 19-15,4-4-21 16,2-2 7-16,0-1 7 16,3-5-9-16,9-2-5 15,6-4 2-15,9-7-4 0,6-2-6 16,10 0-67-1,3-7-163-15,1-8-420 0</inkml:trace>
  <inkml:trace contextRef="#ctx0" brushRef="#br0" timeOffset="14102.1152">12274 7342 682 0,'0'0'67'16,"0"0"-47"-16,0 0 76 16,0 0-1-16,0 0-17 15,0 0 3-15,-11 28-15 16,11-28-6-16,0 0-11 0,0 0-8 16,0 0-6-16,0 0-6 15,0-9 2-15,8-7-3 16,3-7-15-16,0-4-3 15,-1-3-8-15,-3-5 6 16,1-5-7-16,-4-1-1 16,2-2 5-16,-1 2-5 15,-2 7 0-15,0 5 0 16,0 11 0-16,-2 4 2 16,2 8-2-16,-3 3 0 15,2 1 0-15,-2 2 0 16,0 0 0-16,0 0-3 15,0 0 2-15,0 0-7 0,0 0-2 16,4 8 5-16,2 4 4 16,0 4 1-1,-1 0 0-15,2 1-1 0,1 5 3 16,2 2-2-16,0 0 1 16,-1 1 0-16,5-2 1 15,-4-4-2-15,-2-1 1 16,3-3-1-16,-5-6 2 15,0-6-2-15,-1-1 0 16,-3-2 1-16,6 0 4 16,3-14 0-16,5-13 9 15,3-12-8-15,-2-3-3 0,-4-1-1 16,-2 2 2-16,-4 5-4 16,1 10-1-16,-4 7 0 15,1 10-19-15,-1 7-38 16,2 2-93-16,-3 5-199 15,0 12 74-15</inkml:trace>
  <inkml:trace contextRef="#ctx0" brushRef="#br0" timeOffset="15570.0446">12665 7229 456 0,'0'0'327'0,"0"0"-284"15,0 0 49-15,0 0 65 16,0 0-17-16,0 0-80 16,27-29-35-16,-12 12-9 15,1-3-3-15,1 0-13 16,-2 0 3-16,-2 0-2 16,-5 1-1-16,-1 5 1 15,-6 1 0-15,-1 10-2 16,0 3 1-16,0 0-3 15,0 0 3-15,-14 20-2 16,2 1 2-16,0 4 0 16,4-2 0-16,5-3-6 0,3 0 5 15,0-1 1 1,0-2 4-16,8-3-1 0,7-1 6 16,0-5-4-1,4-4-5-15,2-2 8 0,-2-2 7 16,2 0-8-16,0-11 6 15,-3-5 0-15,1 1 1 16,-4-1-4-16,-3 1-1 16,-3 1-8-16,-5 0 16 15,-2 1-16-15,0 1 2 16,-2 4 3-16,0 2 0 16,0 1-8-16,0 3 8 15,0 2-7-15,0 0 1 0,0 0 0 16,0 0-5-1,0 0-1-15,0 2 6 0,0 12 0 16,-4 3-4-16,2 2 4 16,2 1 0-16,0-1 1 15,0 1 4-15,0-1-5 16,6-2 0-16,4-3 0 16,0-2 0-16,3-3-1 15,0-2-1-15,2-7 0 16,1 0 0-16,-1 0 1 15,3-3-6-15,-3-10 7 16,0-2-3-16,-2-3-2 16,-1 1-1-16,-3 1 5 15,-3 0 0-15,0 4 1 0,-3-1 0 16,1 4 0 0,-1 2 0-16,-2 0 0 0,1 3 1 15,3-2-2-15,-2 1-2 16,3 1 0-16,4 1 1 15,1 1-1-15,1 2-2 16,1 0 5-16,-1 0-5 16,0 2 1-16,-3 10-1 15,0 5 1-15,-4 1 4 16,-2 3 0-16,-3 1-1 16,0-1 1-16,-3-3 5 15,-8-2-2-15,2-3 6 16,2-3-9-16,2-8 2 0,4-2 2 15,1 0 6-15,0-5-10 16,0-16-28-16,7-1-2 16,12-1-5-16,4 5 4 15,-4 3-5-15,1 7 6 16,-3 6 23-16,-3 2 7 16,-2 0-9-16,-3 0 7 15,-2 0 0-15,0 0 0 16,1 0 2-16,-2 0 0 15,0-3 11-15,0-9 6 16,0-3-15-16,0-4 7 16,-3-2-9-16,1-3 0 0,-2-2 0 15,-1-2 1-15,-1 4 0 16,0 5 3-16,0 4-1 16,0 9 6-16,0 3 19 15,0 3-13-15,0 0-9 16,0 0-6-16,0 17-6 15,0 9 6-15,0 10 11 16,0 3-7-16,3 0 12 16,0 2-7-16,-3-4 6 15,0-6-10-15,0-2 3 16,0-7-1-16,0-6-7 16,0-8 5-16,0-3-2 15,0-5 1-15,0 0 4 16,0-10 9-16,0-10-17 15,4-9-8-15,9-1-18 0,7 0 5 16,5 6-34-16,0 6 30 16,-3 7 6-16,-4 5 15 15,-3 4 3-15,-3 2-2 16,-3 0 3-16,-2 12-8 16,-4 3 7-16,-3 5 1 15,0 2 3-15,0 0 16 16,-13 0-4-16,-7 1 5 15,-5-4-5-15,-3-2 6 16,7-2-12-16,2-4-6 0,7-7-3 16,1-4 0-1,4 0-19-15,4-8-31 0,3-12-43 16,0-4-112 0,12 3-31-16,9 1-119 0</inkml:trace>
  <inkml:trace contextRef="#ctx0" brushRef="#br0" timeOffset="16113.5827">13596 7267 352 0,'0'0'220'0,"0"0"-77"16,0 0-47-16,0 0 22 15,0 0 9-15,0 0-22 16,48 54-50-16,-39-54-4 16,4 0-14-16,-2-3-15 15,1-9-12-15,1 0-3 16,-1-3-2-16,-2-1 2 0,-2-1-5 15,-2-1-1-15,-2 0 0 16,-2 1 2-16,1 3-3 16,-3 3 0-16,0 6 1 15,0 1 2-15,0 2 7 16,0 2-3-16,0 0-6 16,-6 0-1-16,-1 3-1 15,2 10 1-15,-4 4-1 16,3 0 1-16,3 4-1 15,0-1 1-15,3-1 2 16,0-1-2-16,0-4 2 0,0-5-2 16,0-1-1-16,6-5 1 15,9-3 1-15,0 0 1 16,7-3 4-16,3-14-6 16,2-3-7-16,-4-1-6 15,0 3-9-15,-2 2 4 16,-6 4 11-16,2 3 7 15,-8 4-3-15,-3 3 0 16,1 2-1-16,-3 0 1 16,3 0 3-16,0 11 2 15,5 3 9-15,1 3-4 16,4-2 16-16,-1 0 2 16,4-4-19-16,0-4 1 15,3-1-7-15,4-4 0 16,1-2-4-16,6 0-65 0,1-3-187 15,-1-6-383-15</inkml:trace>
  <inkml:trace contextRef="#ctx0" brushRef="#br0" timeOffset="17045.6802">14414 7185 150 0,'0'0'669'16,"0"0"-541"-16,0 0-42 15,0 0 9-15,0 0 8 0,0 0-57 16,-41 5-29-16,26 9 15 16,2 9 5-16,2-5-29 15,3 0 0-15,8-3-4 16,0-5-4-16,0-4-1 16,13-5-2-16,4-1 3 15,8-1 4-15,3-18 3 16,-3 0-7-16,-4-2-37 15,-7 4 6-15,-8 2-8 16,-6 7 31-16,0 3 4 16,0 3-1-16,-12 2-4 0,-6 0 0 15,3 7-1-15,1 5 2 16,7 0 7-16,7-1-6 16,0-1 4-16,5-1 0 15,14-6-1-15,8-3 4 16,5 0-1-16,6-14 2 15,-1-6 3-15,3-8-4 16,-4 1 0-16,-2-4 1 16,-5 2-1-16,-7-2 0 15,-4 7 3-15,-6 4-1 16,-8 6-2-16,-1 9 28 16,-3 0 4-16,0 5-2 15,0 0-17-15,0 5-13 16,-9 19 3-16,-2 8-3 15,-1 6 2-15,4 0 1 0,4 2 0 16,2-1 2-16,2 3 1 16,0-2-3-16,0 0-1 15,9-4-2-15,6 0 0 16,6-6-2-16,3-10-5 16,1-9-30-16,2-8-10 15,-2-3-22-15,1-9-12 16,-6-13-22-16,-4-5-13 15,-6 0 11-15,-9 0 47 16,-1 1 28-16,-5 4 4 0,-12 6 11 16,-5 3-21-1,0 9 18-15,2 4-15 16,1 0-71-16,2 14-223 0</inkml:trace>
  <inkml:trace contextRef="#ctx0" brushRef="#br0" timeOffset="20826.5519">17823 6914 237 0,'0'0'601'15,"0"0"-504"-15,0 0-6 16,0 0 56-16,0 0-54 15,0 0-48-15,0 0-25 16,-49-39 10-16,27 49-21 0,-4 11 0 16,-3 4-4-16,4 6 10 15,5 2-5 1,5 0-6-16,9-4-4 0,6-5 1 16,0-6-4-16,22-7 4 15,8-9-1-15,6-2 0 16,7-12-1-16,-1-14-17 15,-6-1-43-15,-6-3 16 16,-8 4 24-16,-10 2 16 16,-8 7 2-16,-4 5 3 15,0 2 0-15,0 4 5 16,0 5-4-16,0 1 7 16,-4 0-6-16,-1 8-2 15,2 16 0-15,0 7 0 16,3 3 9-16,0 5 0 0,0 4-4 15,0-3 2 1,0-2-7-16,0-4 3 0,-7-6 1 16,-6-3-4-16,-1-8 4 15,-1-4-4-15,3-6 0 16,-1-7-13-16,7 0-19 16,1-10-46-16,5-12-52 15,0-3 65-15,11-2 3 16,14 1 16-16,4 5 19 15,2 4 16-15,2 2 11 16,0 0 13-16,2 3 23 16,-2-4-11-16,0 1 1 15,-3-2 15-15,-2-5-5 16,-1 1-10-16,-8-1 9 0,-3-2-19 16,-8-1-9-16,-6 2-7 15,-2-2-1-15,-2 3-10 16,-12 5-36-16,-3 4 3 15,0 5 20-15,4 5 13 16,1 3 9-16,0 0-7 16,6 0 8-16,2 0-1 15,1 6-2-15,3 2 4 16,0 0 8-16,0 4 11 16,7-2 12-16,11-1-7 15,5 2 2-15,5-5-22 16,6-1 6-16,3-2 0 15,4-1-10-15,0-2 1 0,4 0-1 16,-3 0 1-16,-1 0-1 16,-3-3 1-16,-5-6-1 15,-5 2-3-15,-7-1-6 16,-3 4-4-16,-8 1 12 16,-5 1-6-16,-4 1 7 15,-1 1 7-15,-4 0-7 16,-13 0-8-16,-5 10 8 15,0 4 12-15,4 4 25 16,0-1 3-16,7 3-8 0,4 0 1 16,4-4 7-16,3-2-26 15,0 0 1-15,3-2-10 16,15-4-1 0,4 0 3-16,2-7-6 15,0-1-1-15,-3 0 0 0,-2 0-9 16,-5 0-16-16,-6-3-16 15,-3 2 11-15,-4 1 23 16,-1 0-18-16,0 1 7 16,0 10 18-16,0-1 6 15,-1 3 1-15,-1-3 6 16,2-2-6-16,0 1-4 16,6-1-1-16,11-5 1 0,5-3 2 15,4 0-5 1,-1 0-16-16,-4-11-20 0,-3-3-52 15,-3 1 14-15,-9-2 7 16,-5-1-2-16,-1 2-11 16,0 2 10-16,-16 1-10 15,-4 7 7-15,-1 4 53 16,2 0 20-16,4 7 11 16,6 7 58-16,5 2-4 15,4-4-37-15,0 0-10 16,4-4 18-16,11-2 0 15,4-4-25-15,3-2-5 0,1 0-4 16,3-5-2 0,-1-9-14-16,0-4-4 0,-7-4 15 15,2-3 3-15,-5 1 0 16,-2 0 0-16,-1 0 30 16,-3 2 28-16,-5 2 8 15,-1 3 22-15,-3 1-2 16,0 6-34-16,0 2 4 15,0 6-10-15,0 2-26 16,0 0-17-16,0 13-3 16,0 10 0-16,0 11 11 15,0 5 4-15,0 4-2 16,-3 1 6-16,-1-1-4 16,0-1 0-16,-1-8-3 0,0-6-3 15,-2-6-2 1,5-7-5-16,-1-6-1 0,2-8 2 15,-2-1 0-15,3-9 9 16,0-16-12-16,0-9-4 16,-3-10 2-16,2-6-5 15,-1-4-9-15,1-1-9 16,1 4 6-16,0 9 9 16,0 5-6-16,13 11 16 15,2 6-3-15,3 7-2 16,0 7 4-16,0 3-1 15,-3 3-1-15,1 0-3 16,-2 14 5-16,-1 9-2 16,-4 4 3-16,-6 4 0 15,-3 4 3-15,-2 2 0 0,-16 0 7 16,-4-2-3 0,-5-3-7-16,2-6-16 0,-2-5-145 15,3-9-250 1</inkml:trace>
  <inkml:trace contextRef="#ctx0" brushRef="#br0" timeOffset="21335.192">19075 7156 276 0,'0'0'737'15,"0"0"-704"-15,0 0-5 16,0 0 85-16,0 0-18 0,0 0-74 15,73-47-8-15,-46 23-9 16,-2-2-4-16,-1-2-5 16,-8 0 5-16,-3 4 1 15,-6 3 1-15,-6 4-1 16,-1 5 0-16,0 7 5 16,0 1-1-16,0 4-1 15,0 0 1-15,0 0-5 16,0 0 0-16,0 7-4 15,0 13 4-15,0 7 17 16,6 1-8-16,0 4 0 16,0 1-1-16,-2-1-3 15,-4 1 3-15,0-5-2 16,0-1-5-16,0-7 2 0,-10 0-3 16,2-7 2-16,1-4-2 15,-1-5 0-15,1-4-4 16,3 0-18-16,2 0-27 15,2-12-23-15,0-1 1 16,5-5 3-16,11 3 16 16,-1 1 24-16,1-1 19 15,0 2 9-15,4-1 6 16,-1-1 24-16,1 0-17 16,1 2-13-16,0-1-2 0,-2 2-13 15,1-4-106 1,-4 2-225-16</inkml:trace>
  <inkml:trace contextRef="#ctx0" brushRef="#br0" timeOffset="22682.6946">19109 7047 145 0,'0'0'334'0,"0"0"-313"16,0 0 60-16,0 0 18 0,0 0-19 15,0 0 15-15,82-53-21 16,-75 41 2-16,-1-3 16 16,2-2-12-16,-5-2-12 15,1-6-35-15,-4-3-9 16,0-1-8-16,0-6-11 15,0 0-3-15,0 1 5 16,-4 5 3-16,0 7 24 16,2 7-5-16,0 7 1 15,2 4-7-15,0 2-17 16,0 2 3-16,0 0-9 16,0 3-10-16,0 16-4 15,0 10 14-15,0 7 11 16,0 6-11-16,2 3 12 15,3 5 1-15,-4 3-10 0,2 4 9 16,0-3-9-16,-2-7 10 16,1-7-10-16,-1-14-2 15,1-7 4-15,-2-11-4 16,3-6 0-16,-2-2 2 16,3-3 9-16,6-23 5 15,5-11-17-15,5-6-8 16,5 2-16-16,0 7-7 15,-3 9 13-15,-1 11 1 16,-6 7 0-16,1 4-7 0,-5 3 8 16,-2 0 12-1,1 5-2-15,-1 12-1 0,-1 1 7 16,3 0 0-16,1 0 2 16,2-2 5-16,2-5 0 15,-1-4 3-15,3-5-4 16,1-2-2-16,1-3 11 15,4-17-9-15,-1-6-1 16,0 0-3-16,-7 1 0 16,-4 1-2-16,-7 2 0 15,-5 1-3-15,0 2-16 16,-5 1-2-16,-8 6 13 0,5 4-1 16,2 4 1-16,3 4 2 15,2 0 0 1,1 0-4-16,0 12 0 0,0 5 9 15,0 3 1 1,4 4 1-16,10 1 1 16,2 3 6-16,-2 3 3 0,0 0-6 15,-2 0 9-15,-2 2-6 16,-2-2-2-16,-5-1-6 16,-3-6 9-16,0 0-9 15,0-1 3-15,-4-4-3 16,-6-6 0-16,3-7-7 15,6-6-12-15,1 0 9 16,0-5 4-16,6-13-23 16,13-6 15-16,7-2 13 0,3-1-14 15,1 0-17-15,2 1-40 16,-2 0-113-16,-2 1-113 16</inkml:trace>
  <inkml:trace contextRef="#ctx0" brushRef="#br0" timeOffset="23062.6752">20483 6641 114 0,'0'0'425'0,"0"0"-315"16,0 0-33-16,78 75 14 15,-59-39-3-15,-5 8-31 16,-4 6 37-16,-10 7-29 0,0 10-6 16,-17 5-19-1,-20 1-30-15,-9 2-9 0,-10-2-1 16,-6-5-44 0,-7-6-115-16,-11-8-124 0</inkml:trace>
  <inkml:trace contextRef="#ctx0" brushRef="#br0" timeOffset="35982.9046">15720 6740 583 0,'0'0'186'0,"0"0"-82"0,0 0-59 15,0 0 75-15,0 0 34 16,0 0-82-16,0 0-30 16,0 0-25-16,-70-32-10 15,34 52-5-15,-4 6 13 16,-3 3-6-16,10 1-2 16,8-4-3-16,9-4-4 15,9 0 0-15,7-2-3 0,3-2-3 16,18-1 5-1,9-2-1-15,6-3 4 0,7-2-4 16,-3 1 7 0,-4-1-9-16,-6 3 8 15,-8 2-2-15,-10 3-2 16,-8 5-1-16,-4 5 0 0,-6 3 2 16,-13 2 1-16,-8 2-2 15,0-3 0-15,4-2 0 16,3-5 1-16,5-5-1 15,8-4 1-15,2-9-2 16,5-4 0-16,0-3-28 16,0 0-2-16,6-14 1 15,9-6-35-15,5-3 14 16,0 3 10-16,-3 0 13 16,-1 4 15-16,-2 2 6 15,-3 1 7-15,-4 2 0 0,-1 0 3 16,-2 0 5-16,-1 0 9 15,0-1-12-15,3-2 8 16,-3 3-12-16,0-1 1 16,3 1-1-16,0-3 0 15,0 0-1-15,3 1 0 16,-2-2 0-16,1 1 1 16,1 2 1-16,3-3 9 15,-2 3-11-15,2-1 0 16,1 2 6-16,-2 1-1 15,1 1-1-15,-3 5 5 16,0 1-4-16,-2 3 0 16,0 0-1-16,-2 0-4 0,3 0 1 15,-2 5-1-15,3 7 8 16,-1 5-7-16,0-1 9 16,0 3 4-16,-3 1 2 15,0 0-3-15,-2 3 4 16,-2 2-2-16,-1-1-1 15,0 0 1-15,0-2-3 16,0-5-4-16,-1-2 0 16,-2-6 4-16,1-4 2 15,2-2-4-15,0-3 3 16,0 0 1-16,0-8-3 16,0-12-11-16,3-9-6 15,14 0-38-15,4 3-25 16,1 7-11-16,-2 9 22 0,-3 4 40 15,-1 6-35-15,-4 0 32 16,-2 2 17-16,0 9-9 16,-3-1 12-16,-1 2 1 15,0-2 0-15,-1-2-1 16,1-2 1-16,-2-1 6 16,-1-5-4-16,2 0-2 15,2 0 8-15,-2 0-2 16,0 0-6-16,-3 0-6 15,-2 0-4-15,0 0-12 16,0 8 6-16,0 9 16 0,3 3 18 16,1 1 5-1,3-2-6-15,3-1 4 16,3-4-10-16,2-8 0 0,8-6 0 16,0 0-3-16,1-3-4 15,-3-16-4 1,-4-1-54-16,-7-5 17 0,-7 0-15 15,-3-1 6-15,0 1 4 16,-15 2 8-16,-7 5 20 16,0 6 14-16,3 7 1 15,2 5 28-15,5 0-3 16,2 8-21-16,5 6-1 16,3 4-3-16,2-2 8 15,0-2 4-15,7-1 3 0,9-4-8 16,6-6 1-16,3-3-2 15,5 0-2-15,3-9 5 16,1-10-9-16,1-6-1 16,-3-3 0-16,-2-3 1 15,-3-3 4-15,-9 1-2 16,-3 4-1-16,-7 2 26 16,-5 5 35-16,-2 3-11 15,-1 7-4-15,0 6-12 16,0 4 17-16,0 2-34 15,-6 0-17-15,-5 14-2 16,-2 8-2-16,3 6 2 16,4 3 2-16,3 3-1 15,3 0 2-15,0-2 0 0,3-6-2 16,12-2 2-16,2-6 0 16,2-7-3-16,6-6 0 15,3-5 2-15,4 0 1 16,-3-17-3-16,3-7 0 15,-4-3 4-15,-1-3-10 16,-2-3 12-16,-4 2-10 16,-6-2 7-16,3 2-3 15,-8 5 2-15,-4 2 1 16,-1 6 14-16,-5 5-7 16,0 7 3-16,0 3 2 15,0 3-5-15,0 0-6 16,0 0-4-16,0 0-2 0,0 11-5 15,0 11 7-15,-3 7 0 16,-3 7 6-16,4 3-1 16,2 0 1-16,0-3 3 15,0 0 2-15,5-9 5 16,9-2-7-16,5-7 2 16,4-6-9-16,7-5 2 15,3-7 1-15,5 0-5 0,1-14-9 16,-1-8-124-1,-7 0-305-15</inkml:trace>
  <inkml:trace contextRef="#ctx0" brushRef="#br0" timeOffset="55480.7439">1070 7179 582 0,'0'0'154'0,"0"0"-112"16,0 0 62-16,0 0-35 15,0 0 28-15,0 0-9 16,0 0-46-16,-9 0-6 16,9 0-4-16,0 0-4 0,0 0-10 15,0 0-5 1,0 0-5-16,0 0-6 0,0 0-1 16,0 0-1-16,0 0 0 15,0 0-4 1,7 3 4-16,5 2 1 0,3-2 2 15,3 0-3-15,0 0 4 16,0 0 1-16,0-2-3 16,-5 1-2-16,2-2 0 15,-3 0 0-15,3 0 4 16,-2 0-2-16,2 0-2 16,-1 0 0-16,0 0-1 15,-3 0 0-15,4 5-58 16,1 1-94-16,-7 2-128 0,-7 3-245 15</inkml:trace>
  <inkml:trace contextRef="#ctx0" brushRef="#br0" timeOffset="56734.5162">1450 11390 551 0,'0'0'135'15,"0"0"-82"-15,0 0-31 16,0 0 55-16,0 0 10 16,0 0-30-16,0-7-18 15,0 7-25-15,0 0-11 0,0 0 1 16,0 0-4-16,0 0 0 15,10 0-4-15,4 0 4 16,4 0 16-16,1 0 24 16,5 0-19-16,1 0-10 15,2 0 12-15,0 0-11 16,0 0-11-16,-3 0 2 16,-2 0 3-16,2 0-6 15,2-3 5-15,2 1-5 16,0-1 0-16,-2 3-65 15,-1-2-111-15,-4 0-108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28:11.348"/>
    </inkml:context>
    <inkml:brush xml:id="br0">
      <inkml:brushProperty name="width" value="0.05292" units="cm"/>
      <inkml:brushProperty name="height" value="0.05292" units="cm"/>
      <inkml:brushProperty name="color" value="#FF0000"/>
    </inkml:brush>
  </inkml:definitions>
  <inkml:trace contextRef="#ctx0" brushRef="#br0">13416 10050 753 0,'0'0'38'16,"0"0"-5"-16,0 0 18 15,0 0 61-15,0 0 27 16,0 0-31-16,0 0-40 15,-71-22-15-15,71 20-29 16,0 2-20-16,0 0-4 16,0 0 0-16,0 0-5 15,0 0-5-15,11 14 8 0,11 6 4 16,3 1 2-16,7 1-2 16,1 0-2-16,6-1 0 15,7-6 0-15,9-3 0 16,11-4-1-16,15-4 1 15,16-3 2-15,13-1-2 16,13 0-1-16,8 0 1 16,4-1-2-16,1-8-5 15,-2 1 6-15,-10-1 2 16,-8-1-2-16,-8 1 2 16,-8-1-2-16,-5 2 1 15,-6 4-5-15,-12-1 4 16,-3 4-2-16,-10-1 2 0,-6 1 1 15,-3-2 1 1,-5 0 11-16,-6 3-11 0,-7-2 12 16,-4 2-4-16,-4 0-3 15,-5 0 6-15,-5-2-9 16,-9 1-2 0,-2-2 1-16,-7 1-2 0,-1-2-3 15,3-3 1-15,6-3-24 16,2-9-128-16,1-10-295 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28:23.067"/>
    </inkml:context>
    <inkml:brush xml:id="br0">
      <inkml:brushProperty name="width" value="0.05292" units="cm"/>
      <inkml:brushProperty name="height" value="0.05292" units="cm"/>
      <inkml:brushProperty name="color" value="#FF0000"/>
    </inkml:brush>
  </inkml:definitions>
  <inkml:trace contextRef="#ctx0" brushRef="#br0">2797 5680 437 0,'0'0'133'0,"0"0"-114"0,0 0-18 16,0 0-2-16,0 0 2 15,0 0 24-15,0 0 20 16,14 0 24-16,0 0-20 16,-2 0-25-16,-1 0 13 15,2 0 6-15,-1 0-13 16,4 0-18-16,1 0-3 16,7 0 4-16,1 0-2 15,5 0 2-15,0 0 6 16,4 0-5-16,2 8 1 15,4-3-3-15,6 2-7 16,1 2 3-16,3-1 7 0,4-1 2 16,1-2-11-16,-2-1 0 15,0 1 3-15,-2-2-7 16,2-1-2-16,0 1 0 16,2 0 6-16,3 0-4 15,0-2-1-15,5-1 1 16,-5 0-2-16,3 0 0 15,-1 0 14-15,-2 0-8 16,5 0 0-16,-1 0-5 16,-2 0-1-16,3 0 0 15,-4 0 0-15,-2 1 0 16,-2 3 2-16,-5 1-2 16,-3-1 2-16,-2 1-2 15,0-2 4-15,-5 1-3 16,-1-1 1-16,-2-3 0 0,-3 2 4 15,-1-1-4-15,0-1 1 16,-2 0 2-16,-2 1-2 16,-2 1 6-16,-4-1-6 15,-2 1 1-15,0-2-4 16,-3 0 0-16,-2 0 0 16,2 0-8-16,-5 0-54 15,4-7-112-15,-8-7-181 16</inkml:trace>
  <inkml:trace contextRef="#ctx0" brushRef="#br0" timeOffset="15884.4777">12246 10222 347 0,'0'0'76'15,"0"0"-52"-15,0 0 41 16,0 0 13-16,0 0 13 15,0 0-38-15,0 0-16 16,0 0-7-16,-4 0 14 16,4 0 4-16,-2 0-1 15,0 0-13-15,2 0-5 16,0-1-11-16,0 1 21 16,0 0-2-16,0 0-19 15,0 0-4-15,0 0-8 16,0 0 4-16,0 0-3 0,0 0 7 15,0 0-7-15,0 0 0 16,0 0-1-16,0 0 1 16,0 0-4-16,0 0 1 15,0 0 3-15,0 0-6 16,0 0-1-16,0 0 0 16,0 0-1-16,0 0 0 15,0 0 1-15,0 0-1 16,0 0-2-16,0 0-3 15,0 5 3-15,0 5-1 16,0 2 4-16,7 0 6 16,-1 0 12-16,0 3-6 15,0-1-1-15,1 1-6 0,-3 2 8 16,0-2-1 0,3 3-8-16,-2-1 1 15,2 0 3-15,-1-2 1 16,-1-2-4-16,0-1 1 0,-2-2-6 15,-1-3 6-15,1 0 1 16,0-4 3-16,-1-3-4 16,-2 2 6-16,0-2-2 15,0 0-1-15,0 0 2 16,2 0 0-16,-1 0 3 16,4 0 6-16,4-9-6 15,6-9-9-15,4-5 8 0,5 0-8 16,0 1-4-1,0 1 0-15,6-1 1 0,1 2-2 16,-1 3 0-16,3 0 0 16,-2 3-5-16,-7 0 5 15,1 1 3-15,-1 1-3 16,-3 0 0-16,-4 2-1 16,-2 3 1-16,-1 0 0 15,-2 0 0-15,-4 2-6 16,-4 3 6-16,-2-1 0 15,1 3 0-15,-3 0 2 16,1 0-2-16,-1-2 1 16,0 2-1-16,0 0 0 0,0 0-1 15,0 0-1 1,0 0-7-16,0 0-34 0,0 0-36 16,0 0-32-1,0 0-82-15,0-1-56 0,0-1-427 16</inkml:trace>
  <inkml:trace contextRef="#ctx0" brushRef="#br0" timeOffset="16902.2891">12287 10218 404 0,'0'0'75'0,"0"0"49"15,0 0-45-15,0 0-11 0,0 0 11 16,0 0 1-16,-11-8-29 16,11 8 1-16,-2 0-10 15,2 0 8-15,0 0-15 16,0 0 0-16,0 0-6 16,0 0-7-16,0 0-13 15,0 0-3-15,0 0-6 16,0 0-6-16,0 0-3 15,0 11 0-15,0 4 9 16,0 0 1 0,3 2 3-16,3 0 1 0,1-1-2 15,0 2 4-15,0-1-3 16,1 0 1-16,-2-1-3 16,4-2-1-16,-4-4 1 15,-1-3 2-15,-4-4-4 16,1-3 0-16,-1 0 0 15,1 0 0-15,1 0 1 0,4 0 2 16,5-2 6-16,3-10 4 16,4-5-1-16,3-2-8 15,4 1-1-15,8-3-3 16,4 1 1-16,-1 1-1 16,3-2 0-16,-1 2 0 15,-3 0-1-15,-5 2 2 16,-3 1-1-16,-2-1 2 15,-5 5-2-15,-3 1 0 0,-1 0 0 16,-3 4 0-16,-4-3 1 16,2 4-1-16,-4 0 1 15,-2 1-1-15,-3 2 0 16,0 1 0-16,-3 2-1 16,0 0 1-16,0 0-10 15,4 0-33-15,-4 0-50 16,1 0-61-16,-1 0 67 15,0 6-123-15,0 1-321 16</inkml:trace>
  <inkml:trace contextRef="#ctx0" brushRef="#br0" timeOffset="18564.9579">6633 11283 534 0,'0'0'195'0,"0"0"-168"16,0 0-27-16,0 0 0 0,0 0 2 15,0 0 0-15,0 0 75 16,0 0-42 0,5 0 17-16,13 2-45 0,11-1 18 15,12 0-9-15,8-1 13 16,5 0-2-16,4 2-8 15,2-2-7-15,4 5 0 16,3 1-2-16,0-1 4 16,5 1-13-16,2-2 9 15,4-1-5-15,11 0-4 16,5 0 4-16,9-3-2 16,0 1-3-16,9-1 1 15,-2 2-2-15,4-1 1 16,0 1 0-16,1 0 5 0,-3 4-4 15,-3 0 1 1,6 1-4-16,1 0 5 0,2-4-3 16,2 3 13-16,2-5-12 15,-4 0 16-15,1-1-1 16,-4 0-11 0,-1 0 7-16,-7 0-10 0,0 0 2 15,-6-1 3-15,-1-6-5 16,2 2-2-16,-5-1 8 15,-2-2-8-15,-4 1-4 16,-4-3 4-16,-7 3-2 16,-6-1 6-16,-6 3-8 15,-10 3 8-15,-1 2-3 0,-7-2 0 16,-3 1-1-16,-3-1 5 16,-5 0-1-16,-3-1-3 15,-5 3-1-15,-1-1 1 16,-5 1 0-16,1 0-1 15,-5 0-1-15,1 0-1 16,0 0-36-16,-1 0-65 16,-1 0-91-16,-5-3-138 15</inkml:trace>
  <inkml:trace contextRef="#ctx0" brushRef="#br0" timeOffset="22974.9726">16698 9293 752 0,'0'0'105'16,"0"0"-79"-16,0 0 23 16,0 0 98-16,0 0-10 15,0 0-53-15,0 0-22 16,3-5-27-16,-3 5-3 0,0 0-11 16,0 0-2-16,0 0-9 15,-1 0-10-15,-17 8-1 16,-12 12 1-16,-10 10 1 15,-9 5 0-15,-3 3 2 16,1 1 1 0,2-2-3-16,2 3-2 0,4-4-5 15,3 3 6-15,3-1 0 16,5-4 0-16,2 0 0 16,2-1 0-16,0-5-1 15,-1-1 2-15,2-4-4 16,4-3 4-16,2-6-1 15,6-1 5-15,4-9-4 16,4 3 0-16,4-6-1 0,2-1 0 16,1 0 0-16,0 0-1 15,0 0 1-15,0 0 0 16,0 0 1-16,0 0-2 16,0 0 2-16,0 0-1 15,0 0 1-15,0 0 0 16,0 0-1-16,0 0-1 15,0 0-4-15,0 0-5 16,0 0-1-16,0 0-12 16,0 0-5-16,0 0-6 15,0 0 11-15,0 0-12 16,0 0 16-16,0 3-1 16,1 0 15-16,4 0 4 0,0 0-6 15,-2 1 7 1,-1-3 0-16,-1 1 5 0,-1-1-4 15,0-1 0-15,2 0-1 16,-2 1 1-16,1 2 2 16,2 2 2-16,3 4 4 15,1 3 0-15,1 2 7 16,1 4-5-16,-1 6-4 16,2 4 6-16,-1 6-1 15,0 2 3-15,0 6-5 16,0 0-1-16,0 2 7 15,-2 1-5-15,2 2-1 0,-3 3-2 16,2 7 3 0,-4 0-2-16,-1 5 2 0,-3-1 0 15,1-3 1-15,-1-5-4 16,0-3 10-16,0-8-8 16,0-6-7-16,2-7 5 15,-2-8-1-15,2-8 2 16,-2-6-8-16,0-5 2 15,0-1-1-15,1-1 2 16,-1 0-1-16,3 0 1 16,-3 0-4-16,1-7-12 15,-1-13-30-15,2-6-38 16,1-4-54-16,1-7-149 0,0-6-396 16</inkml:trace>
  <inkml:trace contextRef="#ctx0" brushRef="#br0" timeOffset="23940.9551">16740 9300 389 0,'0'0'235'0,"0"0"-107"16,0 0-102-16,0 0 57 15,0 0 14-15,0 0-27 16,-6-12-9-16,6 12-48 15,0 0-10-15,0 2-1 16,6 13 0-16,12 4 95 16,2 7-57-16,2 2-3 15,3 3-7-15,0 3-2 16,0-1-3-16,2 5-10 16,-3-3 2-16,4 0-16 15,-3 2 9-15,3-2-4 0,-1 0 6 16,1-2 0-1,0-2-6-15,-3-4 2 0,-1-5 3 16,-2-2-4-16,-6-3-1 16,-2-3-6-16,-4-5 4 15,-2 2-2-15,-1-5-1 16,-3-1-1-16,-1-2 2 16,1-2-2-16,-4 1 0 15,0-2 1-15,0 0-1 16,0 0 0-16,0 0-4 15,0 0-1-15,0 0-10 16,0-4-33-16,0-8-62 0,-2 2-26 16,-3 2-151-16,1 1-388 15</inkml:trace>
  <inkml:trace contextRef="#ctx0" brushRef="#br0" timeOffset="24601.198">17191 9883 155 0,'0'0'414'0,"0"0"-309"15,0 0-26-15,0 0-27 0,0 0 58 16,0 0-21-16,0-9-45 16,0 9-12-16,0 0-32 15,0 11 8 1,0 7 31-16,0 4 11 0,0 3-8 16,-3 3 14-16,0 3-27 15,-3 0 19-15,1 5-16 16,-2 3 2-16,2 2-11 15,-1-1-6-15,-1 1-10 16,1 2 6-16,3-1-7 16,0 0-1-16,0-1-1 15,3-2 3-15,0-7-2 16,0-1 8-16,0-6-4 0,0-4-8 16,0-6 1-1,0-3-1-15,0-5 4 0,0-2-5 16,0-4 1-16,0-1-2 15,0 0 2-15,0 0-1 16,0 0 0-16,0 0-6 16,0 0-14-16,0 0-4 15,0 0-19-15,0 0-37 16,-2 0-80-16,-1 4-164 16,-1 0-222-16</inkml:trace>
  <inkml:trace contextRef="#ctx0" brushRef="#br0" timeOffset="25237.0332">17123 10679 271 0,'0'0'432'16,"0"0"-374"-16,0 0 12 16,0 0 23-16,0 0-21 15,0 0-33-15,-23 15-7 0,10 1 2 16,0 2 5-1,-3 3-8-15,0 4 2 0,-4 0 11 16,2 0-15-16,-1 0-10 16,0-2 1-16,0 2-4 15,0-3-4-15,-1 3 0 16,-3 6 4-16,-6 0-4 16,-2 6 1-16,-3-2 3 15,-2-1-7 1,5-4 2-16,7-4-4 0,3-5-6 15,6-4 3-15,5-5 1 16,4-7-5-16,4-2 0 16,2-3-1-16,0 0-3 15,0 0-6-15,0 0-15 16,0 0-13-16,0 0-36 16,0 0-62-16,0-7-172 15,-11 0-371-15</inkml:trace>
  <inkml:trace contextRef="#ctx0" brushRef="#br0" timeOffset="25913.3072">16262 10992 606 0,'0'0'121'15,"0"0"-108"1,0 0 19-16,0 0 67 0,0 0-39 15,0 0-18-15,11 0-34 16,0 0 101-16,4 6-41 16,0 1-26-16,7 3 18 15,2 2-45-15,3 1 13 16,6 3 3-16,-3 2-5 16,1 1-9-16,-1 2-10 15,-2-3 2-15,0 1 0 0,-1-5-2 16,-2 3 3-1,-2-5 3-15,-4-2-10 0,-4-3 0 16,-3-1 0-16,0-4 6 16,-6 0-7-16,0-1 0 15,0-1 1 1,-1 0-1-16,2 0 2 0,-1 0-4 16,-2 0 0-1,1-5 0-15,-1-1-19 0,-2-4-31 16,-2-1-34-16,0-2-70 15,0-5-217-15</inkml:trace>
  <inkml:trace contextRef="#ctx0" brushRef="#br0" timeOffset="26619.7193">16306 10120 648 0,'0'0'109'0,"0"0"-56"15,0 0 36 1,0 0-17-16,0 0-19 0,0 0-30 16,-3 17 8-16,3 7 73 15,0 5-50-15,5 0-20 16,4 3-9-16,0 2 6 16,1 0-1-16,0 4-3 15,0 1-4-15,-1-2-10 16,-1-1 1-16,0-5-2 15,-5-6-3-15,4-5-1 0,-3-7-5 16,-2-6 0-16,1-7-3 16,-3 0 1-16,2 0 1 15,-2 0-2-15,1-2-1 16,4-15-28-16,-1-7-70 16,4-6-39-16,3-1-136 15,0 0-252-15</inkml:trace>
  <inkml:trace contextRef="#ctx0" brushRef="#br0" timeOffset="27311.3922">16743 9716 621 0,'0'0'103'0,"0"0"-75"15,0 0 42-15,0 0 25 16,0 0-23-1,0 0-30-15,-7 0-34 0,7 10-6 16,0 4 38-16,7 3-7 16,8 0 11-16,2 5-7 15,3-1 16-15,2 1-8 16,0 0-17-16,0 0-7 16,-3-2 4-16,-4-1-11 15,0-5-10-15,-3 1-3 16,-1-2 2-16,-1-2-2 15,-4-1-2-15,0-1-14 16,0-3-52-16,-3 1-65 0,-1 0-123 16,-2-1-207-16</inkml:trace>
  <inkml:trace contextRef="#ctx0" brushRef="#br0" timeOffset="27971.2076">16974 10614 693 0,'0'0'91'16,"0"0"-20"-16,0 0 15 15,0 0 1-15,0 0-10 16,0 0-26-16,-86 48-9 16,62-25 7-16,-4 3-10 15,1 3-15-15,-3 2 14 16,0 1-14-16,-1 1-4 16,1-1-3-16,3-3-6 15,5-3 1-15,4-6 0 0,2-5-5 16,8-5-3-16,5-3-3 15,0-5-1-15,3-1-1 16,0-1 1-16,0 0-1 16,0 0-2-16,0 0-22 15,0 0-24-15,2-1-42 16,8-11-148-16,-1-3-222 16</inkml:trace>
  <inkml:trace contextRef="#ctx0" brushRef="#br0" timeOffset="29777.3772">16792 9310 568 0,'0'0'279'15,"0"0"-242"-15,0 0 22 16,0 0 104-16,0 0-82 16,0 0-1-16,0 0-33 15,0 0 9-15,-46-41-34 16,43 26 4-16,-1-2-15 15,1-2 4-15,1 0 0 16,-1-6-15-16,2-1 9 0,1 1-7 16,0-1 0-1,0 5-1-15,0 4-1 16,0 7 0-16,0 4 1 0,0 5-1 16,0-1 0-16,0 2-21 15,3 0-48-15,7 0-34 16,6 0-138-16,-2 13 5 15,-2 3-307-15</inkml:trace>
  <inkml:trace contextRef="#ctx0" brushRef="#br0" timeOffset="30446.836">17179 9886 727 0,'0'0'156'0,"0"0"-118"0,0 0-29 16,0 0 54 0,0 0 57-16,0 0-62 0,65-50-31 15,-37 32 1 1,0-1-13-16,-1-1 13 0,1 3-9 16,-5 2-11-16,-2 3-5 15,-2 3 1-15,-3 2-3 16,-4 3-1-16,-3 3 0 15,-2-1 0-15,-1 2-32 16,-1 0-30-16,-1 0-77 16,-3 0-42-16,-1 0-110 15,0 6-304-15</inkml:trace>
  <inkml:trace contextRef="#ctx0" brushRef="#br0" timeOffset="31123.6804">17100 10643 714 0,'0'0'161'16,"0"0"-105"-16,0 0-26 15,0 0 19-15,0 0 30 16,0 0-16-16,21 8 26 15,3-2-36-15,2 4 3 0,3 2-30 16,-2 3-16 0,-2 5-3-16,-1 3-4 0,-5 4 3 15,-1-1-6-15,-4 1 3 16,-3-2-3-16,-2-3-3 16,-3-6-36-16,-1-4-72 15,-2-7-97-15,-2-5-124 16</inkml:trace>
  <inkml:trace contextRef="#ctx0" brushRef="#br0" timeOffset="31947.4778">16782 11276 643 0,'0'0'254'0,"0"0"-221"0,0 0-23 16,0 0 2-16,0 0 74 15,0 0 23-15,-1 59-70 16,1-42-18-16,0 0-3 15,0-1-10-15,0-3-3 16,0-1-5-16,0-5-7 0,0-2-53 16,0-2-130-1,-8-3-53-15</inkml:trace>
  <inkml:trace contextRef="#ctx0" brushRef="#br0" timeOffset="32490.8419">16197 11050 839 0,'0'0'45'0,"0"0"4"15,-80 43 48 1,41-24 29-16,-4 1-44 0,-3 1-40 16,4-1-9-16,6-1-17 15,7-5-10-15,7-5-6 16,10-3 0-16,2-1-9 16,7-5-49-16,0 0-120 15,0 0-125-15</inkml:trace>
  <inkml:trace contextRef="#ctx0" brushRef="#br0" timeOffset="33199.953">16002 9925 786 0,'0'0'102'15,"0"0"54"-15,0 0-62 16,0 0-3-16,0 0-22 0,0 0-3 16,-68-50-31-16,39 39-11 15,-8-1-9-15,-19-4-14 16,-9 1 0-16,-11-2 0 15,-9 2 0-15,3 2-2 16,2 2 0-16,8 3-34 16,9 3-52-16,9-2-79 15,9-2-190-15</inkml:trace>
  <inkml:trace contextRef="#ctx0" brushRef="#br0" timeOffset="48114.8116">6401 15793 377 0,'0'0'33'0,"0"0"-21"16,0 0-11-16,0 0 57 0,0 0 22 16,0 0-46-16,0 0-16 15,0 0 5-15,33 1 56 16,-14 2-42-16,4 2-17 15,4 0 4-15,3 1 8 16,5 1-7-16,2-3-1 16,4-1 6-16,9 0-8 15,5-2-3-15,5 1-4 16,4 1 8-16,0-3-12 16,2 1-2-16,-5-1-9 15,0 0 11-15,-4 0-4 16,-4 0-5-16,-6 0-1 15,-6 0 1-15,-8 0-2 0,-8 0 1 16,-6 0 3-16,-6 0-4 16,-7 0 0-16,-3 0-6 15,-3 0 6 1,0 0 3-16,0 0-3 0,0 0-71 16,-3 0-103-16,-19 0-291 15</inkml:trace>
  <inkml:trace contextRef="#ctx0" brushRef="#br0" timeOffset="48343.2009">6987 15917 687 0,'0'0'70'0,"0"0"-21"15,0 0-49-15,0 0 0 16,0 0 14-16,0 0 36 15,79 3 0-15,-39-3-21 16,2 0-19-16,4 0-10 16,5 0 0-16,1 0 1 15,6 0-1-15,2 0-71 16,2 0-96-16,4-4-377 16</inkml:trace>
  <inkml:trace contextRef="#ctx0" brushRef="#br0" timeOffset="53685.5356">20945 14651 575 0,'0'0'141'0,"0"0"-76"16,0 0-7-16,0 0 23 15,0 0-7-15,0 0 3 16,0 0-2-16,0 0-35 16,-13-26-10-16,13 26-6 15,0 0-7-15,0 0-15 16,-2 0 4-16,1 0-4 16,1 0 0-16,-2 3-1 15,2 9 6-15,-1 2 9 16,1 4-5-16,0 1-9 0,0 3 8 15,0 5-5 1,0 1 0-16,4 4-3 0,2-2 1 16,0 1 6-16,0-2-9 15,-3-3 1-15,-3-3 0 16,0 0-1-16,0 1 0 16,-3-2 2-16,-7-5-2 15,1 0 2-15,0-5-2 16,-2 2 0-16,4-6-3 15,5 0-30-15,1-1-32 16,-1-1-116-16,1-3-75 16,-1-3-335-16</inkml:trace>
  <inkml:trace contextRef="#ctx0" brushRef="#br0" timeOffset="55927.0146">5674 15712 651 0,'0'0'89'0,"0"0"-49"16,0 0-27-16,0 0 44 15,0 0 41-15,0 0-14 16,-37-29-28-16,31 26-7 16,-2 2-15-16,0 1-14 0,-3 0-6 15,-4 0 16-15,-3 11-18 16,-7 14-7-16,-5 8 0 15,-6 12 3-15,0 9 2 16,4 5 1-16,3 5-3 16,10 3-5-1,6-2 11-15,13-2-12 0,0-2 0 16,15-1-2-16,14 0 7 16,13-2-7-16,9-1-1 15,12-4 0-15,11-2-3 16,7-1-48-16,10-2-77 15,10-1-114-15,5-9-88 16,7-7 123-16</inkml:trace>
  <inkml:trace contextRef="#ctx0" brushRef="#br0" timeOffset="60031.6302">6365 16600 308 0,'0'0'113'0,"0"0"-66"16,0 0 7-16,0 0-20 15,0 0 18-15,0 0 61 16,0 0-55-16,0-5-18 16,0 5-16-16,0 0-8 15,0 0-12-15,0 0-4 16,0 0 1-16,0 0 0 16,0 0 3-16,0 0 0 0,3 0 4 15,13 0 19-15,4 0-13 16,1 0 24-16,8 0-35 15,3 0 2-15,2 0-3 16,6 0 0-16,2 0 11 16,7 8-7-1,8-1 9-15,10 1-3 0,5 1-1 16,8 0-7-16,8-2 1 16,-1-2-5-16,4 1 5 15,1-1-5-15,-1-2 1 16,6 1-1-16,3 0 7 15,3-1-7-15,4 1-1 16,5-2 1-16,-1-1 1 16,2-1-1-16,1 2-3 15,-1-1 2-15,-1-1 2 0,-4 2-1 16,0 3 10-16,-1-2-10 16,1 3-2-16,-1 1 2 15,-4-3 1-15,0 2-1 16,-5 1-6-16,-1-1 5 15,0-2 1-15,0 1-11 16,0-2 11-16,-2-1 4 16,-1-2-2-16,2 0-4 15,7 0-1-15,4 0 3 16,5 0 0-16,-1 0-1 16,-3-5-14-16,-10 3 6 15,-5-1 7-15,-8 0 2 16,-10 0 0-16,-4 0-1 15,-5-2 1-15,-5 2 0 16,-4-1-2-16,-8-2 4 0,-4 4 0 16,-5 0 0-16,-7-1 9 15,-1 1-4-15,-7 1 4 16,-6 1 5-16,-5 0-13 16,-4 0 4-16,-7 0-5 15,-2 0-2-15,1 0-12 16,-1 0-25-16,0 0-88 15,-1-3-94-15,0-3-364 16</inkml:trace>
  <inkml:trace contextRef="#ctx0" brushRef="#br0" timeOffset="61162.7153">4818 17645 242 0,'0'0'31'0,"0"0"-5"0,0 0-26 16,0 0 14-16,0 0 30 15,0 0 29-15,-9 6-1 16,8-3-5-16,-4-3-12 0,2 1-20 16,-1 4-21-1,4 0-10-15,-3-5 1 16,3 5 0-16,0-1 1 16,0 6-4-16,0 0-2 0,1 0 8 15,13 2-5-15,2 1 9 16,5-1-12-16,3 3-2 15,4-2 2-15,8-1 11 16,7 1-11-16,11-2 33 16,16 0 0-16,15 0-26 15,9-5-1-15,13 1 2 16,11-1-6-16,9-2-2 16,13 1 1-16,7-2 4 15,3 2-2-15,7 2 10 16,3 1-7-16,6-1-5 15,7 2 2-15,2 2-3 16,2-1 0-16,-7 0 3 0,-3 1-3 16,-4-2-1-1,-9 1-1-15,-3 0 4 16,-10 1-2-16,-8 0 1 0,-11-3-2 16,-10 1 2-16,-12-3-1 15,-15-2 1-15,-15-3-1 16,-13-1 0-16,-14 0-14 15,-12 0-27-15,-5 0-38 16,-10 0-160-16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29:44.584"/>
    </inkml:context>
    <inkml:brush xml:id="br0">
      <inkml:brushProperty name="width" value="0.05292" units="cm"/>
      <inkml:brushProperty name="height" value="0.05292" units="cm"/>
      <inkml:brushProperty name="color" value="#FF0000"/>
    </inkml:brush>
  </inkml:definitions>
  <inkml:trace contextRef="#ctx0" brushRef="#br0">2776 8799 734 0,'0'0'12'0,"0"0"13"16,0 0 0-16,0 0 22 15,0 0 28-15,0 0-1 16,0 0 46-16,0 0-64 15,-44 0-29-15,44 0-8 16,0 0-2-16,-2 0-4 16,2 0-6-16,0 0-1 15,0 0-6-15,0 0 0 0,0 0-11 16,2 5 4 0,14 0 7-16,9 2 2 15,5-2 2-15,7-1-1 16,4-1 4-16,6 0-2 0,2-3-2 15,1 0 1-15,-4 0-3 16,-4 0 4-16,-6 0-4 16,-8 0 0-16,-4 0-1 15,-11 0 2-15,-6 0-1 16,-5 0-1 0,1 0 1-16,-3 0-1 0,0 0 0 15,0 0-45-15,0-5-71 16,0-3-114-16,-8-6-467 15</inkml:trace>
  <inkml:trace contextRef="#ctx0" brushRef="#br0" timeOffset="514.2822">2936 8665 761 0,'0'0'26'0,"0"0"5"16,0 0-28-16,0 0 3 0,0 0 32 16,0 0 3-16,-5 4-27 15,5-2-8-15,10 1 0 16,10-1 46-16,4 3-9 15,3 0-23-15,4 2 2 16,2 3 6-16,0 2-21 16,1 2 1-16,2 3 5 15,-2 2-8-15,1-2-2 16,-3 3 9-16,-5 2-11 16,-1-2 2-16,-6 3 3 15,-6 0-1-15,-4 0 2 16,-8 1 1-16,-2 3-2 0,0 3 11 15,-21 1 11 1,-4 0-7-16,-2-2-1 0,-3-3-4 16,0 0-14-16,0-6 3 15,3-3-3-15,1-3 3 16,3-6-4-16,7-3-1 16,1-2 3-16,4-1 3 15,1-2-6-15,7 0-6 16,3 0-66-16,0 0-130 15,0-2-107-15</inkml:trace>
  <inkml:trace contextRef="#ctx0" brushRef="#br0" timeOffset="6078.6422">5637 10140 478 0,'0'0'103'15,"0"0"-67"-15,0 0 17 16,0 0 13-16,0 0 29 16,0 0-8-16,0 0-36 15,0-17-13-15,0 16-27 16,0-1 4-16,0 2 22 15,0 0-11-15,0 0-3 16,0 0 8-16,0 0-19 16,0 0-2-16,0 0 1 15,0 0-8-15,0 0-3 16,0 0-2-16,0 0 1 16,0 0 1-16,0 0-1 0,0 0-4 15,0 0 1-15,0 0 4 16,12 0 1-16,-2 0-1 15,3 0 0-15,1 0 4 16,0 0-1-16,-1 0-3 16,-1 3 0-16,3 0 0 15,0 1 0-15,1 1 2 16,2-1-2-16,0 1 1 16,-6 2-1-16,4-1 4 15,-2-1-10-15,2 1 14 16,-2 0-8-16,0-2 0 15,-4 0-2-15,0-1 2 16,3 2 1-16,-2-2-1 16,-1-3 3-16,2 2-2 0,2-1 3 15,0-1-4 1,0 0 0-16,1 0 5 0,0 0 1 16,-2 0-5-16,1 0-1 15,-5 0 1-15,2 2-2 16,-2-1 2-16,-2 2-2 15,3 0 0-15,-6-2 1 16,1 3-4-16,-1-4 11 16,-1 2-8-16,0-1 2 15,-2 1-2-15,1-1-5 16,-2-1 6-16,0 0 0 16,0 0 9-16,0 0-3 15,0 0 7-15,0 0 5 0,0 0-9 16,2 0-5-16,-2 0-2 15,0 0-1-15,0 0-1 16,0 0 0-16,0 0-1 16,0 0-3-16,0 0-16 15,0 3-54-15,0 0-78 16,0-1-42-16,0-2-206 16</inkml:trace>
  <inkml:trace contextRef="#ctx0" brushRef="#br0" timeOffset="7862.2315">5524 10038 474 0,'0'0'65'16,"0"0"-27"-16,0 0 50 16,0 0-7-16,0 0-39 15,0 0 67-15,-15-18-53 16,15 18-1-16,-2-1 4 16,2 1-17-16,0 0-40 15,0 0 8-15,0 0-10 16,0 0-4-16,2 2 4 0,11 8 0 15,5 2 6 1,6-2 0-16,1-1-3 0,5 0 9 16,3-4-3-16,1 1-1 15,0-4-1-15,1 0 3 16,-4-2-5 0,-4 0-1-16,-2 0-2 0,-5 0-2 15,-2 0 3-15,-6 0 0 16,-1-2-2-16,-3 0 1 15,-2 1-1-15,0-1-1 16,-2 0 1-16,1 2 1 16,-4 0-2-16,2-1 0 15,0 1 0-15,0-1 0 16,0 0 0-16,2-1-6 16,-1 2-83-16,2 0-90 15,2-1-20-15,-4-2-323 16</inkml:trace>
  <inkml:trace contextRef="#ctx0" brushRef="#br0" timeOffset="8467.1981">6548 10101 511 0,'0'0'171'0,"0"0"-145"0,0 0-7 15,0 0 60-15,0 0 22 16,0 0-70-16,-13 0 6 15,13 0-27-15,0 5-9 16,0 2-1-16,7 3 32 16,7 2 9-16,8-3-5 15,2-2-1-15,7-2 2 16,1-1-9-16,-1-3-15 16,3-1-1-16,-5 0 4 15,-4 0 0-15,-3 0 0 16,-4-5-3-16,-1-2-5 15,-5 1 1-15,-2 2-2 16,-4 0-5-16,-5 1 4 0,1 3-2 16,-2 0-4-16,0 0-2 15,0-2-33-15,1 2-36 16,3 0-86-16,3-3-101 16,3 2-133-16</inkml:trace>
  <inkml:trace contextRef="#ctx0" brushRef="#br0" timeOffset="9019.72">7345 10137 667 0,'0'0'83'0,"0"0"-70"16,0 0 62-16,0 0 4 0,0 0-13 16,0 0-34-16,7 7-29 15,7-2 17-15,5 2 54 16,6-1-39 0,1 0-13-16,2 0 9 0,4-2 4 15,-4-3 17-15,5-1-34 16,-2 0 2-16,-3 0 8 15,1 0 8-15,-7-5-11 16,0-3-13-16,-7 2 4 16,0 0-8-16,-9 3-7 15,-1 1 9-15,-5 2-2 16,0 0-6-16,0 0 10 0,0 0-7 16,0-2-5-16,0 1-5 15,0-2-7 1,4-3-28-16,-1 1-53 0,6-4-65 15,0-1-226-15,5-2-403 16</inkml:trace>
  <inkml:trace contextRef="#ctx0" brushRef="#br0" timeOffset="9519.9046">8307 10160 586 0,'0'0'50'15,"0"0"-26"-15,0 0 52 16,0 0 19-16,0 0 3 16,0 0-13-16,-5 0-40 0,5 0 2 15,0 0 11-15,0 0-34 16,0 1-4-16,10 0 27 15,13 2 11-15,1-3-5 16,4 0-27-16,2 0-17 16,3 0 8-16,0 0-5 15,0 0-2-15,-2 0-1 16,-1 0-9-16,0 0 2 16,-5 0-1-16,-4-3-1 15,-6 1 2-15,-3 1 0 16,-2-2-2-16,-4 3-22 15,-1-2-37-15,-2 0-94 0,-3-1-183 16</inkml:trace>
  <inkml:trace contextRef="#ctx0" brushRef="#br0" timeOffset="11698.8834">9686 10154 695 0,'0'0'43'15,"0"0"-28"-15,0 0 20 16,0 0 65-16,0 0-38 16,0 0-5-16,0 0-37 15,-2 0-10-15,7 2 0 0,9-1 45 16,4-1-8-16,3 2-11 16,7-1-15-16,4 0 10 15,3 0-21-15,7 2 5 16,7-2-7-16,10 1-7 15,9-2 1-15,5 0 2 16,3 0 6-16,0-6-8 16,2-4-1-16,-1 0-1 15,0 0 0 1,-7 3 4-16,-10 4-3 0,-10 3 3 16,-11 0-4-16,-8 0 0 15,-7 0-3-15,-8 0 3 0,-2 0 0 16,-8 0 0-16,-2 0 0 15,-2 0-1-15,-2 0-6 16,0 0-2-16,0 0-29 16,1 0-12-16,1 0-81 15,4 0-47-15,0 0-69 16,1-12-270-16</inkml:trace>
  <inkml:trace contextRef="#ctx0" brushRef="#br0" timeOffset="17024.5768">9957 11249 432 0,'0'0'16'0,"0"0"8"16,0 0 26-16,0 0 59 0,0 0-4 16,0 0-37-16,0 0-19 15,0 0 7-15,-48-19-12 16,48 19 29-16,-2 0-13 15,2 0-29-15,-1 0-19 16,1-1-9-16,0 1 0 16,0 0-3-16,0 0-4 15,0 0 3-15,3 7 1 16,10 3 1-16,4-3 6 16,3 0-5-16,6-2 7 15,8-2-6-15,5-2 5 16,6-1 2-16,2 0-10 15,3 0 3-15,2 0-3 16,8 0 1-16,1 0-2 0,3 0-3 16,6-4 4-1,-3-1 7-15,-3 0-7 0,-7 5 0 16,-6-2-8-16,-5 2 16 16,-6-3-8-16,-1 1 0 15,-7 0 1-15,-5-4 0 16,-4 4-1-16,-7-1 5 15,-4 1 2-15,-4 1 8 16,-4-1-1-16,-1 2 3 16,-3 0-12-16,0 0 10 15,0-1-14-15,0 1 1 16,0 0-4-16,0 0 3 0,2 0-2 16,-2 0-3-16,3 0-1 15,-1 0 4-15,2 0-21 16,-1 0-16-1,-3 0-36-15,0 0-77 0,0 0-13 16,0-8-121-16</inkml:trace>
  <inkml:trace contextRef="#ctx0" brushRef="#br0" timeOffset="20325.4381">6535 11211 379 0,'0'0'188'16,"0"0"-154"-16,0 0 67 15,0 0 1-15,0 0 1 16,0 0-60-16,-19 0 31 16,19 0-40-16,0 0 27 15,-2 0-22-15,-1 0-1 16,3 0-10-16,0 0-9 15,0 0-19-15,0 0-5 16,0 0-12-16,14 0 17 16,9 4 1-16,1 0 5 0,0-2 1 15,0-1-5-15,0-1 8 16,0 0-3-16,1 0-6 16,-1 0 2-16,-3 0 5 15,3-1-6-15,-4-3 0 16,0-2-1-16,-5 1 5 15,1 0-6-15,-5 2 0 16,-2-1-2-16,-3 3-2 16,1-2-1-16,-3-2-34 15,1 2-21-15,-3-2-97 16,5-1-23-16,-5-2-125 16</inkml:trace>
  <inkml:trace contextRef="#ctx0" brushRef="#br0" timeOffset="20755.7238">6569 11286 365 0,'0'0'127'15,"0"0"-125"-15,0 0 7 16,0 0 48-16,0 0 68 16,0 0-62-16,9 0-3 15,3 0-14-15,0 0 0 16,7 0 4-16,-2 0-18 0,4 0-17 16,1 0-11-1,-1-4-8-15,3-2 4 0,-3-1-19 16,1 0-105-16,-7-2-137 15</inkml:trace>
  <inkml:trace contextRef="#ctx0" brushRef="#br0" timeOffset="24015.5448">13932 7864 692 0,'0'0'77'0,"0"0"13"0,0 0-19 15,0 0 82-15,0 0-27 16,0 0-47-16,-17-14-45 16,17 14-14-16,0 0-4 15,0 0-2-15,0 10-11 16,0 11 0-16,0 9 37 15,0 1-6-15,0 1-22 16,0 0 6-16,3 1-6 16,2-2-8-16,1-1 2 15,-3-6-3-15,2-4-3 16,-2-6 3-16,-1-7-2 0,-1-4-1 16,-1-3 1-16,0 0 5 15,0 0 4-15,0-14 0 16,0-14-9-16,0-8 1 15,0-3-2-15,0-1-5 16,0-2 5 0,0 1-4-16,0 0-5 0,0 4 5 15,0 8-2-15,2 4 6 16,10 4-10-16,0 4 7 16,0 3-6-16,3 2 3 15,0 5 2-15,4 2 1 16,-2 3 3-16,1-1 1 0,-1 3-1 15,3 0-5 1,-3 0 3-16,2 13 2 0,-2 4-1 16,0 6 2-16,-1 2-1 15,-4 3 1-15,-2 1 2 16,-5 3 0-16,-4-3-1 16,-1 0-1-16,0-2-1 15,0-3 6-15,0-2-6 16,-6-3-40-1,1-4-74-15,-4-8-84 0,-1-7-213 16</inkml:trace>
  <inkml:trace contextRef="#ctx0" brushRef="#br0" timeOffset="24186.0884">14079 8006 842 0,'0'0'141'0,"0"0"-109"15,0 0-16-15,0 0 33 16,0 0-10-16,0 0-26 16,70-10-13-16,-25 0-112 15,1-4-181-15</inkml:trace>
  <inkml:trace contextRef="#ctx0" brushRef="#br0" timeOffset="24591.0072">14513 7874 850 0,'0'0'136'0,"0"0"-78"16,0 0 38-16,0 0 32 15,0 0-40 1,0 0-51-16,51-24-26 0,-21 13-4 16,3-1-4-16,0 4-1 15,-2-1-2-15,-3 6-5 16,-4-1-80-16,-3 4-53 16,-12 0-108-16,-8 4-100 15</inkml:trace>
  <inkml:trace contextRef="#ctx0" brushRef="#br0" timeOffset="24834.3652">14557 8139 805 0,'0'0'159'0,"0"0"-150"16,0 0 33-16,0 0 124 15,0 0-70-15,0 0-64 16,68-6-14-16,-48 4-15 16,-1-3 4-16,-3 3-7 15,2-1-12-15,0 0-57 16,0 2-108-16,-3-4-119 16,0 3-264-16</inkml:trace>
  <inkml:trace contextRef="#ctx0" brushRef="#br0" timeOffset="25867.6028">15049 7800 739 0,'0'0'151'0,"0"0"-49"15,0 0 17-15,0 0-31 0,0 0-6 16,0 0-28-16,49-22-10 16,-19 19-8-16,1-1-14 15,-1-1-11-15,0 0-9 16,-6 4 0-16,-5-4-2 16,-1 4-7-16,-8-1-43 15,-2-1-74-15,-8 3-141 16,0-3-88-16</inkml:trace>
  <inkml:trace contextRef="#ctx0" brushRef="#br0" timeOffset="26127.9073">15160 7792 413 0,'0'0'405'0,"0"0"-292"0,0 0-19 16,0 0 11-1,0 0-36-15,0 0-38 0,-4 47 37 16,4-22-11-16,0 1-7 16,0 3-13-16,0 1-13 15,0-2-2-15,0 1-10 16,0-6-3-16,0-3-8 16,0-4-1-16,0-3-1 15,4-6 0-15,1 1-47 16,-1-8-87-16,-4 0-234 0,0-11-570 15</inkml:trace>
  <inkml:trace contextRef="#ctx0" brushRef="#br0" timeOffset="29991.8182">14172 8533 113 0,'0'0'468'0,"0"0"-340"15,0 0-89-15,0 0 69 16,0 0 43-16,0 0 7 16,1-15-84-16,-1 15-31 15,0 0-5-15,-1 0-28 16,-10 3-4-16,-5 14 1 15,-1 5-6-15,-2 4 13 16,4 1 0-16,5 2 10 16,4-5-15-16,6 0-6 0,0-4-3 15,0-6 0 1,13 0 0-16,4-6 6 16,5-4-3-16,0-4 1 15,1 0-4-15,-2 0-3 16,-1-4-17-16,-4-6 0 0,-5 0 0 15,-6-3 10-15,-2 1-1 16,-3 1 7-16,0-1 3 16,0 2-6-16,0 2 9 15,3 2-4 1,3 1-5-16,4 2 3 0,1 1-1 16,-1 2 5-16,3 0-2 15,-2 0 1-15,0 5-6 16,0 9 7-16,-2 4 2 0,-3 2 9 15,-4 3 5 1,-2-3 2-16,0 1-6 16,0-1-2-16,-5-4 6 0,-1-6-3 15,0 0-10-15,5-6 2 16,-2-3-4-16,3-1-1 16,0 0 0-16,0 0-24 15,0-7-61-15,0-7-272 16,0-2-230-16</inkml:trace>
  <inkml:trace contextRef="#ctx0" brushRef="#br0" timeOffset="30948.2781">14657 8585 450 0,'0'0'371'0,"0"0"-358"16,0 0-9 0,0 0 80-16,0 0 35 0,0 0-29 15,-6 9-57-15,10-7-10 16,9 1 36-16,1-3-19 15,4 0-22-15,-3 0-2 16,3 0 0-16,-5 0-12 16,-1-3-4-16,0 0-13 15,-4 0-51-15,2 1-73 16,-6 2-110-16,-4 0-104 16</inkml:trace>
  <inkml:trace contextRef="#ctx0" brushRef="#br0" timeOffset="31225.8649">14673 8757 408 0,'0'0'319'0,"0"0"-305"0,0 0 8 15,0 0 95-15,0 0-1 16,0 0 6-16,27 0-48 15,-8 0-15-15,2 0-23 16,0 0-8-16,-4 0-17 16,2 0 1-16,-4 0-8 15,1-1 1-15,-2-2-5 16,0 0-31-16,-3 2-29 0,1-2-69 16,-3-3-150-1,-3-1-318-15</inkml:trace>
  <inkml:trace contextRef="#ctx0" brushRef="#br0" timeOffset="31727.5763">15193 8571 500 0,'0'0'267'16,"0"0"-174"-16,0 0-8 15,0 0 55-15,0 0-17 16,0 0-83-16,-35-1-10 16,21 1-22-16,2 9 1 15,0 4 22-15,-1 2-8 16,2 2 2-16,1 2 0 16,3 1-10-16,-1-1 12 15,5 2-5-15,2 0-4 0,1-4-16 16,0 2 5-16,4-4-4 15,10-2 1-15,4-2-1 16,5-5 5-16,9-2-8 16,3-4 2-16,2 0-2 15,1 0 5-15,-1-10-5 16,-2-4-22-16,-4 1-29 16,-1-1-84-16,-8 0-165 15,-5 0-400-15</inkml:trace>
  <inkml:trace contextRef="#ctx0" brushRef="#br0" timeOffset="34513.2507">14216 9593 922 0,'0'0'64'15,"0"0"-16"-15,0 0 40 16,0 0-1-16,0 0-59 16,0 0-4-16,-20 80 20 15,18-44-16-15,1-2-2 0,-1-1 7 16,1-5-13-16,-1-2-9 16,2-9 7-16,-2-5-13 15,1-3 3-15,0-6-6 16,-1-3 5-16,1 0 9 15,-5-5 12-15,4-17-7 16,1-9-21-16,1-6-1 16,0-1-8-16,0-1 0 15,0 5-1-15,3 3 2 16,6 4-4-16,0 7 11 16,1 7-13-16,2 4 12 15,3 5-3-15,1 4-4 16,4 0 9-16,0 0 3 0,3 3-3 15,-6 11-3-15,2 3-4 16,-8 6 3-16,-3 3 2 16,-5 1 1-16,-3 1 1 15,0-1 0-15,-18-3 2 16,-7 0 0-16,-3-2 5 16,4-5 0-16,1-6-6 15,6-5 3-15,4-4-4 16,4-2-2-16,4 0-39 15,5-15-88-15,0-9-296 16</inkml:trace>
  <inkml:trace contextRef="#ctx0" brushRef="#br0" timeOffset="35015.4351">14544 9864 721 0,'0'0'79'16,"0"0"-28"-16,0 0 64 15,0 0 49-15,0 0-65 16,0 0-47-16,0-43-34 0,5 26 9 15,3-2-2-15,-2-3 5 16,4-1-14-16,-4-2-5 16,1 0-5-1,1 3-6-15,-2 5 1 0,1 7-1 16,-2 8 0-16,-2 2-1 16,-1 0-5-16,3 0 0 15,0 17-4-15,-1 6-3 16,2 4 13-16,-5-2 0 15,3-1 14-15,-1-7-13 16,3-3 0-16,-2-4 2 16,-2-6 4-16,2-4 2 15,3 0-1-15,2-3 11 16,5-17 2-16,3-10-16 16,1-2 4-16,-1-4-9 0,-2 0-24 15,0 3-20-15,0 8-60 16,-2 8-69-16,-2 10-186 15,-3 3-325-15</inkml:trace>
  <inkml:trace contextRef="#ctx0" brushRef="#br0" timeOffset="35504.6606">14922 9648 907 0,'0'0'141'16,"0"0"-59"-16,0 0 2 16,0 0-35-16,0 0-30 15,0 0 32-15,-3 67-14 16,3-42-5-16,0 0-18 16,0-1 6-16,0 0-8 15,0-2-1-15,0-6-9 16,0-3-1-16,0-8 0 15,0-2-1-15,0-3 2 16,0 0 5-16,0-8 5 16,0-12-12-16,0-9-20 15,-1-4 19-15,1-3-11 0,0 1-2 16,0 3 10-16,1 2-6 16,10 5-1-1,3 8 2-15,0 5 3 0,2 5-4 16,-1 4 5-16,3 3-7 15,-3 0 10-15,1 5 0 16,-5 9 1-16,4 4-7 16,-8 3 5-16,-4 1 0 15,-3 3 2-15,0-3 1 16,-3 1 7-16,-10-3 5 16,-2-3-4-16,-3-3-1 15,5-3-6-15,-4-4-1 16,4-3-12-16,-2-4-95 0,0 0-267 15</inkml:trace>
  <inkml:trace contextRef="#ctx0" brushRef="#br0" timeOffset="36855.1241">15128 9762 697 0,'0'0'100'0,"0"0"-31"16,0 0 5-16,0 0 24 15,0 0-25-15,0 0-57 16,0 0 39-16,20 46 15 16,-9-22-32-16,-1-2-28 15,1 0 9-15,-4 0-13 16,-1-1-4-16,2-4 0 16,-3-3-4-16,2-2-36 15,-6-4-123-15,-1-5-223 16</inkml:trace>
  <inkml:trace contextRef="#ctx0" brushRef="#br0" timeOffset="38758.8569">17683 9514 749 0,'0'0'134'16,"0"0"-31"-16,0 0 59 16,0 0-51-16,0 0-74 15,0 0-34-15,0 0 5 16,0 42 23-16,0-13-26 15,0 3 13-15,0-1-3 0,0-2 3 16,0-5-13-16,0-7-3 16,0-6-1-16,0-5 0 15,0-5-1-15,0-1 5 16,0-3 6-16,0-19 2 16,0-10-13-16,-2-8-9 15,2-1 6-15,0-1-12 16,5 1 11-16,9 8-11 15,2 7-6-15,2 9-5 16,-2 6 4-16,-1 11 12 16,-3 0 10-16,-3 3-9 15,1 19 2-15,-6 4 4 16,-4 4 1-16,0 1 2 0,-2 2-2 16,-16-2 6-1,-4 1-6-15,-2-5 2 0,3-8-8 16,0-4-11-16,9-8-23 15,6-5-36-15,4-2 0 16,2 0 47-16,2-7-75 16,13-1 81-16,3 2 17 15,3 1 8-15,3 4 35 16,-1 1 13-16,1 0 6 16,1 1-2-16,-2 10-30 15,0 0-4-15,0 1-18 16,-1 0 0-16,-5-7-102 15,1-5-151-15</inkml:trace>
  <inkml:trace contextRef="#ctx0" brushRef="#br0" timeOffset="39225.1372">18116 9767 111 0,'0'0'612'0,"0"0"-593"0,0 0 30 15,0 0 133-15,0 0 42 16,0 0-125-16,10-29-58 15,-3 6-5 1,4-2-14-16,2-5-6 0,1 1-10 16,0-1-6-1,-1 3 0-15,-1 6 0 0,-1 7 0 16,-5 7 2-16,-1 6-6 16,-4 1 2-16,2 0-18 15,2 9-5-15,1 12 17 16,-2 5 6-16,1 1 1 15,-2-4-3-15,3-3 5 16,0-6-1-16,1-6 2 0,-3-5 1 16,4-3 11-16,3-2-4 15,9-19 3-15,1-7-5 16,2-5-8-16,-1-1-41 16,0-2-49-16,-1 2-117 15,-6 7-147-15</inkml:trace>
  <inkml:trace contextRef="#ctx0" brushRef="#br0" timeOffset="39717.4373">18593 9549 737 0,'0'0'254'0,"0"0"-132"16,0 0-36-16,0 0 14 16,0 0-66-16,0 0-33 15,0 29 3-15,0 3 31 16,0 4-12-16,0 0 6 16,0 0-2-16,0-4-9 15,0-6-5-15,0-9-10 16,0-7 2-16,0-7-2 15,0-3-3-15,0 0 8 0,0-15 8 16,0-11-16 0,3-11 0-16,3-1-2 0,-2-1-4 15,3 0-2-15,0 8-6 16,-1 1 11-16,0 8-7 16,2 5-1-16,0 8-7 15,-1 2 3-15,3 7 1 16,1 0 5-16,0 0 7 15,3 18-1-15,-4 5-3 16,-1 5 4-16,-6 5-6 16,-3 4 8-16,0-2 5 15,-3-3-3-15,-6-3 1 16,1-7-3-16,1-6 0 16,2-6-75-16,2-10-196 15,-3-3-460-15</inkml:trace>
  <inkml:trace contextRef="#ctx0" brushRef="#br0" timeOffset="41841.3175">17824 7696 736 0,'0'0'86'0,"0"0"-3"16,0 0 8-16,0 0 50 16,0 0-38-16,0 0-62 15,0 0-40-15,-11-5-1 16,8 24 0-16,1 6 22 15,1 8 13-15,-2 1-12 16,-1 3 0-16,2-4-3 16,0-3-2-16,1-7-12 0,1-5-3 15,0-7-1 1,0-5-2-16,0-4 3 0,0-2-3 16,0 0 14-16,0 0-4 15,0-17-1-15,0-6-9 16,0-5-3-16,3-5-10 15,-1 1 4-15,2-1-1 16,-1 2-6-16,0 4 0 16,3 4 10-16,-3 7-5 15,6 5 4-15,-2 2 2 16,-2 4-9-16,4 5 11 16,-1 0-8-16,0 0 9 15,3 0-1-15,-1 9-3 16,0 7-1-16,2 3 7 15,-1 4 4-15,-2 1 19 16,0 1-3-16,-1 1-2 0,0-2-7 16,-4-3-11-16,1-4 10 15,-3-3-10-15,-2-6 0 16,1-1-25-16,-1-3-68 16,0-4-138-16,-6 0-105 15</inkml:trace>
  <inkml:trace contextRef="#ctx0" brushRef="#br0" timeOffset="42007.8685">17874 7890 847 0,'0'0'55'16,"0"0"-45"-16,0 0-9 15,0 0 4-15,0 0-5 16,113-13-100-1,-72-3-303-15</inkml:trace>
  <inkml:trace contextRef="#ctx0" brushRef="#br0" timeOffset="42472.6211">18435 7698 350 0,'0'0'445'0,"0"0"-388"16,0 0-20-16,0 0 16 15,0 0 30-15,0 0 20 16,28 0-25-16,-10 1-16 16,4 0-32-16,2-1-17 15,0 0-8-15,-3 0-5 16,0 0-1-16,-6 0-34 16,-2 0-83-16,-7 0-129 15,-6 0-154-15</inkml:trace>
  <inkml:trace contextRef="#ctx0" brushRef="#br0" timeOffset="42675.0799">18451 7928 704 0,'0'0'80'15,"0"0"-61"-15,0 0 114 16,0 0 52-16,0 0-90 15,0 0-50-15,81-11-28 16,-53 2-15-16,-3 1-2 16,1 0-32-16,-4-1-125 15,-4 0-167-15</inkml:trace>
  <inkml:trace contextRef="#ctx0" brushRef="#br0" timeOffset="43133.9022">18902 7671 910 0,'0'0'115'0,"0"0"28"15,0 0-54-15,0 0-32 16,0 0-22-16,0 0-28 16,-3 7-6-16,1 8 7 0,-1 5 46 15,-1 4-26-15,2 3-1 16,-1-1 1-16,3 3-21 16,0-5 7-16,0-3-10 15,0-4 0-15,3-3-1 16,9-4 2-16,7-4 1 15,3-1-6-15,3-5 1 16,2 0-3-16,-2-1 0 16,-3-14-1-16,-5-2-20 15,-4-2 13-15,-5-2 2 16,-5-1 2-16,-3 0-2 0,0 0 1 16,0 2-15-1,0 3 2-15,0 5-29 0,0 4-27 16,0 3-60-16,0 1-195 15,0 4-493-15</inkml:trace>
  <inkml:trace contextRef="#ctx0" brushRef="#br0" timeOffset="44595.9116">18094 8518 536 0,'0'0'197'15,"0"0"-154"-15,0 0 63 16,0 0 21-16,0 0 6 15,0 0-77-15,3 0-42 16,-3-1-6-16,2-2-8 16,-1 0-3-16,0-1 3 15,2 4-1-15,-3 0-6 0,0 0 1 16,0 0 1 0,0 0-2-16,0 0-1 0,-4 0-11 15,-9 0 19-15,-5 7 0 16,-4 0 1-16,0 5 27 15,0 0-10-15,5 3 15 16,1-1-9-16,8-2-5 16,2 3-6-16,1-1 14 15,4 0-22-15,1 0 7 16,0 2 1-16,0-1-12 16,1-3 5-16,10 0-1 15,1-3 1-15,1-3-1 0,5-3-1 16,3-3-2-1,4 0 7-15,5-1-9 16,-1-11-17-16,-4 2 0 0,-3-2-4 16,-5 0 17-16,-1 3 4 15,-5 1 0 1,-4 3 0-16,-1 1-1 0,1 3 1 16,1 1-5-16,-1 0 5 15,7 0 0-15,-4 0-1 16,1 4-2-16,0 9-4 15,-1 2 7-15,-3 4-1 16,-2-1 2-16,-4 0 3 16,-1 1-2-16,0-2 2 0,0-2-4 15,-4-3 0 1,2-5 2-16,1-5-2 16,1-2-62-16,0 0-157 15,3-4-104-15</inkml:trace>
  <inkml:trace contextRef="#ctx0" brushRef="#br0" timeOffset="44920.0568">18551 8639 469 0,'0'0'323'0,"0"0"-240"15,0 0 28-15,0 0 33 16,0 0-52-16,0 0-44 16,0 0-38-16,14 0 2 15,3 0 14-15,1-4-13 16,2-2-7-16,-2 1 3 15,1 1-9-15,-3-3-15 16,-6 4-54-16,0 2-79 16,-6 1-122-16,-4 0-152 15</inkml:trace>
  <inkml:trace contextRef="#ctx0" brushRef="#br0" timeOffset="45149.4335">18541 8802 493 0,'0'0'226'0,"0"0"-200"15,0 0 27-15,0 0 76 16,0 0 27-16,0 0-61 16,8 3-41-16,4-3 7 15,4 0-42-15,0 0-4 16,2 0-13-16,-2 0-2 15,3-6-8-15,-2 1-80 16,-1-2-170-16,-4-3-215 0</inkml:trace>
  <inkml:trace contextRef="#ctx0" brushRef="#br0" timeOffset="45818.707">18934 8551 330 0,'0'0'113'0,"0"0"-68"0,0 0 46 15,0 0 17-15,0 0-55 16,0 0-16-16,0 0-25 15,0 0 20-15,0 0 3 16,0 0 11-16,0 0-29 16,0 0-17-16,0 0-6 15,0 0-50-15,0 0-111 16,0 0-325-16</inkml:trace>
  <inkml:trace contextRef="#ctx0" brushRef="#br0" timeOffset="46948.2645">19024 8607 536 0,'0'0'146'16,"0"0"-92"-16,0 0 90 15,0 0-60-15,0 0 52 16,0 0-70-16,2-25-11 15,-2 25-14-15,-8 0-12 16,-5 0-18-16,-1 0-2 16,0 4 6-16,-2 9 0 0,0 1-2 15,4 3 6-15,0 2-3 16,0 0 3-16,3 1-9 16,3-1 5-16,2 1-7 15,4-1 0-15,0-4 6 16,0 1-13-16,1-5 1 15,10 0 7-15,6-6-4 16,3-1-3-16,5-4-1 16,4 0 1-16,-1 0-4 15,2 0-32-15,1-4-55 16,-3-6-159-16,-3 1-545 16</inkml:trace>
  <inkml:trace contextRef="#ctx0" brushRef="#br0" timeOffset="53923.5714">9694 10615 594 0,'0'0'138'0,"0"0"-116"16,0 0 13-16,0 0 9 15,0 0-22-15,0 0 28 16,-2 17-35-16,2-4 11 16,0 2 12-16,0-1 5 0,0 2-13 15,3-2 1 1,-1 0-7-16,4 0-5 0,-4 1-11 15,1-2 7-15,-3 0-4 16,0-4-2 0,0 2-3-16,0-1-4 0,0 0-2 15,0-1 0-15,3 2 0 16,-2-1 2-16,-1 2 1 16,2 1 1-16,0-1-2 15,-2 2-2-15,2 2 0 16,-1-1-3-16,1 0 0 15,-1 0 3-15,1-1 0 16,-1 1 3-16,1-4-3 16,-1-5 0-16,1 1 0 0,-1-3 0 15,1-1 0 1,-1-1-1-16,2-1 3 0,2 2-2 16,1 1 4-16,0-1 0 15,1 1 9-15,0 0-12 16,2 0 1-16,-1-1 4 15,-2 1-6-15,5-3 1 16,-4 1 1-16,2 1-2 16,-2-2 8-16,-1 2-8 15,2-1-5-15,1-1 5 16,-2 3 7-16,2-3-7 16,0 4 1-16,0-2 5 15,0 0-3-15,-1-3-2 16,-1 4 2-16,0-1-3 15,1-1 0-15,-1 1 2 16,-1-1 0-16,-1 1-1 0,4-3 0 16,-2 0 3-16,3 0 1 15,1 0 4-15,-2 0-9 16,3 0 0-16,-2 0 1 16,5 0-1-16,-3 0 1 15,0 0 3-15,0 0-4 16,-3 0-4-16,0 0 4 15,-2 0 0-15,0 0-1 16,1 0 1-16,-2 0 1 0,3 0-1 16,-3 0 0-1,2 0 0-15,-1 0-1 0,2 0 1 16,0 0 0 0,-2 0 0-16,0 0 4 15,0 0-3-15,-1 0-1 0,0-3 1 16,1 0-1-16,1-1 0 15,1-3 1-15,-2 2-1 16,1 1 0-16,-2-3 0 16,2 1 1-16,-2-1-2 15,0-1 0-15,-1 1 1 16,0-2 2-16,3 1-1 16,-2 1-1-16,-1-2-2 15,-1 2 2-15,1-3 2 16,0 3-2-16,0-4-2 0,1 2 2 15,-1 1 0-15,-2 0 1 16,0-1-1-16,0 2-1 16,-1-2 1-16,3 1 3 15,-5-1-3-15,1 0 2 16,-1 1 3-16,0-3-4 16,0 2 3-16,0-2-3 15,0-2-1-15,0-1 0 16,0 2 0-16,0-2-1 15,0 1-3-15,0 3-1 16,0-2 2-16,0 0 2 16,0 3 1-16,0-1 0 0,0 1-2 15,0-1 0-15,-1-2 2 16,-5 0-3-16,0-1 0 16,2 1 3-16,-1 1-1 15,-1-1 0-15,3 1 1 16,-2 0 0-16,4 3 0 15,-2-1 0-15,2 1 0 16,-2-2 0-16,0 3 0 16,0-3 0-16,0 1 0 15,1-1 0-15,-2-2 1 16,-3 0-2-16,2 0 1 16,0-3 0-16,-1 3 0 15,2-1 1-15,-1 0-1 0,0 3 1 16,0-4-1-16,0 3 3 15,1 0-3-15,-3 0 0 16,-2 2 2-16,-1-1-2 16,-1 1 4-16,-1-3-4 15,-2 2 0-15,0 0 1 16,2 1-1-16,-2 0 7 16,-1 1 4-16,2-2-5 15,1 0-5-15,-2 1 3 16,0-1-4-16,2 3 3 15,-1-3-7-15,0 3 4 16,3 2 0-16,-2-1 5 16,3 2-2-16,-2 0-3 15,1-2 4-15,1 2-1 0,0-2 4 16,0 2-5-16,2-2 0 16,-1-1 3-16,2 1-3 15,-2-4-1-15,2 3-1 16,0-3 0-16,-2 4 2 15,5-3 0-15,-2 2-1 16,2-2 3-16,-1 1-4 16,1 1 6-16,2-3-5 15,-2 1 3-15,3-2-3 16,-2 0 0-16,2 0-1 16,0 0 0-16,0 4 0 0,0 0 0 15,0 4 1 1,0-3-1-16,0 0 0 0,0 1 2 15,0-2-5 1,0 0 3-16,0-1 0 16,6 1 0-16,2-2 0 0,2-1-1 15,0 0 0-15,0 1 1 16,0 1 1-16,-3 1 0 16,1 0-1-16,-1 1-1 15,-2 0-2-15,-2-1 3 16,0 2 4-16,0 1-4 15,0-2 2-15,0-1-1 16,0 0 0-16,0-3-1 16,-1-2 0-16,-1 0 1 0,3 1-1 15,-4-2 3-15,3 2-1 16,-3 0 7-16,0 1-8 16,0 0 6-16,0-4-2 15,1 4 2-15,0-3-4 16,-1-1-2-16,2 2 4 15,-2-2-5-15,0-2 0 16,0 0 0-16,0 2 0 16,0 0-1-16,-6 0 0 15,-4 0 1-15,1 0 1 16,2 2 0-16,-4-2 0 16,-1 3 0-16,2-3-1 15,-2 2 0-15,3-3 6 16,1 0-6-16,-3 2 1 15,2 1 1-15,-2-2-2 0,-2 1 0 16,2 1-1-16,-4 0 1 16,-1-1-1-16,2-1 1 15,-2 2 1-15,3-4 0 16,-5 2 4-16,4-2-10 16,-2 4 10-16,4 1-4 15,-1 3 0-15,2-1-2 16,2 3 1-16,-3-1-8 15,2 1 8-15,0 2-3 16,1 0 3-16,-1 1 0 16,4 2 0-16,-1 0-3 15,0 1 3-15,1 0 0 16,-2 0-2-16,-2 0-7 16,-2 0 9-16,4 7 2 0,-2-1-2 15,1 5-2-15,0-3 2 16,1-2 0-16,-2 2-1 15,0-1-6-15,1 0-42 16,-2 1-19-16,4-1-73 16,-4-3-133-16,0-4-506 15</inkml:trace>
  <inkml:trace contextRef="#ctx0" brushRef="#br0" timeOffset="64200.3978">9666 9311 230 0,'0'0'179'16,"0"0"-105"-16,0 0 28 16,0 0-5-16,0 0-29 15,0 0 6-15,0 0-35 0,-20-21 44 16,17 17-36-16,0 1-10 15,-1 1 32-15,-1 0-43 16,1-1-8-16,-2 2 2 16,2-1-11-16,-1-2-5 15,-3 4 10-15,2-1-13 16,-2 1 0-16,0 0 0 16,1 0-2-16,-1 0 2 15,-2 0-5-15,4 0 5 16,-2 0-1-16,2 0 0 15,-1 1 0-15,1-1 0 16,2 4 1-16,-4-2-1 16,3 1 0-16,-2 2 0 0,0 2-2 15,1-3 2 1,-3 1 0-16,2-1 0 0,0 3-1 16,0-4 1-16,2 1 1 15,1 3 0-15,-3-4-2 16,2 1 2-16,1 1-1 15,1 3 0-15,1-2-1 16,-1 0 1-16,0 2-1 16,1-2 1-16,0 2-1 15,1-1 1-15,0 0 0 16,-1 0-3-16,2-3 2 16,-1 4 1-16,1-1 0 0,0 0 1 15,0-1-1-15,0 1 3 16,0-2-3-16,0 0 1 15,0 2 0-15,0-4-1 16,0 3 0-16,0 2 1 16,0-4-1-16,0 2 0 15,0 1 0-15,0-1 1 16,0 0-1-16,0-1 0 16,0 1 5-16,0-3-4 15,0 2-1-15,0 0 0 16,-3-1 1-16,1 0 0 15,1 2 0-15,0-1-1 16,-1 2 2-16,1-1-4 0,-2 1 4 16,1-1-2-1,-1 0 0-15,2-1 1 0,-1 2 5 16,1-2-6-16,1 3-6 16,-3 1 6-16,3-2 0 15,0 0 0-15,-2 4 0 16,1-3-1-16,1 0 1 15,0 1 0-15,-2-1 0 16,2 1 1-16,0-1-1 16,0 1 0-16,0 1-1 15,0-2 1-15,0-1 1 16,0 0-1-16,0 2 0 16,0-1 0-16,0-2 0 15,0 2 0-15,0-3 0 0,0 2 1 16,0 0-1-16,0-1 0 15,0 1 0 1,0 1 3-16,0-1-3 0,0 2 0 16,0-1-3-16,0 1 3 15,0-1-1-15,0-2 1 16,0 4 1-16,0-5-1 16,2 4 2-16,1-3-1 15,-3 1-1-15,3 1 0 16,-2 0-1-16,1 0 2 15,-2-2-1-15,0 2 0 16,0-2 0-16,0 0 0 16,0-1 0-16,0 0-4 0,0-2 4 15,0 0 0-15,0 0 3 16,0-2-3-16,0 4 1 16,0-1-2-16,0 0 1 15,0 1 0-15,0 3 1 16,0-3-1-16,1 2 0 15,-1 1-1-15,2-5 1 16,-2 3 1-16,0-1-1 16,0-2 0-16,0 0 1 15,0 0-2-15,1 1 1 0,-1 0 0 16,2 2 0 0,-2-2 5-16,1 1-5 0,1 0 0 15,1 3-4 1,-1-2 4-16,3 1 0 0,-2 1 0 15,1 2-1-15,1 1 3 16,0-3-3-16,1 1 1 16,-2 1 0-16,3-3 1 15,-1 1 0-15,-1 1-2 16,-1-1 0-16,1 0 1 16,2 1 2-16,-2-2-2 15,1 2 0-15,0-3 2 16,-2 1-3-16,2 0 1 15,1-1-1-15,-2 0 1 16,1 1 5-16,0-1-5 16,-1-1 0-16,0-1 1 0,-2 3-6 15,2-4 10-15,-2 1-5 16,0 3 0 0,1-4-5-16,-1 1 5 0,-1-1 0 15,5 2 0-15,-4 0 1 16,0-2-1-16,2 1-1 15,-2 1 1-15,0-1 0 16,0 0 0-16,0 1 5 16,1-4-5-16,0 6 0 15,1-4 4-15,-1 1-8 16,0-1 8-16,0 4-8 0,-1-3 8 16,0 0-4-16,0 0 1 15,1-1-1-15,-1 2 0 16,0-2 3-16,0 2 1 15,0-1-4-15,0-2 0 16,0 1 0-16,0 2-1 16,-1 1 1-16,1-3 0 15,3 2 0-15,-5 0 3 16,1-1-3-16,1-1 4 16,-2 2 1-16,1 0-3 15,-1-3-2-15,0 1 0 16,1 1 1-16,0 1 0 15,-1-2-1-15,1 2 1 16,-1-1 1-16,-1 1 3 0,0-2-4 16,0 3-1-1,0-2 6-15,0 0-2 16,0 2 2-16,0-3-3 0,0 1-3 16,0-2 1-16,0 2-1 15,0-1 0-15,0 0 2 16,0 1-2-16,0-1 0 15,0 2-1-15,0 1 1 16,0-2 4-16,0 3-4 16,0 0 0-16,-1-3 0 15,-1 4 1-15,1-3 1 16,-1 2-2-16,0-2 0 16,2 5 3-16,0-6-3 0,-1 3 0 15,1 0 0 1,0-4-1-16,0 4 1 0,0-2 0 15,0 0 0-15,0-2 2 16,0 2-2-16,0-2-1 16,-1 1-1-16,-1-1-27 15,2-2-31-15,0 0-75 16,0-1-68-16,0 0-215 16</inkml:trace>
  <inkml:trace contextRef="#ctx0" brushRef="#br0" timeOffset="80558.5854">9560 8815 349 0,'0'0'49'0,"0"0"-26"0,0 0-2 15,0 0 26-15,0 0 9 16,0 0 2-16,0 0 1 15,0 0-18-15,-15-7-4 16,13 7 16-16,2-1-3 16,0 1 10-16,-1 0-23 15,1 0-11-15,0 0-14 16,-2 0-6-16,2 0-6 16,0 1 0-16,0 12-2 15,0 1-2-15,3-1 4 16,2 0 4-16,2 0-4 15,2-6 3-15,-3 1-3 16,0-4 13-16,0-3 6 16,-1-1-6-16,6 0 27 0,2-8 29 15,4-9-30-15,3-6-8 16,0-1-21-16,1 1 5 16,-2-1-11-16,0 3-2 15,0 2-2-15,-1 2 5 16,0 4-5-16,-4 1-3 15,2 4 0-15,0 4-20 16,5-1-59-16,3 0-106 16,1-3-119-16</inkml:trace>
  <inkml:trace contextRef="#ctx0" brushRef="#br0" timeOffset="87116.3037">3852 11855 817 0,'0'0'111'0,"0"0"-73"16,0 0-33-16,0 0 1 15,0 0 26-15,0 0 49 16,0 0-2-16,116 3-42 16,-58-3-26-16,5 0-8 15,-2-3-2-15,-1-2-1 16,-10-1 4-16,-14 1-8 16,-6-1 0-16,-11-4-77 15,-10 1-89-15,-7-8-39 0,-2-2-172 16</inkml:trace>
  <inkml:trace contextRef="#ctx0" brushRef="#br0" timeOffset="87358.6541">4136 11705 643 0,'0'0'126'0,"0"0"-85"16,0 0-24-16,0 0 3 15,0 0 38-15,0 0 33 16,48 38-11-16,-13-16-36 15,0 5-11-15,-2 6-23 16,-5 2-2-16,-8 5 10 0,-8 0 5 16,-11 3-14-1,-1-1 11-15,-7-5-8 0,-13-2-5 16,-5-3-7-16,0-7 0 16,-2-6 0-16,7-7-88 15,-2-12-267-15</inkml:trace>
  <inkml:trace contextRef="#ctx0" brushRef="#br0" timeOffset="94450.0804">7373 13333 607 0,'0'0'17'0,"0"0"49"0,0 0-44 16,0 0 0-16,0 0 25 15,0 0-1-15,0 0-8 16,-7 10-38-16,17-7 4 16,11 4 15-16,9 0-5 15,9 2 8-15,11-3-4 16,7 2 4-16,10-2-13 15,6 1-9-15,3-2 11 16,11 0-2-16,7 2 1 16,7-1-6-1,8 0 4-15,3-1-3 0,3 1 1 16,1-3-5-16,8-2 4 16,10-1-2-16,0 0 2 0,7 0-5 15,-9 0 0-15,-9 0 0 16,-10 0 1-16,-14 0-1 15,-14 0 1-15,-12 2 1 16,-14 3 4-16,-10 1-5 16,-14-1 0-16,-10-4-1 15,-11 2 0-15,-11 1-66 16,-3-4-128-16,-29 0-149 16</inkml:trace>
  <inkml:trace contextRef="#ctx0" brushRef="#br0" timeOffset="94755.2663">8353 13859 921 0,'0'0'21'0,"0"0"-18"15,0 0-1-15,0 0-1 16,136 15 1-16,-53-15 0 16,17 0 9-16,18-2 57 15,14-1-43-15,17-5-9 0,6-3-16 16,4-5 3-16,-7-3-3 16,-16-3 1-16,-13 1-1 15,-15 4-26 1,-11 3-89-16,-9 2-59 0,-14-1-264 15</inkml:trace>
  <inkml:trace contextRef="#ctx0" brushRef="#br0" timeOffset="108031.4572">8885 17024 498 0,'0'0'62'0,"0"0"-45"0,0 0 28 16,0 0 57-16,0 0-34 16,0 0 0-16,0 0 3 15,-34-10-28-15,33 10 23 16,1 0 1-16,0 0-22 15,0 0-22-15,0 0-10 16,0 0-13-16,0 0 1 16,4 8 0-16,20 3 0 0,9-2 6 15,16-3 6 1,12-1 3-16,11-4-1 0,11-1 1 16,13 0-7-1,7 0 3-15,13-1-11 16,1-7 5-16,6-1-3 0,3 1 4 15,6-1-5-15,4 2 0 16,4 1 0-16,1-2 1 16,-3 7-3-16,-5-4 0 15,-6 3 0-15,-11 2 1 16,-12 0 2-16,-14 0-3 16,-14 0 0-16,-12 7 0 15,-10-3 1-15,-11-3-1 16,-11 1-3-16,-12-2-34 15,-13 0-45-15,-7 0-133 16,-19 0-109-16</inkml:trace>
  <inkml:trace contextRef="#ctx0" brushRef="#br0" timeOffset="108316.6925">9651 17403 949 0,'0'0'17'0,"0"0"-17"0,97 37 1 16,-23-35 5-16,13-2 4 15,20 0 52-15,16 0 36 16,24-9-29-16,20-10-27 15,11-1-16-15,7-9-21 16,-5 4 0-16,-10-1-5 16,-7 3-5-16,-21 6-50 15,-14 1-186-15,-27-8-288 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31:47.953"/>
    </inkml:context>
    <inkml:brush xml:id="br0">
      <inkml:brushProperty name="width" value="0.05292" units="cm"/>
      <inkml:brushProperty name="height" value="0.05292" units="cm"/>
      <inkml:brushProperty name="color" value="#FF0000"/>
    </inkml:brush>
  </inkml:definitions>
  <inkml:trace contextRef="#ctx0" brushRef="#br0">5722 5327 118 0,'0'0'42'16,"0"0"6"-16,0 0-24 15,0 0-17-15,0 0-7 16,0 0 0-16,0 0 12 15,0 0 33-15,-48-46-32 16,44 44-2-16,1 2-7 16,-3-2 2-16,0 1 15 15,-3-1-9-15,2 2-9 16,-1-3-3-16,0 3-1 16,0 0 0-16,2-2-1 0,-2-1-20 15,-1-2-32-15,-1 1-44 16,0 4 4-16</inkml:trace>
  <inkml:trace contextRef="#ctx0" brushRef="#br0" timeOffset="408.4324">5327 5305 434 0,'0'0'142'0,"0"0"-18"15,0 0-57-15,0 0 25 0,0 0-18 16,0 0-3 0,-6 0-8-16,6 0-31 0,0 0-24 15,0 2-8-15,0 2-1 16,26 2-1-16,10-1-3 15,12 2 6-15,9 2-1 16,3-3 3-16,1 0-3 16,-3 3 8-16,-3-2-7 15,-4-4-1-15,1-2 1 16,-4-1-1-16,-3 0-1 0,-4 0 1 16,-4 0 0-1,-5-2 0-15,-7-3 2 0,-1 5 2 16,-7 0-4-1,6 0-96-15,-2 0-11 0,-6 0-61 16,-3 5-335-16</inkml:trace>
  <inkml:trace contextRef="#ctx0" brushRef="#br0" timeOffset="1589.8689">11775 5409 443 0,'0'0'45'0,"0"0"-45"0,0 0 13 15,0 0 24-15,0 0 20 16,0 0 63-16,-23 0-75 16,23 0-27-16,-1 0 0 15,1 0 12-15,0 0-2 16,0 0 0-16,0 0-4 15,0 0-4-15,0 0-11 16,0 0-7-16,4 5-4 16,14 0 3-16,9 0-1 15,5-3 4-15,9 1 13 0,3-3 8 16,1 0 5 0,5 0-3-16,-1 0-12 15,-1-3-10-15,-3 0 2 16,-5 0-6-16,-6 0-1 0,-4-2-3 15,-5 2 3-15,-5 0 5 16,-7 0-5-16,-5 2-1 16,-3-1-66-16,-3 2-53 15,-2-1-58-15,0-3-195 16</inkml:trace>
  <inkml:trace contextRef="#ctx0" brushRef="#br0" timeOffset="46567.2007">14652 10112 608 0,'0'0'50'0,"0"0"-45"0,0 0 25 16,0 0-12-16,0 0 19 15,0 0-10-15,0 0-11 16,-60 0 40-16,57 0 21 16,3 0-29-16,0 0-37 15,0 0-11-15,0 0-4 16,0 0-4-16,0 0-1 15,5 1 6-15,13 4 3 16,12 4 3-16,8-4 3 16,10-2 4-16,12 1-4 15,4-4 0-15,6 1-6 0,7-1 0 16,6 2 6 0,4-2-1-16,3 0-4 0,-2 0 3 15,0 0-3-15,-3 0-1 16,-6-7-3-16,-6-1 3 15,-13 4 0-15,-8-1 1 16,-7 0-2-16,-12-1 1 16,-10 2-20-16,-9-1-48 15,-14-1-90-15,0-2-158 16</inkml:trace>
  <inkml:trace contextRef="#ctx0" brushRef="#br0" timeOffset="46795.5907">14946 10347 828 0,'0'0'121'0,"0"0"-121"16,79 1-99-16,-12-6 7 0,12-13 59 15,5 0 4-15,7-2 17 16,3-2-9-16,3 0-140 16,2-3-322-16</inkml:trace>
  <inkml:trace contextRef="#ctx0" brushRef="#br0" timeOffset="53323.8244">18785 12954 733 0,'0'0'62'0,"0"0"3"15,0 0-42-15,0 0 19 16,0 0 66-16,0 0-25 16,0 0-29-16,-25-21-16 15,25 21-38-15,0 0-1 16,3 0-6-16,19 0 7 16,17 0 5-16,15 0-2 15,10 3 4-15,6-2-7 16,2-1 1-16,2 0 7 15,5 0 2-15,9 0-2 0,8-3-2 16,5-1 1 0,-3 2-6-16,-5 2 3 0,-8 0-2 15,-7 0-1 1,-7 0-1-16,-9 0 3 0,-3-3-1 16,-5 3 0-16,-5-3-2 15,-7 1 0-15,-8 0-2 16,-10 1 3-16,-5 1-1 15,-11 0 2-15,-4 0-2 16,-2 0-1-16,-2 0-1 16,0 0-7-16,4 0-10 15,7 0-179-15,-2 0 7 16,-3 0-281-16</inkml:trace>
  <inkml:trace contextRef="#ctx0" brushRef="#br0" timeOffset="66573.5021">8219 16721 685 0,'0'0'0'15,"0"0"0"-15,0 0-3 16,0 0 2-16,0 0 1 16,0 0 22-16,0 0 38 15,-12 0-37-15,24-2-16 16,10-1-7-16,2-4 2 15,4 0-2-15,-1 1 0 16,-3 0 0-16,0 3 1 0,-3-2-1 16,-7 0-34-1,-3 4-36-15,-8 0-113 0,-3-1-118 16</inkml:trace>
  <inkml:trace contextRef="#ctx0" brushRef="#br0" timeOffset="66773.5086">8211 16789 456 0,'0'0'58'0,"0"0"-38"16,0 0-8-16,0 0 43 16,117-34 39-16,-68 19-25 15,2-1-60-15,2 8-5 16,0-1-1-16,-1 8 1 15,0 1-4-15,-1 0-50 16,-3 0-193-16</inkml:trace>
  <inkml:trace contextRef="#ctx0" brushRef="#br0" timeOffset="67973.3484">15456 15840 740 0,'0'0'35'0,"0"0"-15"0,0 0-19 16,0 0-1-1,0 0 9-15,81-54 23 0,-40 43-4 16,4-1-10-16,4 3-9 16,0-1-7-16,1 1-2 15,-7 1-2-15,-6 2 2 16,-7 3-55-16,-10 1-25 16,-10 2-103-16,-10 0-128 15</inkml:trace>
  <inkml:trace contextRef="#ctx0" brushRef="#br0" timeOffset="68168.8242">15614 15811 608 0,'0'0'73'0,"0"0"-69"16,0 0 1-16,0 0-5 15,0 0 17 1,0 0 34-16,77 5-28 0,-32-5-21 15,11-3 0-15,11-2-2 16,6-1-4-16,1-5-176 16</inkml:trace>
  <inkml:trace contextRef="#ctx0" brushRef="#br0" timeOffset="73524.4362">20796 11562 794 0,'0'0'41'0,"0"0"-37"16,0 0 10-16,0 0 51 0,0 0-5 16,0 0-33-16,0 0-27 15,0-4-11-15,1 4 11 16,1 4 4-1,1 10 24-15,3 3 24 0,-2 0-3 16,1-1-21-16,-2-2 12 16,0-3-26-16,3 0 17 15,-3-4-17-15,3-3 14 16,1-1-18-16,5-3 2 16,6 0 18-16,9-11 9 15,7-12-17-15,11-7-21 16,1-7 5-16,6 2-12 15,2-1-34-15,-4 5-108 16,0 3-185-16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33:13.277"/>
    </inkml:context>
    <inkml:brush xml:id="br0">
      <inkml:brushProperty name="width" value="0.05292" units="cm"/>
      <inkml:brushProperty name="height" value="0.05292" units="cm"/>
      <inkml:brushProperty name="color" value="#FF0000"/>
    </inkml:brush>
  </inkml:definitions>
  <inkml:trace contextRef="#ctx0" brushRef="#br0">2450 5552 618 0,'0'0'97'0,"0"0"-82"16,0 0 13-16,0 0-1 0,0 0 39 15,0 0 5-15,0 0-25 16,4-15-7-16,-2 15-11 16,-1 0-13-16,8 0-1 15,3 0-7-15,4 0 64 16,7 0-43-16,2 0-12 16,5 0-4-16,0 0-7 15,1 0 4-15,5 3 4 16,-1-1-7-16,0-2-1 15,-4 0-2-15,2 0-2 16,-4 0 1-16,0 0 4 16,4-4-6-16,0-3-1 15,2-1-88-15,-3-2-149 0,-4-4-193 16</inkml:trace>
  <inkml:trace contextRef="#ctx0" brushRef="#br0" timeOffset="1091.9975">5400 4596 855 0,'0'0'81'16,"0"0"-2"-16,0 0 18 16,0 0-10-16,0 0-9 15,0 0-21-15,-3-6-25 16,9-7-17-16,16-7-10 16,11-4-1-16,7-5 0 15,4 0 10-15,6-1-5 16,0-1-1-16,2 3 1 15,-3-1 1-15,3 0 1 0,-4 2-6 16,1 0 0-16,-10 3-1 16,-3 4-2-16,-9 5-1 15,-7 2 9 1,-8 4-10-16,-6 4 1 0,-4 2-3 16,-2 3 6-16,0 0 2 15,0-3-6-15,0-1-3 16,-5 1-49-16,-11 1-45 15,-7 2-22-15,-5 0-106 16,0 0 6-16,-4 0-194 16</inkml:trace>
  <inkml:trace contextRef="#ctx0" brushRef="#br0" timeOffset="1407.1567">5720 4156 198 0,'0'0'471'0,"0"0"-377"16,0 0-4-16,0 0 0 15,0 0 20-15,0 0 0 16,-20-35-82-16,37 24-27 16,9-1 5-16,2 1 5 15,8 3 7-15,0 3-14 16,0 2-3-16,1 3 14 16,0 0-2-16,0 7 2 15,-5 7-3-15,-7 3-4 0,-4 4-2 16,-5 5 3-1,-8 0-3-15,-2 4 11 0,-6 1-10 16,0 0 10 0,-9 1-6-16,-9 1-3 0,-3-2-8 15,0-4 0 1,5-7 0-16,1-3 0 0,10-9-83 16,5-4-67-16,0-4-153 15,0 0-327-15</inkml:trace>
  <inkml:trace contextRef="#ctx0" brushRef="#br0" timeOffset="3242.2464">6961 2822 674 0,'0'0'237'0,"0"0"-192"16,0 0-3-16,0 0-32 15,0 0-10-15,0 0 0 16,0 0 68-16,23 97-23 15,-9-57-30-15,0-5 16 16,1-3-9-16,-4-3-22 16,-3-7 9-16,-2-5 4 15,-4-5 4-15,-1-8-13 0,-1-1-2 16,0-3 16-16,0 0 14 16,0 0 21-16,0-17-4 15,-1-5-44-15,-5-5-4 16,6-6-1-16,0 2 0 15,4 1-6-15,10 8 2 16,7 5 3-16,-2 8 0 16,2 6-12-16,-2 3 13 15,1 3-9-15,-2 14 0 16,-3 5 7-16,-5 4 1 16,-4 4 1-16,-6 3 1 15,0 1 1-15,-16-1 13 0,-5-3-4 16,-3-5-1-16,7-7-3 15,1-8-7-15,7-8 3 16,4-2 3-16,0-2-6 16,3-19-68-16,2-7-102 15,2-3-127-15,17-1-295 16</inkml:trace>
  <inkml:trace contextRef="#ctx0" brushRef="#br0" timeOffset="4027.1466">7319 3087 655 0,'0'0'128'0,"0"0"-100"0,0 0 62 15,0 0 70-15,0 0-22 16,0 0-67 0,8 3-41-16,4-20-12 0,12-8-2 15,4-8-11-15,2 1-3 16,-2 0 1-16,-7 6 0 15,-4 1 0-15,-8 6 3 16,-5 6-6-16,-4 4 4 16,0 7 3-16,0 2-1 15,0 0-1-15,-6 0-5 16,-1 0 0-16,-4 12-1 16,-1 2-4-16,5 1 4 15,4 1-4-15,0 1 3 16,3 0 1-16,0-2-3 15,0-3 4-15,3 1 0 16,7-1-7-16,3-3 2 16,3-3 5-16,0-1 1 0,-1-5-1 15,6 0 0-15,-1 0 9 16,3-5 3-16,-1-9-6 16,-2-2 0-16,0-2-4 15,-3-1 6-15,-4 2-8 16,1-2 4-16,-5 2 4 15,1 0 4-15,-4 3-5 16,-1 3 3-16,-4 2-8 16,1 4 4-16,-2 2 3 15,0 0-7-15,0 2 5 0,0 1-3 16,0 0-2-16,0 0-2 16,0 0-2-16,0 0-8 15,0 4 0 1,0 16-1-16,0 7 11 0,0 4 3 15,0 6-3 1,0-1 0-16,-2 0 6 0,-2-2-5 16,1-1-1-16,-6-2 1 15,0-1-2-15,0-5 4 16,-4-2-2-16,-1-5-1 16,3-5 3-16,1-5-3 15,4-5 0-15,3-3-2 16,-1 0 2-16,4 0 0 0,0-7-8 15,0-8 8-15,0 1-6 16,7-6 1-16,11 4-1 16,5 1 4-16,5-4-2 15,3 2 1-15,6-5-15 16,2 2-71-16,3-3-77 16,1 1-167-16,-7 0-355 15</inkml:trace>
  <inkml:trace contextRef="#ctx0" brushRef="#br0" timeOffset="6197.3989">8455 2617 810 0,'0'0'76'0,"0"0"-52"15,0 0 113-15,0 0 46 16,0 0-106-16,0 0-57 16,-5-22-13-16,-8 39-5 15,-5 6 0-15,-2 7 3 16,2 2 0-16,2 1 12 0,4-3-15 15,5-6 11 1,5-3-10-16,2-6-3 16,0-5-5-16,0-4 5 15,2-4-2-15,5-2 2 0,3 0 7 16,7-6 4-16,1-16-4 16,6-4 6-16,-2-6 2 15,-3-1-14-15,-2-1 2 16,-7 0 6-16,-5 0-7 15,-5 1 18-15,0 3 0 16,0 7-1-16,0 6 6 16,-5 8-6-16,2 2 0 15,0 5-11-15,3 2 9 16,0 0-17-16,0 0-9 16,0 0 4-16,0 2-5 0,0 15 1 15,0 12 4-15,9 3 5 16,6 2 1-16,0-6-1 15,3-3-4-15,-1-4 4 16,-1-6 7-16,3-4-5 16,-2-5 0-1,2-4-1-15,-2-2-1 0,1 0 0 16,2-13 0-16,0-7-3 16,-3-5-9-16,-4 0 2 15,0 0-4-15,-7 2 5 16,-2 5 2-16,-2 8 3 0,-2 6-1 15,0 4-1 1,0 0-3-16,0 0-8 0,0 4 6 16,0 13-9-16,0 4 20 15,0 1-1-15,4-1 1 16,5-1 0-16,4-5-1 16,4-3 0-16,1-7 0 15,6-5 1-15,-4 0 6 16,9-5-2-16,-2-14-3 15,-2-5-1-15,2-6-4 16,-3-2 4-16,-5-3 2 16,1-2 0-16,-6 2-2 15,-1-1 0-15,-3 3 2 16,-3 4 4-16,-2 7-5 16,-3 5 0-16,0 6 2 0,-2 5 4 15,0 2 0 1,0 4-3-16,0-1 2 0,0 1-5 15,0 0-2-15,0 0-9 16,0 1 2-16,0 16 8 16,-2 9 0-16,-6 3 1 15,-2 10-1-15,-2 2 2 16,1 5-1-16,2 3-1 16,-1-1 1-16,5-5 1 15,4-4-2-15,-1-6 0 16,2-3-1-16,0-5 1 0,0-4 0 15,11-5 1-15,-2-5-1 16,4-5 0-16,-2-6 2 16,2 0 1-16,2-1 2 15,0-15-2-15,0-3 3 16,-3-4-6-16,-2-2-7 16,-7-1 7-16,-3 4-15 15,0 0 0-15,0 5-9 16,-3 5 11-16,-6 3 2 15,2 5-7-15,4 1 0 16,1 1 5-16,2 2-5 16,0-1 2-16,0 1-3 15,0 0-11-15,0 0 1 0,0 0 16 16,0 0 5 0,8 0 8-16,8-5 0 0,4-5 2 15,5-6 9 1,1-3-1-16,0-6 1 0,-2 0 4 15,-1-1 2 1,-4-3-12-16,-2 2 13 0,-5 1-4 16,-4 2-9-16,1 2 6 15,-6 0 12-15,-3 3-4 16,0 6-18-16,0 3 13 16,0 5-6-16,0 2 1 15,0 3-2-15,0 0-4 16,0 0-3-16,0 0-2 0,0 0-2 15,0 0 1-15,0 5-4 16,0 10 4-16,0 8 2 16,0 6 2-16,0 0 1 15,0 3 2-15,0 2-1 16,0-3 0-16,0-3-3 16,0-6 2-16,7-2-2 15,4-6 2-15,1-5 0 16,1-5-1-16,2-4 1 15,-1 0 4-15,0 0 3 16,0-8-2-16,-2-9-1 16,0-5 0-16,-6 0-2 0,-2 0-4 15,-2 0 3 1,-2 1-5-16,0 2 2 16,0-3 0-16,-9 0-17 0,-9 0-9 15,1 4 8 1,-3 3-9-16,-2 2 3 15,5 2 6-15,0 5 10 0,5 1 8 16,6 3-3-16,3 2-4 16,3 0 2-16,0 0-2 15,0 0-9-15,0 7-2 16,3 6 11-16,9 5 6 16,1-1 1-16,3 0 0 0,1-3 2 15,0 0-2-15,1-5 2 16,-2-2 0-1,1-3-2-15,-2-4 1 16,-1 0 2-16,2 0 4 16,0-11 2-16,-1-6 0 15,0 0-4-15,-5-3 5 0,2 0-7 16,-3 3 2 0,-6 4 4-16,2 7 1 0,-4 3 9 15,-1 3 0-15,0 0-17 16,0 0-2-16,0 0-6 15,0 6 1-15,0 10 2 16,0 5 3-16,0 1-1 16,0-1 3-16,0-4-1 15,6-4 3-15,4-5-4 0,-1-3 0 16,2-3 3-16,2-2 4 16,4 0-2-16,0-10 6 15,4-5-5-15,-3-2-4 16,-1-2 5-16,-4 3-7 15,-4 1 2-15,-3 4-1 16,-2 4-2-16,-2 4 1 16,-2 3-3-16,0 0-10 15,0 0-3-15,0 10 6 16,0 5 9-16,0 2 1 16,4-4-3-16,5-2 3 15,6-3 0-15,6-8 4 0,8 0-4 16,11-2-17-1,8-14-104-15,8-2-202 16,6-2-265-16</inkml:trace>
  <inkml:trace contextRef="#ctx0" brushRef="#br0" timeOffset="6904.559">10847 2452 884 0,'0'0'24'0,"0"0"-24"16,0 0 0 0,0 0 8-16,0 0 56 0,0 0 17 15,91 15-12-15,-57-15-46 16,1-12-6-16,-6-2-16 15,-5-4 2-15,-9 4 7 16,-6-6-10-16,-6 4-4 16,-3 3-34-16,0-1 5 15,-14 6 17-15,0 4 11 0,-2 2 1 16,8 2 4-16,5 0 15 16,3-1 6-16,0 1-21 15,0 0-20-15,6 3-5 16,13 14 25-16,2 4 4 15,4 4 4-15,-2 4 4 16,-5 1 21-16,-9 4-5 16,-5-1 10-16,-4-2-5 15,0 0 2-15,-9-4-24 16,-4-2-9-16,2-4-4 16,5-5-13-16,6-5-156 15,0-9-159-15</inkml:trace>
  <inkml:trace contextRef="#ctx0" brushRef="#br0" timeOffset="7543.2928">11954 2384 427 0,'0'0'570'0,"0"0"-496"15,0 0-72-15,0 0 1 16,0 0 2-16,0 0 47 16,89-8 50-16,-41-4-53 15,0 0-35-15,1-1-9 0,-6 2-2 16,-3 2-3-16,-10 3-34 16,-13 3-129-16,-6 1-89 15,-11 1-135-15</inkml:trace>
  <inkml:trace contextRef="#ctx0" brushRef="#br0" timeOffset="7806.139">12196 2338 778 0,'0'0'159'0,"0"0"-58"16,0 0 13-16,0 0-15 15,0 0-45-15,0 0-29 0,-2 14-20 16,2 1-3-16,0 10 56 15,0 11-21-15,0 7-6 16,0 6-9-16,0 2 8 16,0 4-15-16,0-4-6 15,0-7-7-15,0-2 2 16,0-9-1-16,0-6-3 16,0-6 0-16,8-9-4 15,0-6-28-15,6-6-65 16,4-5-58-16,1-17-253 15</inkml:trace>
  <inkml:trace contextRef="#ctx0" brushRef="#br0" timeOffset="8851.9644">12395 2760 883 0,'0'0'92'16,"0"0"-85"-16,0 0-7 15,0 0 68-15,0 0 10 16,0 0-25-16,48 21-10 16,-19-21-6-16,2 0-20 15,0-12-7-15,1-2-9 16,-6-3 2-16,-3-3 4 16,-10-1-2-16,-4 1-2 15,-9-3 1-15,0 3 0 0,-2-2-4 16,-14 2 2-16,1-1-2 15,0 5-1 1,6 0 1-16,3 0 1 0,6 3 0 16,0-1-2-16,2 2-2 15,14 3-5-15,10 1 1 16,2 5 3-16,2 3 4 16,0 0-5-16,-2 3 3 15,0 9-1-15,-3 5-3 16,1 4 1-16,-7 1 4 15,0 0 1-15,-5 1 0 16,-4 0 0-16,-4 4 0 16,-6 2 0-16,0-3 4 15,0 1 23-15,0-3-9 0,0-4 9 16,0-4-19-16,0-6-1 16,10-2-7-16,9-6-2 15,8-2 2 1,7 0 8-16,14-15 6 0,-1-6-12 15,0-4 3-15,-6-3-3 16,-6 1 4-16,-5 0-6 16,-8-3 2-16,-7 2-1 15,-6 1-1-15,-2 1 8 16,-7 7-5-16,0 5-2 16,0 3 0-16,-4 9 16 15,-10 2-8-15,2 0-5 16,-4 2 0-16,4 14-8 15,0 2 1-15,5 4 3 0,4 0-3 16,3 0-2-16,0 0 5 16,0-1-1-16,6 1 0 15,10-5-7-15,1-3 7 16,3-1 1-16,3-2 2 16,2-5 3-16,2-4-3 15,6-2 0-15,1 0-1 16,0-13-1-16,2-6 2 15,-3 2 6-15,-3-5-8 16,-5 1 0-16,-4-1 2 16,-6-3 3-16,-3-1-4 15,-2-3 1-15,-5 2 2 16,-1 0-4-16,-2 1 3 0,-2 8-2 16,0 4-1-1,0 7-1-15,0 5 1 16,0 2 1-16,0 0-1 0,0 0-4 15,0 12-5-15,0 13 9 16,-8 11-4-16,-1 6 11 16,1-1-11-16,2-2 8 15,0-4-7-15,6-5 6 16,0-7-2-16,0-4 4 16,12-8-4-16,11-5 1 15,10-6 8-15,10 0-4 16,7-18-2-16,9-3-3 15,6-3-1-15,-9 1-26 0,-5 9-57 16,-15 5-59-16,-14 7-134 16,-14 2-55-16</inkml:trace>
  <inkml:trace contextRef="#ctx0" brushRef="#br0" timeOffset="9226.9475">12518 3205 199 0,'0'0'617'15,"0"0"-593"-15,0 0-24 16,0 0 12-16,0 0 55 16,0 0 10-16,86 25 20 15,-26-24-38-15,13-1-27 16,10 0-7-16,11 0 6 16,12-1 0-16,11-3-23 15,7 0 66-15,1 1-47 16,0 3-23-16,-4-2 4 15,-3-2-8-15,-6-4 0 0,-10-2-13 16,-5-5-78-16,-17-5-165 16,-21-3-400-16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1-11-20T12:34:17.428"/>
    </inkml:context>
    <inkml:brush xml:id="br0">
      <inkml:brushProperty name="width" value="0.05292" units="cm"/>
      <inkml:brushProperty name="height" value="0.05292" units="cm"/>
      <inkml:brushProperty name="color" value="#FF0000"/>
    </inkml:brush>
  </inkml:definitions>
  <inkml:trace contextRef="#ctx0" brushRef="#br0">16941 8114 449 0,'0'0'265'0,"0"0"-233"16,0 0 33-16,0 0 24 15,0 0-10-15,0 0 17 16,0 0-53-16,0 0-22 16,0 0-11-16,0 0-10 15,2 0-2-15,1 7-6 16,2 4 8-16,-1 8 8 16,2 3 12-16,-1 2-1 15,5 3 15-15,-3-1-6 16,1 1-12-16,0-3 11 15,0-3-11-15,1-5-10 0,-1-5 4 16,-4-5-10-16,3-5 0 16,0-1 0-1,2 0 10-15,7-7 35 16,2-17-5-16,3-2-37 0,1-4 1 16,-3 1 0-16,1 0-4 15,1 3 0-15,-3 2 0 16,1 4 6-16,0 3-12 15,1 3-5-15,2-1-9 16,0 1-32-16,0 0-25 16,0 4-63-16,-4 0-81 0,-5 0-91 15</inkml:trace>
  <inkml:trace contextRef="#ctx0" brushRef="#br0" timeOffset="9650.0598">22390 9046 483 0,'0'0'71'0,"0"0"38"16,0 0-88-16,0 0 58 16,0 0-23-16,0 0 31 15,0 0 12-15,-6-27-21 0,6 27-32 16,0 0-12-1,0 0-6-15,0 0 2 16,0 0-25-16,0 0-5 0,0 0-6 16,4 0 2-16,13 5 4 15,3 5 3-15,2 1 2 16,3 3 0-16,1 3 0 16,-2 1 8-16,1 3-1 15,0 7-7-15,2 3 0 16,0 6 0-16,1 3 3 15,1 2-6-15,-4-2 3 16,-2-3-3-16,-6 4-1 16,-3-2-2-16,-2 0 2 15,-5 3-1-15,1 0 0 16,-1 2 0-16,2-1 0 0,0 1 0 16,0-2-2-16,3-2 2 15,0 2 1-15,4-2 7 16,1-1-4-16,0-1 4 15,0 2-8-15,-1-2 6 16,-4 3-11-16,0 1 12 16,-3-1-5-16,-3 2-1 15,-1-1-1 1,-1 1 1-16,0 6-1 0,-1-1 3 16,0 2-10-16,-1 0 13 15,2-3-6-15,0-3 0 16,-4 2 2-16,0-3-1 15,0 1 0-15,0-2-2 16,0 2 0-16,0-4 1 0,-5 1 3 16,0-5-3-16,-1 0 0 15,-1-3 0-15,1-2 0 16,-3 2 0-16,0-1-34 16,-6-3-53-16,-5 4-65 15,-6-5-77-15,-11-3-336 16</inkml:trace>
  <inkml:trace contextRef="#ctx0" brushRef="#br0" timeOffset="11108.3545">3683 9358 507 0,'0'0'1'16,"0"0"3"-16,0 0-3 15,0 0 5-15,-89 6 34 16,74 0 45-16,-2 5-34 16,1-3-2-16,1 2-22 15,-3 5 7-15,-4 6-4 16,-8 5-18-16,3 2 12 16,-5 5-3-16,1-1 6 0,3 4-4 15,-1 3-16 1,3 2 7-16,-1 5 5 15,-3 3-5-15,2 1-7 16,1 4-1-16,0 2-1 0,3 2-2 16,5-1-1-1,1 6 0-15,9 0-1 0,1 2-1 16,3 5 0-16,3 5-3 16,2 6 2-16,0 8 1 15,0 3 0-15,0 5 0 16,9-2 2-16,9 1-3 15,10-4 1-15,5-3 0 16,0 0 0-16,7-6 0 16,2-4 9-16,5-3-18 15,10-1-19-15,6-6-93 16,4-7-108-16</inkml:trace>
  <inkml:trace contextRef="#ctx0" brushRef="#br0" timeOffset="40068.9673">4674 11579 296 0,'0'0'11'0,"0"0"-11"16,0 0-3-16,0 0 3 16,0 0 0-16,102 0 5 15,-75 0 20-15,3 0-19 16,3 0 32-16,3 0 19 16,4 0-20-16,3 0-35 15,5 0 25-15,1 0-21 0,5 0 49 16,0 0-47-16,2 0 15 15,4 0 1 1,10 6-14-16,0-2 4 16,6 2-13-16,2-3 6 0,-2 3-6 15,0-2 2-15,0 0 1 16,1-3-4-16,1 1 0 16,-7 1 1-16,-1 0 5 15,-2-1-6-15,-3 3 0 16,1-3-8-16,-4 0 15 15,3 1-7-15,4-1 21 16,3 4 22-16,6 1-33 16,4 3-9-16,0 1-1 15,-3 2 1-15,2 2-1 0,1 4 1 16,0 0 0-16,6-2-1 16,-4 0 0-16,6-1 0 15,3-1 0 1,2-1 1-16,7 0 5 0,5-1-6 15,-2-1 2-15,6 0-2 16,1 0 0-16,-4 0 11 16,5 1-9-16,-4 1-2 15,1 1-2-15,7-1 2 16,0-1 0-16,7 2 6 16,6-3-1-16,4-1-5 15,1 1-8-15,2 0 8 16,3-3 7-16,2-1-6 15,2-1 0-15,10 1-1 16,3-3 6-16,10 1-1 0,7 0 3 16,2 1-6-16,0 0-1 15,-4 2 2-15,4-1-3 16,1 2-2-16,8-7 2 16,5 2 0-16,2-3 4 15,-4-1-8-15,-3-1 8 16,0 0-6-16,0 0 2 15,7 0 0-15,2 0 5 16,-1-2-5-16,2-4 0 16,-3 3-2-16,-2-2 3 0,2 0-1 15,2 1 0 1,-3 2 8-16,-2 0-10 16,-11 2 2-16,0 0 0 15,-4 0-7-15,0 0 15 0,4 0-13 16,-5 0 9-16,2 0-8 15,-7 0-2-15,-2-1 6 16,-1-4 2-16,-5-1-1 16,-1-3 4-16,-3 1-5 15,-4 1 3-15,-3 0-4 16,-8 4 1-16,-5 1-2 16,1 2 2-16,-2 0 4 15,3 0-2-15,1 0-3 16,1 0 1-16,0 2-1 15,-2 1 0-15,-5 4 1 0,-1-3-9 16,-3-2 9-16,-3-1 4 16,-2-1 0-16,-3 0-8 15,-6 0 6-15,-3 0-2 16,-6 0 2-16,-5-3-1 16,-6-3-1-16,-5-2 2 15,-5 2-4-15,-4-2 11 16,-4-4-15-16,-1 1 6 15,2-2 0-15,0-2-2 16,-1 1-7-16,-5-5-60 16,-5-5-184-16</inkml:trace>
</inkml:ink>
</file>

<file path=ppt/ink/ink1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0-09-13T12:42:26.23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9B456D30-DC51-4D63-90BF-6BE0A05A92AB}" emma:medium="tactile" emma:mode="ink">
          <msink:context xmlns:msink="http://schemas.microsoft.com/ink/2010/main" type="inkDrawing" rotatedBoundingBox="-4878,10039 -4838,10039 -4838,10054 -4878,10054" shapeName="Other"/>
        </emma:interpretation>
      </emma:emma>
    </inkml:annotationXML>
    <inkml:trace contextRef="#ctx0" brushRef="#br0">0 0 0,'40'0'31</inkml:trace>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IN" smtClean="0"/>
              <a:t>Graphs - Algorithms and Mining</a:t>
            </a: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C4B1A4-6412-4BCE-9D46-4C4F45D10730}" type="datetime1">
              <a:rPr lang="en-IN" smtClean="0"/>
              <a:t>20-11-2021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IN" smtClean="0"/>
              <a:t>Agarwal Charu C. and Wang Haixun, “Managing and Mining Graph Data” </a:t>
            </a: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525816-F6EC-475B-A61D-CE75656011F2}" type="slidenum">
              <a:rPr lang="en-IN" smtClean="0"/>
              <a:pPr/>
              <a:t>‹#›</a:t>
            </a:fld>
            <a:endParaRPr lang="en-IN"/>
          </a:p>
        </p:txBody>
      </p:sp>
    </p:spTree>
    <p:extLst>
      <p:ext uri="{BB962C8B-B14F-4D97-AF65-F5344CB8AC3E}">
        <p14:creationId xmlns:p14="http://schemas.microsoft.com/office/powerpoint/2010/main" val="1414775448"/>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1</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74E4A797-ED5B-4267-9B6F-0498D7026212}" type="datetime1">
              <a:rPr lang="en-IN" smtClean="0"/>
              <a:t>20-11-2021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722574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2</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AD284392-47C4-4658-87E2-31960EB868E9}" type="datetime1">
              <a:rPr lang="en-IN" smtClean="0"/>
              <a:t>20-11-2021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44915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Footer Placeholder 3"/>
          <p:cNvSpPr>
            <a:spLocks noGrp="1"/>
          </p:cNvSpPr>
          <p:nvPr>
            <p:ph type="ftr" sz="quarter" idx="10"/>
          </p:nvPr>
        </p:nvSpPr>
        <p:spPr/>
        <p:txBody>
          <a:bodyPr/>
          <a:lstStyle/>
          <a:p>
            <a:r>
              <a:rPr lang="en-IN" smtClean="0"/>
              <a:t>Agarwal Charu C. and Wang Haixun, “Managing and Mining Graph Data” </a:t>
            </a:r>
            <a:endParaRPr lang="en-IN"/>
          </a:p>
        </p:txBody>
      </p:sp>
      <p:sp>
        <p:nvSpPr>
          <p:cNvPr id="5" name="Slide Number Placeholder 4"/>
          <p:cNvSpPr>
            <a:spLocks noGrp="1"/>
          </p:cNvSpPr>
          <p:nvPr>
            <p:ph type="sldNum" sz="quarter" idx="11"/>
          </p:nvPr>
        </p:nvSpPr>
        <p:spPr/>
        <p:txBody>
          <a:bodyPr/>
          <a:lstStyle/>
          <a:p>
            <a:fld id="{21525816-F6EC-475B-A61D-CE75656011F2}" type="slidenum">
              <a:rPr lang="en-IN" smtClean="0"/>
              <a:pPr/>
              <a:t>3</a:t>
            </a:fld>
            <a:endParaRPr lang="en-IN"/>
          </a:p>
        </p:txBody>
      </p:sp>
      <p:sp>
        <p:nvSpPr>
          <p:cNvPr id="6" name="Date Placeholder 5"/>
          <p:cNvSpPr>
            <a:spLocks noGrp="1"/>
          </p:cNvSpPr>
          <p:nvPr>
            <p:ph type="dt" idx="12"/>
          </p:nvPr>
        </p:nvSpPr>
        <p:spPr/>
        <p:txBody>
          <a:bodyPr/>
          <a:lstStyle/>
          <a:p>
            <a:fld id="{02C52A34-EE6D-4D66-8C42-E408C711C5A4}" type="datetime1">
              <a:rPr lang="en-IN" smtClean="0"/>
              <a:t>20-11-2021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2267309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idx="10"/>
          </p:nvPr>
        </p:nvSpPr>
        <p:spPr/>
        <p:txBody>
          <a:bodyPr/>
          <a:lstStyle/>
          <a:p>
            <a:r>
              <a:rPr lang="en-IN" smtClean="0"/>
              <a:t>Graphs - Algorithms and Mining</a:t>
            </a:r>
            <a:endParaRPr lang="en-IN"/>
          </a:p>
        </p:txBody>
      </p:sp>
      <p:sp>
        <p:nvSpPr>
          <p:cNvPr id="5" name="Date Placeholder 4"/>
          <p:cNvSpPr>
            <a:spLocks noGrp="1"/>
          </p:cNvSpPr>
          <p:nvPr>
            <p:ph type="dt" idx="11"/>
          </p:nvPr>
        </p:nvSpPr>
        <p:spPr/>
        <p:txBody>
          <a:bodyPr/>
          <a:lstStyle/>
          <a:p>
            <a:fld id="{11C4B1A4-6412-4BCE-9D46-4C4F45D10730}" type="datetime1">
              <a:rPr lang="en-IN" smtClean="0"/>
              <a:t>20-11-2021</a:t>
            </a:fld>
            <a:endParaRPr lang="en-IN"/>
          </a:p>
        </p:txBody>
      </p:sp>
      <p:sp>
        <p:nvSpPr>
          <p:cNvPr id="6" name="Footer Placeholder 5"/>
          <p:cNvSpPr>
            <a:spLocks noGrp="1"/>
          </p:cNvSpPr>
          <p:nvPr>
            <p:ph type="ftr" sz="quarter" idx="12"/>
          </p:nvPr>
        </p:nvSpPr>
        <p:spPr/>
        <p:txBody>
          <a:bodyPr/>
          <a:lstStyle/>
          <a:p>
            <a:r>
              <a:rPr lang="en-IN" smtClean="0"/>
              <a:t>Agarwal Charu C. and Wang Haixun, “Managing and Mining Graph Data” </a:t>
            </a:r>
            <a:endParaRPr lang="en-IN"/>
          </a:p>
        </p:txBody>
      </p:sp>
      <p:sp>
        <p:nvSpPr>
          <p:cNvPr id="7" name="Slide Number Placeholder 6"/>
          <p:cNvSpPr>
            <a:spLocks noGrp="1"/>
          </p:cNvSpPr>
          <p:nvPr>
            <p:ph type="sldNum" sz="quarter" idx="13"/>
          </p:nvPr>
        </p:nvSpPr>
        <p:spPr/>
        <p:txBody>
          <a:bodyPr/>
          <a:lstStyle/>
          <a:p>
            <a:fld id="{21525816-F6EC-475B-A61D-CE75656011F2}" type="slidenum">
              <a:rPr lang="en-IN" smtClean="0"/>
              <a:pPr/>
              <a:t>4</a:t>
            </a:fld>
            <a:endParaRPr lang="en-IN"/>
          </a:p>
        </p:txBody>
      </p:sp>
    </p:spTree>
    <p:extLst>
      <p:ext uri="{BB962C8B-B14F-4D97-AF65-F5344CB8AC3E}">
        <p14:creationId xmlns:p14="http://schemas.microsoft.com/office/powerpoint/2010/main" val="2285433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p:spPr>
      </p:sp>
      <p:sp>
        <p:nvSpPr>
          <p:cNvPr id="225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IN" smtClean="0"/>
          </a:p>
        </p:txBody>
      </p:sp>
      <p:sp>
        <p:nvSpPr>
          <p:cNvPr id="22532" name="Slide Number Placeholder 3"/>
          <p:cNvSpPr>
            <a:spLocks noGrp="1"/>
          </p:cNvSpPr>
          <p:nvPr>
            <p:ph type="sldNum" sz="quarter" idx="5"/>
          </p:nvPr>
        </p:nvSpPr>
        <p:spPr bwMode="auto">
          <a:noFill/>
          <a:ln>
            <a:miter lim="800000"/>
            <a:headEnd/>
            <a:tailEnd/>
          </a:ln>
        </p:spPr>
        <p:txBody>
          <a:bodyPr/>
          <a:lstStyle/>
          <a:p>
            <a:fld id="{FF392A8F-9E0D-46DA-BAD2-E88BA0A548D7}" type="slidenum">
              <a:rPr lang="en-IN"/>
              <a:pPr/>
              <a:t>6</a:t>
            </a:fld>
            <a:endParaRPr lang="en-IN"/>
          </a:p>
        </p:txBody>
      </p:sp>
      <p:sp>
        <p:nvSpPr>
          <p:cNvPr id="2" name="Footer Placeholder 1"/>
          <p:cNvSpPr>
            <a:spLocks noGrp="1"/>
          </p:cNvSpPr>
          <p:nvPr>
            <p:ph type="ftr" sz="quarter" idx="10"/>
          </p:nvPr>
        </p:nvSpPr>
        <p:spPr/>
        <p:txBody>
          <a:bodyPr/>
          <a:lstStyle/>
          <a:p>
            <a:r>
              <a:rPr lang="en-IN" smtClean="0"/>
              <a:t>Agarwal Charu C. and Wang Haixun, “Managing and Mining Graph Data” </a:t>
            </a:r>
            <a:endParaRPr lang="en-IN"/>
          </a:p>
        </p:txBody>
      </p:sp>
      <p:sp>
        <p:nvSpPr>
          <p:cNvPr id="3" name="Date Placeholder 2"/>
          <p:cNvSpPr>
            <a:spLocks noGrp="1"/>
          </p:cNvSpPr>
          <p:nvPr>
            <p:ph type="dt" idx="11"/>
          </p:nvPr>
        </p:nvSpPr>
        <p:spPr/>
        <p:txBody>
          <a:bodyPr/>
          <a:lstStyle/>
          <a:p>
            <a:fld id="{9683DE23-D51D-41D3-9115-EF93FAD4001A}" type="datetime1">
              <a:rPr lang="en-IN" smtClean="0"/>
              <a:t>20-11-2021</a:t>
            </a:fld>
            <a:endParaRPr lang="en-IN"/>
          </a:p>
        </p:txBody>
      </p:sp>
      <p:sp>
        <p:nvSpPr>
          <p:cNvPr id="4" name="Header Placeholder 3"/>
          <p:cNvSpPr>
            <a:spLocks noGrp="1"/>
          </p:cNvSpPr>
          <p:nvPr>
            <p:ph type="hdr" sz="quarter" idx="12"/>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470049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9</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231F3278-6D7D-493C-A5B6-51D5847E4370}" type="datetime1">
              <a:rPr lang="en-IN" smtClean="0"/>
              <a:t>20-11-2021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923739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10</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231F3278-6D7D-493C-A5B6-51D5847E4370}" type="datetime1">
              <a:rPr lang="en-IN" smtClean="0"/>
              <a:t>20-11-2021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438275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24</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3467DBA0-BF5D-4899-B397-E23DDE95F3F2}" type="datetime1">
              <a:rPr lang="en-IN" smtClean="0"/>
              <a:t>20-11-2021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35494223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525816-F6EC-475B-A61D-CE75656011F2}" type="slidenum">
              <a:rPr lang="en-IN" smtClean="0"/>
              <a:pPr/>
              <a:t>32</a:t>
            </a:fld>
            <a:endParaRPr lang="en-IN"/>
          </a:p>
        </p:txBody>
      </p:sp>
      <p:sp>
        <p:nvSpPr>
          <p:cNvPr id="5" name="Footer Placeholder 4"/>
          <p:cNvSpPr>
            <a:spLocks noGrp="1"/>
          </p:cNvSpPr>
          <p:nvPr>
            <p:ph type="ftr" sz="quarter" idx="11"/>
          </p:nvPr>
        </p:nvSpPr>
        <p:spPr/>
        <p:txBody>
          <a:bodyPr/>
          <a:lstStyle/>
          <a:p>
            <a:r>
              <a:rPr lang="en-IN" smtClean="0"/>
              <a:t>Agarwal Charu C. and Wang Haixun, “Managing and Mining Graph Data” </a:t>
            </a:r>
            <a:endParaRPr lang="en-IN"/>
          </a:p>
        </p:txBody>
      </p:sp>
      <p:sp>
        <p:nvSpPr>
          <p:cNvPr id="6" name="Date Placeholder 5"/>
          <p:cNvSpPr>
            <a:spLocks noGrp="1"/>
          </p:cNvSpPr>
          <p:nvPr>
            <p:ph type="dt" idx="12"/>
          </p:nvPr>
        </p:nvSpPr>
        <p:spPr/>
        <p:txBody>
          <a:bodyPr/>
          <a:lstStyle/>
          <a:p>
            <a:fld id="{53F34C33-78A3-4EFF-BD4D-D72171A45FBC}" type="datetime1">
              <a:rPr lang="en-IN" smtClean="0"/>
              <a:t>20-11-2021</a:t>
            </a:fld>
            <a:endParaRPr lang="en-IN"/>
          </a:p>
        </p:txBody>
      </p:sp>
      <p:sp>
        <p:nvSpPr>
          <p:cNvPr id="7" name="Header Placeholder 6"/>
          <p:cNvSpPr>
            <a:spLocks noGrp="1"/>
          </p:cNvSpPr>
          <p:nvPr>
            <p:ph type="hdr" sz="quarter" idx="13"/>
          </p:nvPr>
        </p:nvSpPr>
        <p:spPr/>
        <p:txBody>
          <a:bodyPr/>
          <a:lstStyle/>
          <a:p>
            <a:r>
              <a:rPr lang="en-IN" smtClean="0"/>
              <a:t>Graphs - Algorithms and Mining</a:t>
            </a:r>
            <a:endParaRPr lang="en-IN"/>
          </a:p>
        </p:txBody>
      </p:sp>
    </p:spTree>
    <p:extLst>
      <p:ext uri="{BB962C8B-B14F-4D97-AF65-F5344CB8AC3E}">
        <p14:creationId xmlns:p14="http://schemas.microsoft.com/office/powerpoint/2010/main" val="1162701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a:spLocks noChangeArrowheads="1"/>
          </p:cNvSpPr>
          <p:nvPr/>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smtClean="0"/>
              <a:t>Click to edit Master text styles</a:t>
            </a:r>
          </a:p>
          <a:p>
            <a:pPr lvl="1"/>
            <a:r>
              <a:rPr lang="en-US" smtClean="0"/>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smtClean="0"/>
              <a:t>Click to edit Master title style</a:t>
            </a:r>
            <a:endParaRPr lang="en-US" dirty="0"/>
          </a:p>
        </p:txBody>
      </p:sp>
      <p:sp>
        <p:nvSpPr>
          <p:cNvPr id="12" name="Rectangle 11"/>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latin typeface="Arial" pitchFamily="34" charset="0"/>
              <a:cs typeface="Arial" pitchFamily="34" charset="0"/>
            </a:endParaRPr>
          </a:p>
        </p:txBody>
      </p:sp>
      <p:sp>
        <p:nvSpPr>
          <p:cNvPr id="13" name="Rectangle 12"/>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 name="Rectangle 13"/>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6" name="Picture 10" descr="BITS_university_logo_whitevert.png"/>
          <p:cNvPicPr>
            <a:picLocks noChangeAspect="1"/>
          </p:cNvPicPr>
          <p:nvPr userDrawn="1"/>
        </p:nvPicPr>
        <p:blipFill>
          <a:blip r:embed="rId3" cstate="print"/>
          <a:srcRect t="2" b="28592"/>
          <a:stretch>
            <a:fillRect/>
          </a:stretch>
        </p:blipFill>
        <p:spPr bwMode="auto">
          <a:xfrm>
            <a:off x="76200" y="3352800"/>
            <a:ext cx="2057400" cy="1979613"/>
          </a:xfrm>
          <a:prstGeom prst="rect">
            <a:avLst/>
          </a:prstGeom>
          <a:noFill/>
          <a:ln w="9525">
            <a:noFill/>
            <a:miter lim="800000"/>
            <a:headEnd/>
            <a:tailEnd/>
          </a:ln>
        </p:spPr>
      </p:pic>
      <p:sp>
        <p:nvSpPr>
          <p:cNvPr id="17" name="TextBox 16"/>
          <p:cNvSpPr txBox="1"/>
          <p:nvPr userDrawn="1"/>
        </p:nvSpPr>
        <p:spPr>
          <a:xfrm>
            <a:off x="-76200" y="52578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8" name="TextBox 17"/>
          <p:cNvSpPr txBox="1">
            <a:spLocks noChangeArrowheads="1"/>
          </p:cNvSpPr>
          <p:nvPr userDrawn="1"/>
        </p:nvSpPr>
        <p:spPr bwMode="auto">
          <a:xfrm>
            <a:off x="152400" y="56673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5" name="Picture 8" descr="Picture 7.png"/>
          <p:cNvPicPr>
            <a:picLocks noChangeAspect="1"/>
          </p:cNvPicPr>
          <p:nvPr/>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extBox 8"/>
          <p:cNvSpPr txBox="1"/>
          <p:nvPr/>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p:cNvSpPr txBox="1">
            <a:spLocks noChangeArrowheads="1"/>
          </p:cNvSpPr>
          <p:nvPr/>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smtClean="0"/>
              <a:t>Click to edit Master text styles</a:t>
            </a:r>
          </a:p>
          <a:p>
            <a:pPr lvl="1"/>
            <a:r>
              <a:rPr lang="en-US" smtClean="0"/>
              <a:t>Second level</a:t>
            </a:r>
          </a:p>
        </p:txBody>
      </p:sp>
      <p:pic>
        <p:nvPicPr>
          <p:cNvPr id="11" name="Picture 6"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12" name="Rectangle 11"/>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3" name="Picture 8" descr="Picture 7.png"/>
          <p:cNvPicPr>
            <a:picLocks noChangeAspect="1"/>
          </p:cNvPicPr>
          <p:nvPr userDrawn="1"/>
        </p:nvPicPr>
        <p:blipFill>
          <a:blip r:embed="rId3" cstate="print"/>
          <a:srcRect l="1923" b="5336"/>
          <a:stretch>
            <a:fillRect/>
          </a:stretch>
        </p:blipFill>
        <p:spPr bwMode="auto">
          <a:xfrm>
            <a:off x="6629400" y="0"/>
            <a:ext cx="2193925" cy="692150"/>
          </a:xfrm>
          <a:prstGeom prst="rect">
            <a:avLst/>
          </a:prstGeom>
          <a:noFill/>
          <a:ln w="9525">
            <a:noFill/>
            <a:miter lim="800000"/>
            <a:headEnd/>
            <a:tailEnd/>
          </a:ln>
        </p:spPr>
      </p:pic>
      <p:sp>
        <p:nvSpPr>
          <p:cNvPr id="14" name="Rectangle 13"/>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8" name="TextBox 17"/>
          <p:cNvSpPr txBox="1"/>
          <p:nvPr userDrawn="1"/>
        </p:nvSpPr>
        <p:spPr>
          <a:xfrm>
            <a:off x="6858000" y="762000"/>
            <a:ext cx="22098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9" name="TextBox 18"/>
          <p:cNvSpPr txBox="1">
            <a:spLocks noChangeArrowheads="1"/>
          </p:cNvSpPr>
          <p:nvPr userDrawn="1"/>
        </p:nvSpPr>
        <p:spPr bwMode="auto">
          <a:xfrm>
            <a:off x="7086600" y="1171575"/>
            <a:ext cx="1905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sz="1200" smtClean="0">
                <a:solidFill>
                  <a:srgbClr val="FFFFFF"/>
                </a:solidFill>
                <a:cs typeface="Arial" panose="020B0604020202020204" pitchFamily="34" charset="0"/>
              </a:rPr>
              <a:t>Pilani Campus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2" name="Group 11"/>
          <p:cNvGrpSpPr>
            <a:grpSpLocks/>
          </p:cNvGrpSpPr>
          <p:nvPr/>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9" name="Picture 11" descr="Picture 7.png"/>
          <p:cNvPicPr>
            <a:picLocks noChangeAspect="1"/>
          </p:cNvPicPr>
          <p:nvPr/>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0"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600200"/>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dirty="0" smtClean="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smtClean="0"/>
              <a:t>Click to edit Master text styles</a:t>
            </a:r>
          </a:p>
        </p:txBody>
      </p:sp>
      <p:sp>
        <p:nvSpPr>
          <p:cNvPr id="18" name="TextBox 17"/>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sz="1100" b="1" smtClean="0">
                <a:solidFill>
                  <a:srgbClr val="101141"/>
                </a:solidFill>
                <a:cs typeface="Arial" panose="020B0604020202020204" pitchFamily="34" charset="0"/>
              </a:rPr>
              <a:t>BITS </a:t>
            </a:r>
            <a:r>
              <a:rPr lang="en-US" sz="1100" smtClean="0">
                <a:solidFill>
                  <a:srgbClr val="101141"/>
                </a:solidFill>
                <a:cs typeface="Arial" panose="020B0604020202020204" pitchFamily="34" charset="0"/>
              </a:rPr>
              <a:t>Pilani, Pilani Campus</a:t>
            </a:r>
          </a:p>
        </p:txBody>
      </p:sp>
      <p:grpSp>
        <p:nvGrpSpPr>
          <p:cNvPr id="14" name="Group 11"/>
          <p:cNvGrpSpPr>
            <a:grpSpLocks/>
          </p:cNvGrpSpPr>
          <p:nvPr userDrawn="1"/>
        </p:nvGrpSpPr>
        <p:grpSpPr bwMode="auto">
          <a:xfrm>
            <a:off x="2084388" y="6550025"/>
            <a:ext cx="7059612" cy="49213"/>
            <a:chOff x="2083888" y="6550671"/>
            <a:chExt cx="7060112" cy="48665"/>
          </a:xfrm>
        </p:grpSpPr>
        <p:sp>
          <p:nvSpPr>
            <p:cNvPr id="20" name="Rectangle 19"/>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1" name="Rectangle 20"/>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 name="Rectangle 21"/>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23"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9" name="Group 18"/>
          <p:cNvGrpSpPr>
            <a:grpSpLocks/>
          </p:cNvGrpSpPr>
          <p:nvPr userDrawn="1"/>
        </p:nvGrpSpPr>
        <p:grpSpPr bwMode="auto">
          <a:xfrm>
            <a:off x="2133600" y="6553200"/>
            <a:ext cx="7010400" cy="46038"/>
            <a:chOff x="1905000" y="6553200"/>
            <a:chExt cx="7010400" cy="45719"/>
          </a:xfrm>
        </p:grpSpPr>
        <p:sp>
          <p:nvSpPr>
            <p:cNvPr id="25" name="Rectangle 2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6" name="Rectangle 2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8" name="Rectangle 2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24" name="Group 22"/>
          <p:cNvGrpSpPr>
            <a:grpSpLocks/>
          </p:cNvGrpSpPr>
          <p:nvPr userDrawn="1"/>
        </p:nvGrpSpPr>
        <p:grpSpPr bwMode="auto">
          <a:xfrm>
            <a:off x="0" y="1295400"/>
            <a:ext cx="7010400" cy="46038"/>
            <a:chOff x="1905000" y="6553200"/>
            <a:chExt cx="7010400" cy="45719"/>
          </a:xfrm>
        </p:grpSpPr>
        <p:sp>
          <p:nvSpPr>
            <p:cNvPr id="30" name="Rectangle 2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cstate="print"/>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 Id="rId6" Type="http://schemas.openxmlformats.org/officeDocument/2006/relationships/image" Target="../media/image12.emf"/><Relationship Id="rId5" Type="http://schemas.openxmlformats.org/officeDocument/2006/relationships/customXml" Target="../ink/ink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customXml" Target="../ink/ink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customXml" Target="../ink/ink5.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customXml" Target="../ink/ink7.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customXml" Target="../ink/ink8.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customXml" Target="../ink/ink9.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customXml" Target="../ink/ink1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5" Type="http://schemas.openxmlformats.org/officeDocument/2006/relationships/image" Target="../media/image145.emf"/><Relationship Id="rId2" Type="http://schemas.openxmlformats.org/officeDocument/2006/relationships/customXml" Target="../ink/ink11.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28800" y="3810000"/>
            <a:ext cx="6781800" cy="1524000"/>
          </a:xfrm>
        </p:spPr>
        <p:txBody>
          <a:bodyPr/>
          <a:lstStyle/>
          <a:p>
            <a:pPr>
              <a:defRPr/>
            </a:pPr>
            <a:r>
              <a:rPr lang="en-US" sz="4000" dirty="0"/>
              <a:t>Graphs - Algorithms and </a:t>
            </a:r>
            <a:r>
              <a:rPr lang="en-US" sz="4000" dirty="0" smtClean="0"/>
              <a:t>Mining </a:t>
            </a:r>
            <a:br>
              <a:rPr lang="en-US" sz="4000" dirty="0" smtClean="0"/>
            </a:br>
            <a:r>
              <a:rPr lang="en-US" sz="4000" dirty="0" smtClean="0"/>
              <a:t>(DSE**  ZG521)</a:t>
            </a:r>
            <a:endParaRPr lang="en-US" sz="4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28600" y="4648200"/>
            <a:ext cx="8763000" cy="1600200"/>
          </a:xfrm>
        </p:spPr>
        <p:txBody>
          <a:bodyPr rtlCol="0"/>
          <a:lstStyle/>
          <a:p>
            <a:pPr algn="ctr"/>
            <a:endParaRPr lang="en-US" sz="8000" dirty="0" smtClean="0"/>
          </a:p>
          <a:p>
            <a:pPr algn="ctr"/>
            <a:r>
              <a:rPr lang="en-US" sz="8000" dirty="0" smtClean="0"/>
              <a:t>Module I</a:t>
            </a:r>
            <a:endParaRPr lang="en-IN" sz="8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idx="1"/>
          </p:nvPr>
        </p:nvSpPr>
        <p:spPr/>
        <p:txBody>
          <a:bodyPr>
            <a:normAutofit/>
          </a:bodyPr>
          <a:lstStyle/>
          <a:p>
            <a:pPr fontAlgn="base">
              <a:spcAft>
                <a:spcPct val="0"/>
              </a:spcAft>
            </a:pPr>
            <a:r>
              <a:rPr lang="en-US" b="1" dirty="0" smtClean="0"/>
              <a:t>COURSE </a:t>
            </a:r>
            <a:r>
              <a:rPr lang="en-US" b="1" cap="all" dirty="0" smtClean="0"/>
              <a:t>Objectives</a:t>
            </a:r>
            <a:r>
              <a:rPr lang="en-US" dirty="0" smtClean="0"/>
              <a:t>:</a:t>
            </a:r>
          </a:p>
          <a:p>
            <a:pPr lvl="1">
              <a:buFont typeface="Wingdings" panose="05000000000000000000" pitchFamily="2" charset="2"/>
              <a:buChar char="v"/>
            </a:pPr>
            <a:r>
              <a:rPr lang="en-US" sz="2400" b="1" dirty="0" smtClean="0"/>
              <a:t>CO</a:t>
            </a:r>
            <a:r>
              <a:rPr lang="en-US" sz="2400" b="1" baseline="-25000" dirty="0" smtClean="0"/>
              <a:t>1</a:t>
            </a:r>
            <a:r>
              <a:rPr lang="en-US" sz="2400" b="1" dirty="0" smtClean="0"/>
              <a:t>: </a:t>
            </a:r>
            <a:r>
              <a:rPr lang="en-US" sz="2400" dirty="0"/>
              <a:t>To introduce handling graph data at large scale</a:t>
            </a:r>
          </a:p>
          <a:p>
            <a:pPr lvl="1">
              <a:buFont typeface="Wingdings" panose="05000000000000000000" pitchFamily="2" charset="2"/>
              <a:buChar char="v"/>
            </a:pPr>
            <a:r>
              <a:rPr lang="en-US" sz="2400" b="1" dirty="0" smtClean="0"/>
              <a:t>CO</a:t>
            </a:r>
            <a:r>
              <a:rPr lang="en-US" sz="2400" b="1" baseline="-25000" dirty="0" smtClean="0"/>
              <a:t>2</a:t>
            </a:r>
            <a:r>
              <a:rPr lang="en-US" sz="2400" b="1" dirty="0" smtClean="0"/>
              <a:t>: </a:t>
            </a:r>
            <a:r>
              <a:rPr lang="en-US" sz="2400" dirty="0"/>
              <a:t>To introduce graph mining algorithms and their applications</a:t>
            </a:r>
          </a:p>
          <a:p>
            <a:pPr lvl="1">
              <a:buFont typeface="Wingdings" panose="05000000000000000000" pitchFamily="2" charset="2"/>
              <a:buChar char="v"/>
            </a:pPr>
            <a:r>
              <a:rPr lang="en-US" sz="2400" b="1" dirty="0" smtClean="0"/>
              <a:t>CO</a:t>
            </a:r>
            <a:r>
              <a:rPr lang="en-US" sz="2400" b="1" baseline="-25000" dirty="0" smtClean="0"/>
              <a:t>3</a:t>
            </a:r>
            <a:r>
              <a:rPr lang="en-US" sz="2400" b="1" dirty="0" smtClean="0"/>
              <a:t>: </a:t>
            </a:r>
            <a:r>
              <a:rPr lang="en-US" sz="2400" dirty="0"/>
              <a:t>To enable students to identify and formulate graph mining problems formally, </a:t>
            </a:r>
            <a:r>
              <a:rPr lang="en-US" sz="2400" dirty="0" smtClean="0"/>
              <a:t>providing </a:t>
            </a:r>
            <a:r>
              <a:rPr lang="en-IN" sz="2400" dirty="0" smtClean="0"/>
              <a:t>solutions</a:t>
            </a:r>
            <a:endParaRPr lang="en-IN" sz="2400" dirty="0"/>
          </a:p>
          <a:p>
            <a:pPr lvl="1">
              <a:buFont typeface="Wingdings" panose="05000000000000000000" pitchFamily="2" charset="2"/>
              <a:buChar char="v"/>
            </a:pPr>
            <a:r>
              <a:rPr lang="en-US" sz="2400" b="1" dirty="0" smtClean="0"/>
              <a:t>CO</a:t>
            </a:r>
            <a:r>
              <a:rPr lang="en-US" sz="2400" b="1" baseline="-25000" dirty="0" smtClean="0"/>
              <a:t>4</a:t>
            </a:r>
            <a:r>
              <a:rPr lang="en-US" sz="2400" b="1" dirty="0" smtClean="0"/>
              <a:t>: </a:t>
            </a:r>
            <a:r>
              <a:rPr lang="en-US" sz="2400" dirty="0"/>
              <a:t>To enable students to evaluate various possible graph mining solutions for a </a:t>
            </a:r>
            <a:r>
              <a:rPr lang="en-US" sz="2400" dirty="0" smtClean="0"/>
              <a:t>given </a:t>
            </a:r>
            <a:r>
              <a:rPr lang="en-IN" sz="2400" dirty="0" smtClean="0"/>
              <a:t>problem</a:t>
            </a:r>
            <a:endParaRPr lang="en-IN" sz="2400" dirty="0"/>
          </a:p>
        </p:txBody>
      </p:sp>
      <p:sp>
        <p:nvSpPr>
          <p:cNvPr id="3" name="Content Placeholder 2"/>
          <p:cNvSpPr>
            <a:spLocks noGrp="1"/>
          </p:cNvSpPr>
          <p:nvPr>
            <p:ph sz="quarter" idx="10"/>
          </p:nvPr>
        </p:nvSpPr>
        <p:spPr/>
        <p:txBody>
          <a:bodyPr/>
          <a:lstStyle/>
          <a:p>
            <a:pPr>
              <a:buFont typeface="Arial" charset="0"/>
              <a:buNone/>
              <a:defRPr/>
            </a:pPr>
            <a:r>
              <a:rPr lang="en-US" dirty="0" smtClean="0"/>
              <a:t>Course Introduction</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a:xfrm>
            <a:off x="304800" y="1600200"/>
            <a:ext cx="8534400" cy="5181600"/>
          </a:xfrm>
        </p:spPr>
        <p:txBody>
          <a:bodyPr>
            <a:noAutofit/>
          </a:bodyPr>
          <a:lstStyle/>
          <a:p>
            <a:pPr fontAlgn="base">
              <a:spcAft>
                <a:spcPct val="0"/>
              </a:spcAft>
            </a:pPr>
            <a:r>
              <a:rPr lang="en-US" b="1" dirty="0" smtClean="0"/>
              <a:t>TEXT BOOKS (T1 &amp; T2)</a:t>
            </a:r>
            <a:r>
              <a:rPr lang="en-US" dirty="0" smtClean="0"/>
              <a:t>: </a:t>
            </a:r>
          </a:p>
          <a:p>
            <a:pPr marL="685800" fontAlgn="base">
              <a:spcAft>
                <a:spcPct val="0"/>
              </a:spcAft>
              <a:buFont typeface="Wingdings" panose="05000000000000000000" pitchFamily="2" charset="2"/>
              <a:buChar char="v"/>
            </a:pPr>
            <a:r>
              <a:rPr lang="en-IN" dirty="0"/>
              <a:t>Social Media Mining - An introduction, Reza </a:t>
            </a:r>
            <a:r>
              <a:rPr lang="en-IN" dirty="0" err="1"/>
              <a:t>Zafarani</a:t>
            </a:r>
            <a:r>
              <a:rPr lang="en-IN" dirty="0"/>
              <a:t>, Mohammad Ali </a:t>
            </a:r>
            <a:r>
              <a:rPr lang="en-IN" dirty="0" err="1"/>
              <a:t>Abbasi</a:t>
            </a:r>
            <a:r>
              <a:rPr lang="en-IN" dirty="0"/>
              <a:t>, </a:t>
            </a:r>
            <a:r>
              <a:rPr lang="en-IN" dirty="0" err="1"/>
              <a:t>Huan</a:t>
            </a:r>
            <a:r>
              <a:rPr lang="en-IN" dirty="0"/>
              <a:t> Liu , Cambridge University Press , 2014 [ http://dmml.asu.edu/smm/SMM.pdf - Open Access]</a:t>
            </a:r>
            <a:endParaRPr lang="en-US" dirty="0" smtClean="0">
              <a:solidFill>
                <a:srgbClr val="0070C0"/>
              </a:solidFill>
            </a:endParaRPr>
          </a:p>
          <a:p>
            <a:pPr marL="685800" fontAlgn="base">
              <a:spcAft>
                <a:spcPct val="0"/>
              </a:spcAft>
              <a:buFont typeface="Wingdings" panose="05000000000000000000" pitchFamily="2" charset="2"/>
              <a:buChar char="v"/>
            </a:pPr>
            <a:r>
              <a:rPr lang="en-US" dirty="0" smtClean="0">
                <a:solidFill>
                  <a:srgbClr val="0070C0"/>
                </a:solidFill>
              </a:rPr>
              <a:t>Not all topics are covered in one text/reference book.</a:t>
            </a:r>
          </a:p>
          <a:p>
            <a:pPr marL="685800" fontAlgn="base">
              <a:spcAft>
                <a:spcPct val="0"/>
              </a:spcAft>
              <a:buFont typeface="Wingdings" panose="05000000000000000000" pitchFamily="2" charset="2"/>
              <a:buChar char="v"/>
            </a:pPr>
            <a:endParaRPr lang="en-US" dirty="0" smtClean="0">
              <a:solidFill>
                <a:srgbClr val="0070C0"/>
              </a:solidFill>
            </a:endParaRPr>
          </a:p>
          <a:p>
            <a:pPr indent="0" fontAlgn="base">
              <a:spcAft>
                <a:spcPct val="0"/>
              </a:spcAft>
            </a:pPr>
            <a:r>
              <a:rPr lang="en-US" dirty="0" smtClean="0">
                <a:solidFill>
                  <a:schemeClr val="accent2"/>
                </a:solidFill>
              </a:rPr>
              <a:t>* Research Papers will be used for most of the topics.</a:t>
            </a:r>
          </a:p>
          <a:p>
            <a:pPr indent="0" fontAlgn="base">
              <a:spcAft>
                <a:spcPct val="0"/>
              </a:spcAft>
            </a:pPr>
            <a:r>
              <a:rPr lang="en-US" dirty="0" smtClean="0">
                <a:solidFill>
                  <a:schemeClr val="accent2"/>
                </a:solidFill>
              </a:rPr>
              <a:t>* Most of the contents are theoretical, but their practical application will be explained.</a:t>
            </a:r>
          </a:p>
          <a:p>
            <a:pPr indent="0" fontAlgn="base">
              <a:spcAft>
                <a:spcPct val="0"/>
              </a:spcAft>
            </a:pPr>
            <a:r>
              <a:rPr lang="en-US" dirty="0" smtClean="0">
                <a:solidFill>
                  <a:schemeClr val="accent2"/>
                </a:solidFill>
              </a:rPr>
              <a:t>* Research Paper will also be provided  to you, for your better understanding</a:t>
            </a:r>
          </a:p>
          <a:p>
            <a:pPr marL="685800" fontAlgn="base">
              <a:spcAft>
                <a:spcPct val="0"/>
              </a:spcAft>
              <a:buFont typeface="Wingdings" panose="05000000000000000000" pitchFamily="2" charset="2"/>
              <a:buChar char="v"/>
            </a:pPr>
            <a:endParaRPr lang="en-US" dirty="0">
              <a:solidFill>
                <a:srgbClr val="FF0000"/>
              </a:solidFill>
            </a:endParaRPr>
          </a:p>
          <a:p>
            <a:pPr fontAlgn="base">
              <a:spcAft>
                <a:spcPct val="0"/>
              </a:spcAft>
            </a:pPr>
            <a:r>
              <a:rPr lang="en-US" dirty="0" smtClean="0"/>
              <a:t> </a:t>
            </a:r>
          </a:p>
        </p:txBody>
      </p:sp>
      <p:sp>
        <p:nvSpPr>
          <p:cNvPr id="5" name="Content Placeholder 4"/>
          <p:cNvSpPr>
            <a:spLocks noGrp="1"/>
          </p:cNvSpPr>
          <p:nvPr>
            <p:ph sz="quarter" idx="10"/>
          </p:nvPr>
        </p:nvSpPr>
        <p:spPr/>
        <p:txBody>
          <a:bodyPr/>
          <a:lstStyle/>
          <a:p>
            <a:r>
              <a:rPr lang="en-IN" dirty="0" smtClean="0"/>
              <a:t>Resources</a:t>
            </a:r>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p:txBody>
          <a:bodyPr>
            <a:normAutofit/>
          </a:bodyPr>
          <a:lstStyle/>
          <a:p>
            <a:pPr fontAlgn="base">
              <a:spcAft>
                <a:spcPct val="0"/>
              </a:spcAft>
            </a:pPr>
            <a:r>
              <a:rPr lang="en-US" b="1" dirty="0" smtClean="0"/>
              <a:t>REFERENCE BOOKS (R)</a:t>
            </a:r>
            <a:r>
              <a:rPr lang="en-US" dirty="0" smtClean="0"/>
              <a:t>:</a:t>
            </a:r>
          </a:p>
          <a:p>
            <a:pPr fontAlgn="base">
              <a:spcAft>
                <a:spcPct val="0"/>
              </a:spcAft>
            </a:pPr>
            <a:r>
              <a:rPr lang="en-US" dirty="0" smtClean="0"/>
              <a:t> </a:t>
            </a:r>
          </a:p>
          <a:p>
            <a:pPr marL="685800" fontAlgn="base">
              <a:spcAft>
                <a:spcPct val="0"/>
              </a:spcAft>
              <a:buFont typeface="Wingdings" panose="05000000000000000000" pitchFamily="2" charset="2"/>
              <a:buChar char="v"/>
            </a:pPr>
            <a:r>
              <a:rPr lang="en-US" i="1" dirty="0" smtClean="0"/>
              <a:t>(R1) Agarwal </a:t>
            </a:r>
            <a:r>
              <a:rPr lang="en-US" i="1" dirty="0" err="1"/>
              <a:t>Charu</a:t>
            </a:r>
            <a:r>
              <a:rPr lang="en-US" i="1" dirty="0"/>
              <a:t> C. and Wang </a:t>
            </a:r>
            <a:r>
              <a:rPr lang="en-US" i="1" dirty="0" err="1"/>
              <a:t>Haixun</a:t>
            </a:r>
            <a:r>
              <a:rPr lang="en-US" i="1" dirty="0"/>
              <a:t>, “</a:t>
            </a:r>
            <a:r>
              <a:rPr lang="en-US" b="1" i="1" dirty="0"/>
              <a:t>Managing and Mining Graph Data</a:t>
            </a:r>
            <a:r>
              <a:rPr lang="en-US" i="1" dirty="0" smtClean="0"/>
              <a:t>” </a:t>
            </a:r>
            <a:r>
              <a:rPr lang="en-US" i="1" dirty="0"/>
              <a:t>, Springer; 2010 </a:t>
            </a:r>
            <a:r>
              <a:rPr lang="en-US" i="1" dirty="0" smtClean="0"/>
              <a:t>edition.</a:t>
            </a:r>
          </a:p>
          <a:p>
            <a:pPr marL="685800" fontAlgn="base">
              <a:spcAft>
                <a:spcPct val="0"/>
              </a:spcAft>
              <a:buFont typeface="Wingdings" panose="05000000000000000000" pitchFamily="2" charset="2"/>
              <a:buChar char="v"/>
            </a:pPr>
            <a:r>
              <a:rPr lang="en-US" i="1" dirty="0" smtClean="0"/>
              <a:t>(</a:t>
            </a:r>
            <a:r>
              <a:rPr lang="en-US" i="1" dirty="0"/>
              <a:t>R2</a:t>
            </a:r>
            <a:r>
              <a:rPr lang="en-US" i="1" dirty="0" smtClean="0"/>
              <a:t>) Jure </a:t>
            </a:r>
            <a:r>
              <a:rPr lang="en-US" i="1" dirty="0" err="1"/>
              <a:t>Leskovec</a:t>
            </a:r>
            <a:r>
              <a:rPr lang="en-US" i="1" dirty="0"/>
              <a:t>, </a:t>
            </a:r>
            <a:r>
              <a:rPr lang="en-US" i="1" dirty="0" err="1"/>
              <a:t>Anand</a:t>
            </a:r>
            <a:r>
              <a:rPr lang="en-US" i="1" dirty="0"/>
              <a:t> </a:t>
            </a:r>
            <a:r>
              <a:rPr lang="en-US" i="1" dirty="0" err="1"/>
              <a:t>Rajaraman</a:t>
            </a:r>
            <a:r>
              <a:rPr lang="en-US" i="1" dirty="0"/>
              <a:t>, Jeff Ullman. “</a:t>
            </a:r>
            <a:r>
              <a:rPr lang="en-US" b="1" i="1" dirty="0"/>
              <a:t>Mining of Massive Datasets</a:t>
            </a:r>
            <a:r>
              <a:rPr lang="en-US" i="1" dirty="0"/>
              <a:t>”. Book </a:t>
            </a:r>
            <a:r>
              <a:rPr lang="en-US" i="1" dirty="0" smtClean="0"/>
              <a:t>2</a:t>
            </a:r>
            <a:r>
              <a:rPr lang="en-US" i="1" baseline="30000" dirty="0" smtClean="0"/>
              <a:t>nd</a:t>
            </a:r>
            <a:r>
              <a:rPr lang="en-US" i="1" dirty="0" smtClean="0"/>
              <a:t> edition</a:t>
            </a:r>
            <a:r>
              <a:rPr lang="en-US" i="1" dirty="0"/>
              <a:t>. Cambridge University Press.</a:t>
            </a:r>
          </a:p>
          <a:p>
            <a:pPr marL="685800" fontAlgn="base">
              <a:spcAft>
                <a:spcPct val="0"/>
              </a:spcAft>
              <a:buFont typeface="Wingdings" panose="05000000000000000000" pitchFamily="2" charset="2"/>
              <a:buChar char="v"/>
            </a:pPr>
            <a:r>
              <a:rPr lang="en-US" i="1" dirty="0" smtClean="0"/>
              <a:t>(R3) Tan </a:t>
            </a:r>
            <a:r>
              <a:rPr lang="en-US" i="1" dirty="0"/>
              <a:t>P. N., Steinbach M &amp; Kumar V. “</a:t>
            </a:r>
            <a:r>
              <a:rPr lang="en-US" b="1" i="1" dirty="0"/>
              <a:t>Introduction to Data Mining</a:t>
            </a:r>
            <a:r>
              <a:rPr lang="en-US" i="1" dirty="0"/>
              <a:t>” Pearson Education, 2006</a:t>
            </a:r>
          </a:p>
        </p:txBody>
      </p:sp>
      <p:sp>
        <p:nvSpPr>
          <p:cNvPr id="3" name="Content Placeholder 2"/>
          <p:cNvSpPr>
            <a:spLocks noGrp="1"/>
          </p:cNvSpPr>
          <p:nvPr>
            <p:ph sz="quarter" idx="10"/>
          </p:nvPr>
        </p:nvSpPr>
        <p:spPr/>
        <p:txBody>
          <a:bodyPr/>
          <a:lstStyle/>
          <a:p>
            <a:r>
              <a:rPr lang="en-IN" dirty="0"/>
              <a:t>Resources</a:t>
            </a:r>
          </a:p>
        </p:txBody>
      </p:sp>
    </p:spTree>
    <p:extLst>
      <p:ext uri="{BB962C8B-B14F-4D97-AF65-F5344CB8AC3E}">
        <p14:creationId xmlns:p14="http://schemas.microsoft.com/office/powerpoint/2010/main" val="31535596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304800" y="609600"/>
            <a:ext cx="5775325" cy="708025"/>
          </a:xfrm>
          <a:prstGeom prst="rect">
            <a:avLst/>
          </a:prstGeom>
          <a:noFill/>
          <a:ln w="9525">
            <a:noFill/>
            <a:miter lim="800000"/>
            <a:headEnd/>
            <a:tailEnd/>
          </a:ln>
        </p:spPr>
        <p:txBody>
          <a:bodyPr wrap="none">
            <a:spAutoFit/>
          </a:bodyPr>
          <a:lstStyle/>
          <a:p>
            <a:pPr eaLnBrk="1" hangingPunct="1"/>
            <a:r>
              <a:rPr lang="en-US" sz="4000" b="1">
                <a:cs typeface="Arial" pitchFamily="34" charset="0"/>
              </a:rPr>
              <a:t>EVALUATION SCHEME</a:t>
            </a:r>
            <a:endParaRPr lang="en-US" sz="4000">
              <a:cs typeface="Arial"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356387927"/>
              </p:ext>
            </p:extLst>
          </p:nvPr>
        </p:nvGraphicFramePr>
        <p:xfrm>
          <a:off x="408215" y="1676399"/>
          <a:ext cx="7821387" cy="4648201"/>
        </p:xfrm>
        <a:graphic>
          <a:graphicData uri="http://schemas.openxmlformats.org/drawingml/2006/table">
            <a:tbl>
              <a:tblPr/>
              <a:tblGrid>
                <a:gridCol w="887185">
                  <a:extLst>
                    <a:ext uri="{9D8B030D-6E8A-4147-A177-3AD203B41FA5}">
                      <a16:colId xmlns:a16="http://schemas.microsoft.com/office/drawing/2014/main" val="20000"/>
                    </a:ext>
                  </a:extLst>
                </a:gridCol>
                <a:gridCol w="2514602">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685801">
                <a:tc>
                  <a:txBody>
                    <a:bodyPr/>
                    <a:lstStyle/>
                    <a:p>
                      <a:pPr algn="ctr">
                        <a:spcAft>
                          <a:spcPts val="0"/>
                        </a:spcAft>
                      </a:pPr>
                      <a:r>
                        <a:rPr lang="en-IN" sz="2000" b="1" kern="50" dirty="0">
                          <a:latin typeface="Calibri"/>
                          <a:ea typeface="WenQuanYi Micro Hei"/>
                          <a:cs typeface="Lohit Hindi"/>
                        </a:rPr>
                        <a:t>EC No</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b="1" kern="50" dirty="0">
                          <a:latin typeface="Calibri"/>
                          <a:ea typeface="WenQuanYi Micro Hei"/>
                          <a:cs typeface="Lohit Hindi"/>
                        </a:rPr>
                        <a:t>Component &amp; Nature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b="1" kern="50">
                          <a:latin typeface="Calibri"/>
                          <a:ea typeface="WenQuanYi Micro Hei"/>
                          <a:cs typeface="Lohit Hindi"/>
                        </a:rPr>
                        <a:t>Duration </a:t>
                      </a:r>
                      <a:endParaRPr lang="en-IN" sz="2000" kern="5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b="1" kern="50" dirty="0">
                          <a:latin typeface="Calibri"/>
                          <a:ea typeface="WenQuanYi Micro Hei"/>
                          <a:cs typeface="Lohit Hindi"/>
                        </a:rPr>
                        <a:t>Weightage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hangingPunct="0">
                        <a:spcAft>
                          <a:spcPts val="0"/>
                        </a:spcAft>
                      </a:pPr>
                      <a:r>
                        <a:rPr lang="en-US" sz="2000" b="1">
                          <a:latin typeface="Calibri"/>
                          <a:ea typeface="Times New Roman"/>
                          <a:cs typeface="Times New Roman"/>
                        </a:rPr>
                        <a:t>Date, Time</a:t>
                      </a:r>
                      <a:endParaRPr lang="en-IN" sz="2000" b="1">
                        <a:latin typeface="Calibri"/>
                        <a:ea typeface="Times New Roman"/>
                        <a:cs typeface="Times New Roman"/>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38200">
                <a:tc>
                  <a:txBody>
                    <a:bodyPr/>
                    <a:lstStyle/>
                    <a:p>
                      <a:pPr algn="ctr">
                        <a:spcAft>
                          <a:spcPts val="0"/>
                        </a:spcAft>
                      </a:pPr>
                      <a:r>
                        <a:rPr lang="en-IN" sz="2000" kern="50" dirty="0" smtClean="0">
                          <a:latin typeface="Times New Roman"/>
                          <a:ea typeface="WenQuanYi Micro Hei"/>
                          <a:cs typeface="Lohit Hindi"/>
                        </a:rPr>
                        <a:t>1.</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strike="noStrike" kern="50" baseline="0" dirty="0" smtClean="0">
                          <a:latin typeface="Times New Roman"/>
                          <a:ea typeface="WenQuanYi Micro Hei"/>
                          <a:cs typeface="Lohit Hindi"/>
                        </a:rPr>
                        <a:t>Quiz 1</a:t>
                      </a:r>
                      <a:endParaRPr lang="en-IN" sz="2000" strike="noStrike" kern="50" baseline="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Times New Roman"/>
                          <a:ea typeface="WenQuanYi Micro Hei"/>
                          <a:cs typeface="Lohit Hindi"/>
                        </a:rPr>
                        <a:t>-</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IN" sz="2000" kern="50" dirty="0" smtClean="0">
                          <a:latin typeface="Times New Roman"/>
                          <a:ea typeface="WenQuanYi Micro Hei"/>
                          <a:cs typeface="Lohit Hindi"/>
                        </a:rPr>
                        <a:t>5% (Best of the Two)</a:t>
                      </a:r>
                      <a:endParaRPr lang="en-IN" sz="2000" kern="50" dirty="0">
                        <a:latin typeface="Times New Roman"/>
                        <a:ea typeface="WenQuanYi Micro Hei"/>
                        <a:cs typeface="Lohit Hindi"/>
                      </a:endParaRPr>
                    </a:p>
                  </a:txBody>
                  <a:tcPr marL="61232" marR="6123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38200">
                <a:tc>
                  <a:txBody>
                    <a:bodyPr/>
                    <a:lstStyle/>
                    <a:p>
                      <a:pPr algn="ctr">
                        <a:spcAft>
                          <a:spcPts val="0"/>
                        </a:spcAft>
                      </a:pPr>
                      <a:r>
                        <a:rPr lang="en-IN" sz="2000" kern="50" dirty="0" smtClean="0">
                          <a:latin typeface="Calibri"/>
                          <a:ea typeface="WenQuanYi Micro Hei"/>
                          <a:cs typeface="Lohit Hindi"/>
                        </a:rPr>
                        <a:t>1.</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2000" kern="50" dirty="0" smtClean="0">
                          <a:latin typeface="+mn-lt"/>
                          <a:ea typeface="WenQuanYi Micro Hei"/>
                          <a:cs typeface="Lohit Hindi"/>
                        </a:rPr>
                        <a:t>Quiz</a:t>
                      </a:r>
                      <a:r>
                        <a:rPr lang="en-US" sz="2000" kern="50" baseline="0" dirty="0" smtClean="0">
                          <a:latin typeface="+mn-lt"/>
                          <a:ea typeface="WenQuanYi Micro Hei"/>
                          <a:cs typeface="Lohit Hindi"/>
                        </a:rPr>
                        <a:t> 2</a:t>
                      </a:r>
                      <a:endParaRPr lang="en-IN" sz="2000" kern="50" dirty="0" smtClean="0">
                        <a:latin typeface="+mn-lt"/>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Times New Roman"/>
                          <a:ea typeface="WenQuanYi Micro Hei"/>
                          <a:cs typeface="Lohit Hindi"/>
                        </a:rPr>
                        <a:t>-</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0486">
                <a:tc>
                  <a:txBody>
                    <a:bodyPr/>
                    <a:lstStyle/>
                    <a:p>
                      <a:pPr algn="ctr">
                        <a:spcAft>
                          <a:spcPts val="0"/>
                        </a:spcAft>
                      </a:pPr>
                      <a:r>
                        <a:rPr lang="en-IN" sz="2000" kern="50" dirty="0">
                          <a:latin typeface="Calibri"/>
                          <a:ea typeface="WenQuanYi Micro Hei"/>
                          <a:cs typeface="Lohit Hindi"/>
                        </a:rPr>
                        <a:t>1</a:t>
                      </a:r>
                      <a:r>
                        <a:rPr lang="en-IN" sz="2000" kern="50" dirty="0" smtClean="0">
                          <a:latin typeface="Calibri"/>
                          <a:ea typeface="WenQuanYi Micro Hei"/>
                          <a:cs typeface="Lohit Hindi"/>
                        </a:rPr>
                        <a:t>.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kern="50" dirty="0" smtClean="0">
                          <a:latin typeface="+mn-lt"/>
                          <a:ea typeface="WenQuanYi Micro Hei"/>
                          <a:cs typeface="Lohit Hindi"/>
                        </a:rPr>
                        <a:t>Assignment 1</a:t>
                      </a:r>
                      <a:endParaRPr lang="en-IN" sz="2000" strike="noStrike" kern="50" baseline="0" dirty="0" smtClean="0">
                        <a:latin typeface="Times New Roman"/>
                        <a:ea typeface="WenQuanYi Micro Hei"/>
                        <a:cs typeface="Lohit Hindi"/>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Calibri"/>
                          <a:ea typeface="WenQuanYi Micro Hei"/>
                          <a:cs typeface="Lohit Hindi"/>
                        </a:rPr>
                        <a:t>-</a:t>
                      </a:r>
                      <a:endParaRPr lang="en-IN" sz="2000" kern="50" dirty="0">
                        <a:latin typeface="Calibri"/>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Calibri"/>
                          <a:ea typeface="WenQuanYi Micro Hei"/>
                          <a:cs typeface="Lohit Hindi"/>
                        </a:rPr>
                        <a:t>25%</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51114">
                <a:tc>
                  <a:txBody>
                    <a:bodyPr/>
                    <a:lstStyle/>
                    <a:p>
                      <a:pPr algn="ctr">
                        <a:spcAft>
                          <a:spcPts val="0"/>
                        </a:spcAft>
                      </a:pPr>
                      <a:r>
                        <a:rPr lang="en-IN" sz="2000" kern="50" dirty="0" smtClean="0">
                          <a:latin typeface="Calibri"/>
                          <a:ea typeface="WenQuanYi Micro Hei"/>
                          <a:cs typeface="Lohit Hindi"/>
                        </a:rPr>
                        <a:t>2.</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kern="50" dirty="0" smtClean="0">
                          <a:latin typeface="Times New Roman"/>
                          <a:ea typeface="WenQuanYi Micro Hei"/>
                          <a:cs typeface="Lohit Hindi"/>
                        </a:rPr>
                        <a:t>Mid-Semester Test</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kern="50" dirty="0" smtClean="0">
                          <a:latin typeface="Times New Roman"/>
                          <a:ea typeface="WenQuanYi Micro Hei"/>
                          <a:cs typeface="Lohit Hindi"/>
                        </a:rPr>
                        <a:t>(Closed Book)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mn-lt"/>
                          <a:ea typeface="WenQuanYi Micro Hei"/>
                          <a:cs typeface="Lohit Hindi"/>
                        </a:rPr>
                        <a:t>2 hours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Times New Roman"/>
                          <a:ea typeface="WenQuanYi Micro Hei"/>
                          <a:cs typeface="Lohit Hindi"/>
                        </a:rPr>
                        <a:t>30%</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14400">
                <a:tc>
                  <a:txBody>
                    <a:bodyPr/>
                    <a:lstStyle/>
                    <a:p>
                      <a:pPr algn="ctr">
                        <a:spcAft>
                          <a:spcPts val="0"/>
                        </a:spcAft>
                      </a:pPr>
                      <a:r>
                        <a:rPr lang="en-IN" sz="2000" kern="50" dirty="0" smtClean="0">
                          <a:latin typeface="Times New Roman"/>
                          <a:ea typeface="WenQuanYi Micro Hei"/>
                          <a:cs typeface="Lohit Hindi"/>
                        </a:rPr>
                        <a:t>3.</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Calibri"/>
                          <a:ea typeface="WenQuanYi Micro Hei"/>
                          <a:cs typeface="Lohit Hindi"/>
                        </a:rPr>
                        <a:t>Comprehensive </a:t>
                      </a:r>
                      <a:r>
                        <a:rPr lang="en-IN" sz="2000" kern="50" dirty="0">
                          <a:latin typeface="Calibri"/>
                          <a:ea typeface="WenQuanYi Micro Hei"/>
                          <a:cs typeface="Lohit Hindi"/>
                        </a:rPr>
                        <a:t>Exam </a:t>
                      </a:r>
                      <a:endParaRPr lang="en-IN" sz="2000" kern="50" dirty="0">
                        <a:latin typeface="Times New Roman"/>
                        <a:ea typeface="WenQuanYi Micro Hei"/>
                        <a:cs typeface="Lohit Hindi"/>
                      </a:endParaRPr>
                    </a:p>
                    <a:p>
                      <a:pPr algn="ctr">
                        <a:spcAft>
                          <a:spcPts val="0"/>
                        </a:spcAft>
                      </a:pPr>
                      <a:r>
                        <a:rPr lang="en-IN" sz="2000" kern="50" dirty="0">
                          <a:latin typeface="Calibri"/>
                          <a:ea typeface="WenQuanYi Micro Hei"/>
                          <a:cs typeface="Lohit Hindi"/>
                        </a:rPr>
                        <a:t>(Open Book)</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a:latin typeface="Calibri"/>
                          <a:ea typeface="WenQuanYi Micro Hei"/>
                          <a:cs typeface="Lohit Hindi"/>
                        </a:rPr>
                        <a:t>3 hours </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kern="50" dirty="0" smtClean="0">
                          <a:latin typeface="Calibri"/>
                          <a:ea typeface="WenQuanYi Micro Hei"/>
                          <a:cs typeface="Lohit Hindi"/>
                        </a:rPr>
                        <a:t>40%</a:t>
                      </a: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IN" sz="2000" kern="50" dirty="0">
                        <a:latin typeface="Times New Roman"/>
                        <a:ea typeface="WenQuanYi Micro Hei"/>
                        <a:cs typeface="Lohit Hindi"/>
                      </a:endParaRPr>
                    </a:p>
                  </a:txBody>
                  <a:tcPr marL="61232" marR="612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buFont typeface="Wingdings" panose="05000000000000000000" pitchFamily="2" charset="2"/>
              <a:buChar char="v"/>
            </a:pPr>
            <a:r>
              <a:rPr lang="en-US" dirty="0"/>
              <a:t>Email </a:t>
            </a:r>
            <a:r>
              <a:rPr lang="en-US" dirty="0" smtClean="0"/>
              <a:t>etiquettes.</a:t>
            </a:r>
          </a:p>
          <a:p>
            <a:pPr>
              <a:buFont typeface="Wingdings" panose="05000000000000000000" pitchFamily="2" charset="2"/>
              <a:buChar char="v"/>
            </a:pPr>
            <a:r>
              <a:rPr lang="en-US" dirty="0" smtClean="0"/>
              <a:t>No “reply to all”; unless &amp; until unavoidable!</a:t>
            </a:r>
          </a:p>
          <a:p>
            <a:pPr>
              <a:buFont typeface="Wingdings" panose="05000000000000000000" pitchFamily="2" charset="2"/>
              <a:buChar char="v"/>
            </a:pPr>
            <a:r>
              <a:rPr lang="en-US" dirty="0" smtClean="0"/>
              <a:t>No Request to timeline extension, with the reason of being working professionals.</a:t>
            </a:r>
          </a:p>
          <a:p>
            <a:pPr>
              <a:buFont typeface="Wingdings" panose="05000000000000000000" pitchFamily="2" charset="2"/>
              <a:buChar char="v"/>
            </a:pPr>
            <a:r>
              <a:rPr lang="en-US" dirty="0" smtClean="0"/>
              <a:t>Continuous reading of papers &amp; books.</a:t>
            </a:r>
          </a:p>
          <a:p>
            <a:pPr>
              <a:buFont typeface="Wingdings" panose="05000000000000000000" pitchFamily="2" charset="2"/>
              <a:buChar char="v"/>
            </a:pPr>
            <a:endParaRPr lang="en-US" dirty="0" smtClean="0"/>
          </a:p>
          <a:p>
            <a:pPr>
              <a:buFont typeface="Wingdings" panose="05000000000000000000" pitchFamily="2" charset="2"/>
              <a:buChar char="v"/>
            </a:pPr>
            <a:endParaRPr lang="en-IN" dirty="0"/>
          </a:p>
        </p:txBody>
      </p:sp>
      <p:sp>
        <p:nvSpPr>
          <p:cNvPr id="3" name="Content Placeholder 2"/>
          <p:cNvSpPr>
            <a:spLocks noGrp="1"/>
          </p:cNvSpPr>
          <p:nvPr>
            <p:ph sz="quarter" idx="10"/>
          </p:nvPr>
        </p:nvSpPr>
        <p:spPr/>
        <p:txBody>
          <a:bodyPr/>
          <a:lstStyle/>
          <a:p>
            <a:r>
              <a:rPr lang="en-US" dirty="0" smtClean="0"/>
              <a:t>Few Requests</a:t>
            </a:r>
            <a:endParaRPr lang="en-IN" dirty="0"/>
          </a:p>
        </p:txBody>
      </p:sp>
    </p:spTree>
    <p:extLst>
      <p:ext uri="{BB962C8B-B14F-4D97-AF65-F5344CB8AC3E}">
        <p14:creationId xmlns:p14="http://schemas.microsoft.com/office/powerpoint/2010/main" val="6483819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52400" y="381000"/>
            <a:ext cx="8534400" cy="990600"/>
          </a:xfrm>
        </p:spPr>
        <p:txBody>
          <a:bodyPr>
            <a:normAutofit/>
          </a:bodyPr>
          <a:lstStyle/>
          <a:p>
            <a:pPr algn="l"/>
            <a:r>
              <a:rPr lang="en-IN" sz="3600" dirty="0"/>
              <a:t>Various type of </a:t>
            </a:r>
            <a:r>
              <a:rPr lang="en-IN" sz="3600" dirty="0" smtClean="0"/>
              <a:t>Graph Data </a:t>
            </a:r>
            <a:r>
              <a:rPr lang="en-IN" sz="3600" dirty="0"/>
              <a:t>for Graph </a:t>
            </a:r>
            <a:r>
              <a:rPr lang="en-IN" sz="3600" dirty="0" smtClean="0"/>
              <a:t>Mining</a:t>
            </a:r>
            <a:endParaRPr lang="en-IN" sz="3600" dirty="0"/>
          </a:p>
        </p:txBody>
      </p:sp>
      <p:pic>
        <p:nvPicPr>
          <p:cNvPr id="2" name="Picture 1"/>
          <p:cNvPicPr>
            <a:picLocks noChangeAspect="1"/>
          </p:cNvPicPr>
          <p:nvPr/>
        </p:nvPicPr>
        <p:blipFill>
          <a:blip r:embed="rId2"/>
          <a:stretch>
            <a:fillRect/>
          </a:stretch>
        </p:blipFill>
        <p:spPr>
          <a:xfrm>
            <a:off x="381000" y="1371600"/>
            <a:ext cx="8305800" cy="5094967"/>
          </a:xfrm>
          <a:prstGeom prst="rect">
            <a:avLst/>
          </a:prstGeom>
        </p:spPr>
      </p:pic>
    </p:spTree>
    <p:extLst>
      <p:ext uri="{BB962C8B-B14F-4D97-AF65-F5344CB8AC3E}">
        <p14:creationId xmlns:p14="http://schemas.microsoft.com/office/powerpoint/2010/main" val="14865815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a:xfrm>
            <a:off x="304800" y="1600200"/>
            <a:ext cx="8229600" cy="4953000"/>
          </a:xfrm>
        </p:spPr>
        <p:txBody>
          <a:bodyPr>
            <a:noAutofit/>
          </a:bodyPr>
          <a:lstStyle/>
          <a:p>
            <a:pPr fontAlgn="base">
              <a:spcAft>
                <a:spcPct val="0"/>
              </a:spcAft>
              <a:buFont typeface="Wingdings" panose="05000000000000000000" pitchFamily="2" charset="2"/>
              <a:buChar char="v"/>
            </a:pPr>
            <a:r>
              <a:rPr lang="en-US" sz="2000" dirty="0" smtClean="0"/>
              <a:t>Introduction to the Graphs</a:t>
            </a:r>
          </a:p>
          <a:p>
            <a:pPr lvl="1" fontAlgn="base">
              <a:spcAft>
                <a:spcPct val="0"/>
              </a:spcAft>
              <a:buFont typeface="Wingdings" panose="05000000000000000000" pitchFamily="2" charset="2"/>
              <a:buChar char="v"/>
            </a:pPr>
            <a:r>
              <a:rPr lang="en-IN" sz="2000" dirty="0"/>
              <a:t>Preliminaries</a:t>
            </a:r>
          </a:p>
          <a:p>
            <a:pPr fontAlgn="base">
              <a:spcAft>
                <a:spcPct val="0"/>
              </a:spcAft>
              <a:buFont typeface="Wingdings" panose="05000000000000000000" pitchFamily="2" charset="2"/>
              <a:buChar char="v"/>
            </a:pPr>
            <a:r>
              <a:rPr lang="en-IN" sz="2000" dirty="0" smtClean="0"/>
              <a:t>Graph Mining Applications</a:t>
            </a:r>
          </a:p>
          <a:p>
            <a:pPr fontAlgn="base">
              <a:spcAft>
                <a:spcPct val="0"/>
              </a:spcAft>
              <a:buFont typeface="Wingdings" panose="05000000000000000000" pitchFamily="2" charset="2"/>
              <a:buChar char="v"/>
            </a:pPr>
            <a:r>
              <a:rPr lang="en-IN" sz="2000" dirty="0" smtClean="0"/>
              <a:t>Overview of Graph mining Algorithms</a:t>
            </a:r>
          </a:p>
          <a:p>
            <a:pPr lvl="1" fontAlgn="base">
              <a:spcAft>
                <a:spcPct val="0"/>
              </a:spcAft>
              <a:buFont typeface="Wingdings" panose="05000000000000000000" pitchFamily="2" charset="2"/>
              <a:buChar char="v"/>
            </a:pPr>
            <a:r>
              <a:rPr lang="en-IN" sz="2000" dirty="0" smtClean="0"/>
              <a:t>Graph Data Management Algorithms</a:t>
            </a:r>
          </a:p>
          <a:p>
            <a:pPr lvl="2" fontAlgn="base">
              <a:spcAft>
                <a:spcPct val="0"/>
              </a:spcAf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Indexing</a:t>
            </a:r>
          </a:p>
          <a:p>
            <a:pPr lvl="2" fontAlgn="base">
              <a:spcAft>
                <a:spcPct val="0"/>
              </a:spcAf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Querying</a:t>
            </a:r>
          </a:p>
          <a:p>
            <a:pPr lvl="3" fontAlgn="base">
              <a:spcAft>
                <a:spcPct val="0"/>
              </a:spcAft>
              <a:buFont typeface="Wingdings" panose="05000000000000000000" pitchFamily="2" charset="2"/>
              <a:buChar char="v"/>
            </a:pPr>
            <a:r>
              <a:rPr lang="en-IN" dirty="0" smtClean="0">
                <a:latin typeface="Arial" panose="020B0604020202020204" pitchFamily="34" charset="0"/>
                <a:cs typeface="Arial" panose="020B0604020202020204" pitchFamily="34" charset="0"/>
              </a:rPr>
              <a:t>Reachability</a:t>
            </a:r>
          </a:p>
          <a:p>
            <a:pPr lvl="3" fontAlgn="base">
              <a:spcAft>
                <a:spcPct val="0"/>
              </a:spcAft>
              <a:buFont typeface="Wingdings" panose="05000000000000000000" pitchFamily="2" charset="2"/>
              <a:buChar char="v"/>
            </a:pPr>
            <a:r>
              <a:rPr lang="en-IN" dirty="0" smtClean="0">
                <a:latin typeface="Arial" panose="020B0604020202020204" pitchFamily="34" charset="0"/>
                <a:cs typeface="Arial" panose="020B0604020202020204" pitchFamily="34" charset="0"/>
              </a:rPr>
              <a:t>Matching</a:t>
            </a:r>
          </a:p>
          <a:p>
            <a:pPr lvl="3" fontAlgn="base">
              <a:spcAft>
                <a:spcPct val="0"/>
              </a:spcAft>
              <a:buFont typeface="Wingdings" panose="05000000000000000000" pitchFamily="2" charset="2"/>
              <a:buChar char="v"/>
            </a:pPr>
            <a:r>
              <a:rPr lang="en-IN" dirty="0" smtClean="0">
                <a:latin typeface="Arial" panose="020B0604020202020204" pitchFamily="34" charset="0"/>
                <a:cs typeface="Arial" panose="020B0604020202020204" pitchFamily="34" charset="0"/>
              </a:rPr>
              <a:t>Searching</a:t>
            </a:r>
          </a:p>
          <a:p>
            <a:pPr lvl="3" fontAlgn="base">
              <a:spcAft>
                <a:spcPct val="0"/>
              </a:spcAft>
              <a:buFont typeface="Wingdings" panose="05000000000000000000" pitchFamily="2" charset="2"/>
              <a:buChar char="v"/>
            </a:pPr>
            <a:r>
              <a:rPr lang="en-IN" dirty="0" smtClean="0">
                <a:latin typeface="Arial" panose="020B0604020202020204" pitchFamily="34" charset="0"/>
                <a:cs typeface="Arial" panose="020B0604020202020204" pitchFamily="34" charset="0"/>
              </a:rPr>
              <a:t>Summarization</a:t>
            </a:r>
          </a:p>
          <a:p>
            <a:pPr lvl="1" fontAlgn="base">
              <a:spcAft>
                <a:spcPct val="0"/>
              </a:spcAft>
              <a:buFont typeface="Wingdings" panose="05000000000000000000" pitchFamily="2" charset="2"/>
              <a:buChar char="v"/>
            </a:pPr>
            <a:r>
              <a:rPr lang="en-IN" sz="2000" dirty="0"/>
              <a:t>Dynamics of Dynamic Graphs (Time Evolving Graphs)</a:t>
            </a:r>
          </a:p>
          <a:p>
            <a:pPr lvl="2" fontAlgn="base">
              <a:spcAft>
                <a:spcPct val="0"/>
              </a:spcAft>
              <a:buFont typeface="Wingdings" panose="05000000000000000000" pitchFamily="2" charset="2"/>
              <a:buChar char="v"/>
            </a:pPr>
            <a:r>
              <a:rPr lang="en-IN" sz="2000" dirty="0">
                <a:latin typeface="Arial" panose="020B0604020202020204" pitchFamily="34" charset="0"/>
                <a:cs typeface="Arial" panose="020B0604020202020204" pitchFamily="34" charset="0"/>
              </a:rPr>
              <a:t>Densification</a:t>
            </a:r>
          </a:p>
          <a:p>
            <a:pPr lvl="2" fontAlgn="base">
              <a:spcAft>
                <a:spcPct val="0"/>
              </a:spcAft>
              <a:buFont typeface="Wingdings" panose="05000000000000000000" pitchFamily="2" charset="2"/>
              <a:buChar char="v"/>
            </a:pPr>
            <a:r>
              <a:rPr lang="en-IN" sz="2000" dirty="0">
                <a:latin typeface="Arial" panose="020B0604020202020204" pitchFamily="34" charset="0"/>
                <a:cs typeface="Arial" panose="020B0604020202020204" pitchFamily="34" charset="0"/>
              </a:rPr>
              <a:t>Radius &amp; Diameter of graph</a:t>
            </a:r>
          </a:p>
          <a:p>
            <a:pPr lvl="3" fontAlgn="base">
              <a:spcAft>
                <a:spcPct val="0"/>
              </a:spcAft>
              <a:buFont typeface="Wingdings" panose="05000000000000000000" pitchFamily="2" charset="2"/>
              <a:buChar char="v"/>
            </a:pPr>
            <a:endParaRPr lang="en-IN"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pPr>
              <a:defRPr/>
            </a:pPr>
            <a:r>
              <a:rPr lang="en-US" dirty="0" smtClean="0"/>
              <a:t>Course Outline</a:t>
            </a:r>
            <a:endParaRPr lang="en-US" dirty="0"/>
          </a:p>
        </p:txBody>
      </p:sp>
    </p:spTree>
    <p:extLst>
      <p:ext uri="{BB962C8B-B14F-4D97-AF65-F5344CB8AC3E}">
        <p14:creationId xmlns:p14="http://schemas.microsoft.com/office/powerpoint/2010/main" val="17528417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a:xfrm>
            <a:off x="304800" y="1600200"/>
            <a:ext cx="8686800" cy="5105400"/>
          </a:xfrm>
        </p:spPr>
        <p:txBody>
          <a:bodyPr>
            <a:noAutofit/>
          </a:bodyPr>
          <a:lstStyle/>
          <a:p>
            <a:pPr fontAlgn="base">
              <a:spcAft>
                <a:spcPct val="0"/>
              </a:spcAft>
              <a:buFont typeface="Wingdings" panose="05000000000000000000" pitchFamily="2" charset="2"/>
              <a:buChar char="v"/>
            </a:pPr>
            <a:r>
              <a:rPr lang="en-IN" sz="2200" b="1" dirty="0" smtClean="0"/>
              <a:t>Graph Mining Algorithms</a:t>
            </a:r>
          </a:p>
          <a:p>
            <a:pPr lvl="1" fontAlgn="base">
              <a:spcAft>
                <a:spcPct val="0"/>
              </a:spcAft>
              <a:buFont typeface="Wingdings" panose="05000000000000000000" pitchFamily="2" charset="2"/>
              <a:buChar char="v"/>
            </a:pPr>
            <a:r>
              <a:rPr lang="en-IN" sz="2200" dirty="0" smtClean="0"/>
              <a:t>Pattern Mining</a:t>
            </a:r>
          </a:p>
          <a:p>
            <a:pPr lvl="1" fontAlgn="base">
              <a:spcAft>
                <a:spcPct val="0"/>
              </a:spcAft>
              <a:buFont typeface="Wingdings" panose="05000000000000000000" pitchFamily="2" charset="2"/>
              <a:buChar char="v"/>
            </a:pPr>
            <a:r>
              <a:rPr lang="en-IN" sz="2200" dirty="0" smtClean="0"/>
              <a:t>Clustering</a:t>
            </a:r>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Node Clustering</a:t>
            </a:r>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Graph Clustering</a:t>
            </a:r>
          </a:p>
          <a:p>
            <a:pPr lvl="1" fontAlgn="base">
              <a:spcAft>
                <a:spcPct val="0"/>
              </a:spcAft>
              <a:buFont typeface="Wingdings" panose="05000000000000000000" pitchFamily="2" charset="2"/>
              <a:buChar char="v"/>
            </a:pPr>
            <a:r>
              <a:rPr lang="en-IN" sz="2200" dirty="0" smtClean="0"/>
              <a:t>Classification</a:t>
            </a:r>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Label Propagation</a:t>
            </a:r>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Graph Classification</a:t>
            </a:r>
          </a:p>
          <a:p>
            <a:pPr lvl="1" fontAlgn="base">
              <a:spcAft>
                <a:spcPct val="0"/>
              </a:spcAft>
              <a:buFont typeface="Wingdings" panose="05000000000000000000" pitchFamily="2" charset="2"/>
              <a:buChar char="v"/>
            </a:pPr>
            <a:r>
              <a:rPr lang="en-IN" sz="2200" dirty="0"/>
              <a:t>Graph Compression</a:t>
            </a:r>
          </a:p>
          <a:p>
            <a:pPr lvl="1" fontAlgn="base">
              <a:spcAft>
                <a:spcPct val="0"/>
              </a:spcAft>
              <a:buFont typeface="Wingdings" panose="05000000000000000000" pitchFamily="2" charset="2"/>
              <a:buChar char="v"/>
            </a:pPr>
            <a:r>
              <a:rPr lang="en-IN" sz="2200" dirty="0"/>
              <a:t>Other important topics </a:t>
            </a:r>
            <a:endParaRPr lang="en-IN" sz="2200" dirty="0" smtClean="0"/>
          </a:p>
          <a:p>
            <a:pPr lvl="2" fontAlgn="base">
              <a:spcAft>
                <a:spcPct val="0"/>
              </a:spcAft>
              <a:buFont typeface="Wingdings" panose="05000000000000000000" pitchFamily="2" charset="2"/>
              <a:buChar char="v"/>
            </a:pPr>
            <a:r>
              <a:rPr lang="en-IN" sz="2200" dirty="0" smtClean="0">
                <a:latin typeface="Arial" panose="020B0604020202020204" pitchFamily="34" charset="0"/>
                <a:cs typeface="Arial" panose="020B0604020202020204" pitchFamily="34" charset="0"/>
              </a:rPr>
              <a:t>(</a:t>
            </a:r>
            <a:r>
              <a:rPr lang="en-IN" sz="2200" dirty="0">
                <a:latin typeface="Arial" panose="020B0604020202020204" pitchFamily="34" charset="0"/>
                <a:cs typeface="Arial" panose="020B0604020202020204" pitchFamily="34" charset="0"/>
              </a:rPr>
              <a:t>graph model, laws, graph dynamics, social network analysis</a:t>
            </a:r>
            <a:r>
              <a:rPr lang="en-IN" sz="2200" dirty="0" smtClean="0">
                <a:latin typeface="Arial" panose="020B0604020202020204" pitchFamily="34" charset="0"/>
                <a:cs typeface="Arial" panose="020B0604020202020204" pitchFamily="34" charset="0"/>
              </a:rPr>
              <a:t>, visualization</a:t>
            </a:r>
            <a:r>
              <a:rPr lang="en-IN" sz="2200" dirty="0">
                <a:latin typeface="Arial" panose="020B0604020202020204" pitchFamily="34" charset="0"/>
                <a:cs typeface="Arial" panose="020B0604020202020204" pitchFamily="34" charset="0"/>
              </a:rPr>
              <a:t>, summarization, graph clustering, link analysis, …)</a:t>
            </a:r>
            <a:endParaRPr lang="en-IN" sz="22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pPr>
              <a:defRPr/>
            </a:pPr>
            <a:r>
              <a:rPr lang="en-US" dirty="0"/>
              <a:t>Course </a:t>
            </a:r>
            <a:r>
              <a:rPr lang="en-US" dirty="0" smtClean="0"/>
              <a:t>Outline ….</a:t>
            </a:r>
            <a:endParaRPr lang="en-US" dirty="0"/>
          </a:p>
        </p:txBody>
      </p:sp>
    </p:spTree>
    <p:extLst>
      <p:ext uri="{BB962C8B-B14F-4D97-AF65-F5344CB8AC3E}">
        <p14:creationId xmlns:p14="http://schemas.microsoft.com/office/powerpoint/2010/main" val="3377979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4876800"/>
          </a:xfrm>
        </p:spPr>
        <p:txBody>
          <a:bodyPr>
            <a:noAutofit/>
          </a:bodyPr>
          <a:lstStyle/>
          <a:p>
            <a:pPr>
              <a:buFont typeface="Wingdings" panose="05000000000000000000" pitchFamily="2" charset="2"/>
              <a:buChar char="v"/>
            </a:pPr>
            <a:r>
              <a:rPr lang="en-IN" dirty="0" smtClean="0"/>
              <a:t>Graph Terminologies.</a:t>
            </a:r>
          </a:p>
          <a:p>
            <a:pPr lvl="1">
              <a:buFont typeface="Wingdings" panose="05000000000000000000" pitchFamily="2" charset="2"/>
              <a:buChar char="v"/>
            </a:pPr>
            <a:r>
              <a:rPr lang="en-US" sz="2400" dirty="0" smtClean="0"/>
              <a:t>Nodes</a:t>
            </a:r>
          </a:p>
          <a:p>
            <a:pPr lvl="1">
              <a:buFont typeface="Wingdings" panose="05000000000000000000" pitchFamily="2" charset="2"/>
              <a:buChar char="v"/>
            </a:pPr>
            <a:r>
              <a:rPr lang="en-US" sz="2400" dirty="0" smtClean="0"/>
              <a:t>Edges</a:t>
            </a:r>
          </a:p>
          <a:p>
            <a:pPr lvl="1">
              <a:buFont typeface="Wingdings" panose="05000000000000000000" pitchFamily="2" charset="2"/>
              <a:buChar char="v"/>
            </a:pPr>
            <a:r>
              <a:rPr lang="en-US" sz="2400" dirty="0" smtClean="0"/>
              <a:t>Degree and Degree distribution</a:t>
            </a:r>
          </a:p>
          <a:p>
            <a:pPr lvl="1">
              <a:buFont typeface="Wingdings" panose="05000000000000000000" pitchFamily="2" charset="2"/>
              <a:buChar char="v"/>
            </a:pPr>
            <a:r>
              <a:rPr lang="en-IN" sz="2400" dirty="0" smtClean="0"/>
              <a:t>Weighted - unweighted, </a:t>
            </a:r>
          </a:p>
          <a:p>
            <a:pPr lvl="1">
              <a:buFont typeface="Wingdings" panose="05000000000000000000" pitchFamily="2" charset="2"/>
              <a:buChar char="v"/>
            </a:pPr>
            <a:r>
              <a:rPr lang="en-IN" sz="2400" dirty="0" smtClean="0"/>
              <a:t>Storage of graph: Matrix-list.. </a:t>
            </a:r>
          </a:p>
          <a:p>
            <a:pPr lvl="1">
              <a:buFont typeface="Wingdings" panose="05000000000000000000" pitchFamily="2" charset="2"/>
              <a:buChar char="v"/>
            </a:pPr>
            <a:r>
              <a:rPr lang="en-US" sz="2400" dirty="0" smtClean="0"/>
              <a:t>Tree, Forest, Spanning tree</a:t>
            </a:r>
          </a:p>
          <a:p>
            <a:pPr lvl="1">
              <a:buFont typeface="Wingdings" panose="05000000000000000000" pitchFamily="2" charset="2"/>
              <a:buChar char="v"/>
            </a:pPr>
            <a:r>
              <a:rPr lang="en-US" sz="2400" dirty="0" smtClean="0"/>
              <a:t>Traversal: DFS, BFS</a:t>
            </a:r>
          </a:p>
          <a:p>
            <a:pPr lvl="1">
              <a:buFont typeface="Wingdings" panose="05000000000000000000" pitchFamily="2" charset="2"/>
              <a:buChar char="v"/>
            </a:pPr>
            <a:r>
              <a:rPr lang="en-US" sz="2400" dirty="0" smtClean="0"/>
              <a:t>Paths, </a:t>
            </a:r>
            <a:r>
              <a:rPr lang="en-IN" sz="2400" dirty="0"/>
              <a:t>Connected – disconnected</a:t>
            </a:r>
          </a:p>
          <a:p>
            <a:pPr lvl="1">
              <a:buFont typeface="Wingdings" panose="05000000000000000000" pitchFamily="2" charset="2"/>
              <a:buChar char="v"/>
            </a:pPr>
            <a:endParaRPr lang="en-IN" sz="2400" dirty="0" smtClean="0"/>
          </a:p>
          <a:p>
            <a:pPr lvl="1">
              <a:buFont typeface="Wingdings" panose="05000000000000000000" pitchFamily="2" charset="2"/>
              <a:buChar char="v"/>
            </a:pPr>
            <a:endParaRPr lang="en-IN" sz="2400" dirty="0" smtClean="0"/>
          </a:p>
        </p:txBody>
      </p:sp>
      <p:sp>
        <p:nvSpPr>
          <p:cNvPr id="4" name="Content Placeholder 2"/>
          <p:cNvSpPr>
            <a:spLocks noGrp="1"/>
          </p:cNvSpPr>
          <p:nvPr>
            <p:ph sz="quarter" idx="10"/>
          </p:nvPr>
        </p:nvSpPr>
        <p:spPr/>
        <p:txBody>
          <a:bodyPr/>
          <a:lstStyle/>
          <a:p>
            <a:r>
              <a:rPr lang="en-IN" dirty="0" smtClean="0"/>
              <a:t>Prerequisite</a:t>
            </a:r>
            <a:endParaRPr lang="en-IN" dirty="0"/>
          </a:p>
        </p:txBody>
      </p:sp>
      <p:pic>
        <p:nvPicPr>
          <p:cNvPr id="3" name="Picture 2"/>
          <p:cNvPicPr>
            <a:picLocks noChangeAspect="1"/>
          </p:cNvPicPr>
          <p:nvPr/>
        </p:nvPicPr>
        <p:blipFill>
          <a:blip r:embed="rId2"/>
          <a:stretch>
            <a:fillRect/>
          </a:stretch>
        </p:blipFill>
        <p:spPr>
          <a:xfrm>
            <a:off x="6019800" y="758536"/>
            <a:ext cx="2959686" cy="2437603"/>
          </a:xfrm>
          <a:prstGeom prst="rect">
            <a:avLst/>
          </a:prstGeom>
        </p:spPr>
      </p:pic>
      <p:pic>
        <p:nvPicPr>
          <p:cNvPr id="5" name="Picture 4"/>
          <p:cNvPicPr>
            <a:picLocks noChangeAspect="1"/>
          </p:cNvPicPr>
          <p:nvPr/>
        </p:nvPicPr>
        <p:blipFill>
          <a:blip r:embed="rId3"/>
          <a:stretch>
            <a:fillRect/>
          </a:stretch>
        </p:blipFill>
        <p:spPr>
          <a:xfrm>
            <a:off x="4207819" y="3827162"/>
            <a:ext cx="4732229" cy="1125838"/>
          </a:xfrm>
          <a:prstGeom prst="rect">
            <a:avLst/>
          </a:prstGeom>
        </p:spPr>
      </p:pic>
    </p:spTree>
    <p:extLst>
      <p:ext uri="{BB962C8B-B14F-4D97-AF65-F5344CB8AC3E}">
        <p14:creationId xmlns:p14="http://schemas.microsoft.com/office/powerpoint/2010/main" val="898666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4876800"/>
          </a:xfrm>
        </p:spPr>
        <p:txBody>
          <a:bodyPr>
            <a:noAutofit/>
          </a:bodyPr>
          <a:lstStyle/>
          <a:p>
            <a:pPr>
              <a:buFont typeface="Wingdings" panose="05000000000000000000" pitchFamily="2" charset="2"/>
              <a:buChar char="v"/>
            </a:pPr>
            <a:r>
              <a:rPr lang="en-IN" sz="2000" dirty="0" smtClean="0"/>
              <a:t>NP Complete Problems.</a:t>
            </a:r>
          </a:p>
          <a:p>
            <a:pPr>
              <a:buFont typeface="Wingdings" panose="05000000000000000000" pitchFamily="2" charset="2"/>
              <a:buChar char="v"/>
            </a:pPr>
            <a:r>
              <a:rPr lang="en-IN" sz="2000" dirty="0" smtClean="0"/>
              <a:t>Graph Isomorphism.</a:t>
            </a:r>
          </a:p>
          <a:p>
            <a:pPr>
              <a:buFont typeface="Wingdings" panose="05000000000000000000" pitchFamily="2" charset="2"/>
              <a:buChar char="v"/>
            </a:pPr>
            <a:r>
              <a:rPr lang="en-IN" sz="2000" dirty="0" smtClean="0"/>
              <a:t>Graph Matching.</a:t>
            </a:r>
          </a:p>
          <a:p>
            <a:pPr lvl="1">
              <a:buFont typeface="Wingdings" panose="05000000000000000000" pitchFamily="2" charset="2"/>
              <a:buChar char="v"/>
            </a:pPr>
            <a:r>
              <a:rPr lang="en-IN" sz="2000" dirty="0" smtClean="0"/>
              <a:t>Edit Distance</a:t>
            </a:r>
          </a:p>
          <a:p>
            <a:pPr>
              <a:buFont typeface="Wingdings" panose="05000000000000000000" pitchFamily="2" charset="2"/>
              <a:buChar char="v"/>
            </a:pPr>
            <a:r>
              <a:rPr lang="en-IN" sz="2000" dirty="0" smtClean="0"/>
              <a:t>Sub Graph Isomorphism.</a:t>
            </a:r>
          </a:p>
          <a:p>
            <a:pPr>
              <a:buFont typeface="Wingdings" panose="05000000000000000000" pitchFamily="2" charset="2"/>
              <a:buChar char="v"/>
            </a:pPr>
            <a:r>
              <a:rPr lang="en-IN" sz="2000" dirty="0"/>
              <a:t>Graph Summarization </a:t>
            </a:r>
            <a:endParaRPr lang="en-IN" sz="2000" dirty="0" smtClean="0"/>
          </a:p>
          <a:p>
            <a:pPr lvl="1">
              <a:buFont typeface="Wingdings" panose="05000000000000000000" pitchFamily="2" charset="2"/>
              <a:buChar char="v"/>
            </a:pPr>
            <a:r>
              <a:rPr lang="en-IN" sz="2000" dirty="0" smtClean="0"/>
              <a:t>Google Maps example</a:t>
            </a:r>
          </a:p>
          <a:p>
            <a:pPr>
              <a:buFont typeface="Wingdings" panose="05000000000000000000" pitchFamily="2" charset="2"/>
              <a:buChar char="v"/>
            </a:pPr>
            <a:r>
              <a:rPr lang="en-IN" sz="2000" dirty="0" smtClean="0"/>
              <a:t>Graph Partitioning</a:t>
            </a:r>
          </a:p>
          <a:p>
            <a:pPr lvl="1">
              <a:buFont typeface="Wingdings" panose="05000000000000000000" pitchFamily="2" charset="2"/>
              <a:buChar char="v"/>
            </a:pPr>
            <a:r>
              <a:rPr lang="en-IN" sz="2000" dirty="0" smtClean="0"/>
              <a:t>Cut Vertex</a:t>
            </a:r>
          </a:p>
          <a:p>
            <a:pPr lvl="1">
              <a:buFont typeface="Wingdings" panose="05000000000000000000" pitchFamily="2" charset="2"/>
              <a:buChar char="v"/>
            </a:pPr>
            <a:r>
              <a:rPr lang="en-IN" sz="2000" dirty="0" smtClean="0"/>
              <a:t>Cut Edge</a:t>
            </a:r>
          </a:p>
          <a:p>
            <a:pPr lvl="1">
              <a:buFont typeface="Wingdings" panose="05000000000000000000" pitchFamily="2" charset="2"/>
              <a:buChar char="v"/>
            </a:pPr>
            <a:r>
              <a:rPr lang="en-US" sz="2000" dirty="0" smtClean="0"/>
              <a:t>Bipartite graph</a:t>
            </a:r>
            <a:endParaRPr lang="en-IN" sz="2000" dirty="0" smtClean="0"/>
          </a:p>
        </p:txBody>
      </p:sp>
      <p:sp>
        <p:nvSpPr>
          <p:cNvPr id="4" name="Content Placeholder 2"/>
          <p:cNvSpPr>
            <a:spLocks noGrp="1"/>
          </p:cNvSpPr>
          <p:nvPr>
            <p:ph sz="quarter" idx="10"/>
          </p:nvPr>
        </p:nvSpPr>
        <p:spPr/>
        <p:txBody>
          <a:bodyPr/>
          <a:lstStyle/>
          <a:p>
            <a:r>
              <a:rPr lang="en-IN" dirty="0" smtClean="0"/>
              <a:t>Prerequisite</a:t>
            </a:r>
            <a:endParaRPr lang="en-IN" dirty="0"/>
          </a:p>
        </p:txBody>
      </p:sp>
      <p:pic>
        <p:nvPicPr>
          <p:cNvPr id="3" name="Picture 2"/>
          <p:cNvPicPr>
            <a:picLocks noChangeAspect="1"/>
          </p:cNvPicPr>
          <p:nvPr/>
        </p:nvPicPr>
        <p:blipFill>
          <a:blip r:embed="rId2"/>
          <a:stretch>
            <a:fillRect/>
          </a:stretch>
        </p:blipFill>
        <p:spPr>
          <a:xfrm>
            <a:off x="3962400" y="723900"/>
            <a:ext cx="5062257" cy="2062163"/>
          </a:xfrm>
          <a:prstGeom prst="rect">
            <a:avLst/>
          </a:prstGeom>
        </p:spPr>
      </p:pic>
      <p:grpSp>
        <p:nvGrpSpPr>
          <p:cNvPr id="8" name="Group 7"/>
          <p:cNvGrpSpPr/>
          <p:nvPr/>
        </p:nvGrpSpPr>
        <p:grpSpPr>
          <a:xfrm>
            <a:off x="3962400" y="2792990"/>
            <a:ext cx="5062257" cy="2085976"/>
            <a:chOff x="3962400" y="2792990"/>
            <a:chExt cx="5062257" cy="2085976"/>
          </a:xfrm>
        </p:grpSpPr>
        <p:pic>
          <p:nvPicPr>
            <p:cNvPr id="5" name="Picture 4"/>
            <p:cNvPicPr>
              <a:picLocks noChangeAspect="1"/>
            </p:cNvPicPr>
            <p:nvPr/>
          </p:nvPicPr>
          <p:blipFill>
            <a:blip r:embed="rId3"/>
            <a:stretch>
              <a:fillRect/>
            </a:stretch>
          </p:blipFill>
          <p:spPr>
            <a:xfrm>
              <a:off x="3962400" y="2792990"/>
              <a:ext cx="1905000" cy="2085975"/>
            </a:xfrm>
            <a:prstGeom prst="rect">
              <a:avLst/>
            </a:prstGeom>
          </p:spPr>
        </p:pic>
        <p:pic>
          <p:nvPicPr>
            <p:cNvPr id="7" name="Picture 6"/>
            <p:cNvPicPr>
              <a:picLocks noChangeAspect="1"/>
            </p:cNvPicPr>
            <p:nvPr/>
          </p:nvPicPr>
          <p:blipFill>
            <a:blip r:embed="rId4"/>
            <a:stretch>
              <a:fillRect/>
            </a:stretch>
          </p:blipFill>
          <p:spPr>
            <a:xfrm>
              <a:off x="7315200" y="2792990"/>
              <a:ext cx="1709457" cy="2085976"/>
            </a:xfrm>
            <a:prstGeom prst="rect">
              <a:avLst/>
            </a:prstGeom>
          </p:spPr>
        </p:pic>
      </p:grpSp>
      <mc:AlternateContent xmlns:mc="http://schemas.openxmlformats.org/markup-compatibility/2006">
        <mc:Choice xmlns:p14="http://schemas.microsoft.com/office/powerpoint/2010/main" Requires="p14">
          <p:contentPart p14:bwMode="auto" r:id="rId5">
            <p14:nvContentPartPr>
              <p14:cNvPr id="6" name="Ink 5"/>
              <p14:cNvContentPartPr/>
              <p14:nvPr/>
            </p14:nvContentPartPr>
            <p14:xfrm>
              <a:off x="843480" y="2579400"/>
              <a:ext cx="7979760" cy="3557160"/>
            </p14:xfrm>
          </p:contentPart>
        </mc:Choice>
        <mc:Fallback>
          <p:pic>
            <p:nvPicPr>
              <p:cNvPr id="6" name="Ink 5"/>
              <p:cNvPicPr/>
              <p:nvPr/>
            </p:nvPicPr>
            <p:blipFill>
              <a:blip r:embed="rId6"/>
              <a:stretch>
                <a:fillRect/>
              </a:stretch>
            </p:blipFill>
            <p:spPr>
              <a:xfrm>
                <a:off x="835200" y="2567880"/>
                <a:ext cx="7998840" cy="3580920"/>
              </a:xfrm>
              <a:prstGeom prst="rect">
                <a:avLst/>
              </a:prstGeom>
            </p:spPr>
          </p:pic>
        </mc:Fallback>
      </mc:AlternateContent>
    </p:spTree>
    <p:extLst>
      <p:ext uri="{BB962C8B-B14F-4D97-AF65-F5344CB8AC3E}">
        <p14:creationId xmlns:p14="http://schemas.microsoft.com/office/powerpoint/2010/main" val="225914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9" end="9"/>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a:buFont typeface="Wingdings" panose="05000000000000000000" pitchFamily="2" charset="2"/>
              <a:buChar char="v"/>
            </a:pPr>
            <a:r>
              <a:rPr lang="en-US" dirty="0" smtClean="0"/>
              <a:t>Random Walk</a:t>
            </a:r>
            <a:endParaRPr lang="en-IN" dirty="0" smtClean="0"/>
          </a:p>
          <a:p>
            <a:pPr>
              <a:buFont typeface="Wingdings" panose="05000000000000000000" pitchFamily="2" charset="2"/>
              <a:buChar char="v"/>
            </a:pPr>
            <a:r>
              <a:rPr lang="en-IN" dirty="0" smtClean="0"/>
              <a:t>Cliques</a:t>
            </a:r>
          </a:p>
          <a:p>
            <a:pPr>
              <a:buFont typeface="Wingdings" panose="05000000000000000000" pitchFamily="2" charset="2"/>
              <a:buChar char="v"/>
            </a:pPr>
            <a:r>
              <a:rPr lang="en-IN" dirty="0" smtClean="0"/>
              <a:t>Planar &amp; Non Planar Graphs.</a:t>
            </a:r>
          </a:p>
          <a:p>
            <a:pPr>
              <a:buFont typeface="Wingdings" panose="05000000000000000000" pitchFamily="2" charset="2"/>
              <a:buChar char="v"/>
            </a:pPr>
            <a:r>
              <a:rPr lang="en-IN" dirty="0" smtClean="0"/>
              <a:t>Pattern Matching.</a:t>
            </a:r>
          </a:p>
          <a:p>
            <a:pPr>
              <a:buFont typeface="Wingdings" panose="05000000000000000000" pitchFamily="2" charset="2"/>
              <a:buChar char="v"/>
            </a:pPr>
            <a:r>
              <a:rPr lang="en-IN" dirty="0" smtClean="0"/>
              <a:t>Disk Resident Graphs.</a:t>
            </a:r>
          </a:p>
          <a:p>
            <a:pPr lvl="1">
              <a:buFont typeface="Wingdings" panose="05000000000000000000" pitchFamily="2" charset="2"/>
              <a:buChar char="v"/>
            </a:pPr>
            <a:r>
              <a:rPr lang="en-IN" sz="2400" dirty="0" smtClean="0"/>
              <a:t>Why </a:t>
            </a:r>
            <a:r>
              <a:rPr lang="en-IN" sz="2400" dirty="0"/>
              <a:t>the algorithms using </a:t>
            </a:r>
            <a:r>
              <a:rPr lang="en-IN" sz="2400" dirty="0" smtClean="0"/>
              <a:t>random </a:t>
            </a:r>
            <a:r>
              <a:rPr lang="en-IN" sz="2400" dirty="0"/>
              <a:t>edges/nodes are not suitable for disk resident </a:t>
            </a:r>
            <a:r>
              <a:rPr lang="en-IN" sz="2400" dirty="0" smtClean="0"/>
              <a:t>graphs</a:t>
            </a:r>
          </a:p>
          <a:p>
            <a:pPr>
              <a:buFont typeface="Wingdings" panose="05000000000000000000" pitchFamily="2" charset="2"/>
              <a:buChar char="v"/>
            </a:pPr>
            <a:r>
              <a:rPr lang="en-IN" dirty="0"/>
              <a:t>Graph Connectivity, </a:t>
            </a:r>
            <a:endParaRPr lang="en-IN" dirty="0" smtClean="0"/>
          </a:p>
          <a:p>
            <a:pPr lvl="1">
              <a:buFont typeface="Wingdings" panose="05000000000000000000" pitchFamily="2" charset="2"/>
              <a:buChar char="v"/>
            </a:pPr>
            <a:r>
              <a:rPr lang="en-IN" sz="2400" dirty="0" smtClean="0"/>
              <a:t>Max </a:t>
            </a:r>
            <a:r>
              <a:rPr lang="en-IN" sz="2400" dirty="0"/>
              <a:t>Flow - </a:t>
            </a:r>
            <a:r>
              <a:rPr lang="en-IN" sz="2400" dirty="0" smtClean="0"/>
              <a:t>Min </a:t>
            </a:r>
            <a:r>
              <a:rPr lang="en-IN" sz="2400" dirty="0"/>
              <a:t>Cut </a:t>
            </a:r>
            <a:endParaRPr lang="en-IN" sz="2400" dirty="0" smtClean="0"/>
          </a:p>
          <a:p>
            <a:pPr>
              <a:buFont typeface="Wingdings" panose="05000000000000000000" pitchFamily="2" charset="2"/>
              <a:buChar char="v"/>
            </a:pPr>
            <a:r>
              <a:rPr lang="en-IN" dirty="0" smtClean="0"/>
              <a:t>Connected </a:t>
            </a:r>
            <a:r>
              <a:rPr lang="en-IN" dirty="0"/>
              <a:t>C</a:t>
            </a:r>
            <a:r>
              <a:rPr lang="en-IN" dirty="0" smtClean="0"/>
              <a:t>omponents</a:t>
            </a:r>
          </a:p>
          <a:p>
            <a:pPr lvl="1">
              <a:buFont typeface="Wingdings" panose="05000000000000000000" pitchFamily="2" charset="2"/>
              <a:buChar char="v"/>
            </a:pPr>
            <a:r>
              <a:rPr lang="en-IN" sz="2400" dirty="0" smtClean="0"/>
              <a:t>Largest Connected Components</a:t>
            </a:r>
          </a:p>
          <a:p>
            <a:pPr>
              <a:buFont typeface="Wingdings" panose="05000000000000000000" pitchFamily="2" charset="2"/>
              <a:buChar char="v"/>
            </a:pPr>
            <a:r>
              <a:rPr lang="en-IN" dirty="0" smtClean="0"/>
              <a:t>Lowest common ancestor.</a:t>
            </a:r>
          </a:p>
          <a:p>
            <a:pPr>
              <a:buFont typeface="Wingdings" panose="05000000000000000000" pitchFamily="2" charset="2"/>
              <a:buChar char="v"/>
            </a:pPr>
            <a:r>
              <a:rPr lang="en-IN" dirty="0" smtClean="0"/>
              <a:t>……</a:t>
            </a:r>
          </a:p>
          <a:p>
            <a:pPr lvl="1">
              <a:buFont typeface="Wingdings" panose="05000000000000000000" pitchFamily="2" charset="2"/>
              <a:buChar char="v"/>
            </a:pPr>
            <a:endParaRPr lang="en-IN" sz="2400" dirty="0" smtClean="0"/>
          </a:p>
          <a:p>
            <a:pPr>
              <a:buFont typeface="Wingdings" panose="05000000000000000000" pitchFamily="2" charset="2"/>
              <a:buChar char="v"/>
            </a:pPr>
            <a:endParaRPr lang="en-IN" dirty="0" smtClean="0"/>
          </a:p>
          <a:p>
            <a:endParaRPr lang="en-IN" dirty="0"/>
          </a:p>
        </p:txBody>
      </p:sp>
      <p:sp>
        <p:nvSpPr>
          <p:cNvPr id="4" name="Content Placeholder 2"/>
          <p:cNvSpPr>
            <a:spLocks noGrp="1"/>
          </p:cNvSpPr>
          <p:nvPr>
            <p:ph sz="quarter" idx="10"/>
          </p:nvPr>
        </p:nvSpPr>
        <p:spPr/>
        <p:txBody>
          <a:bodyPr/>
          <a:lstStyle/>
          <a:p>
            <a:r>
              <a:rPr lang="en-IN" dirty="0" smtClean="0"/>
              <a:t>Prerequisite….</a:t>
            </a:r>
            <a:endParaRPr lang="en-IN" dirty="0"/>
          </a:p>
        </p:txBody>
      </p:sp>
      <mc:AlternateContent xmlns:mc="http://schemas.openxmlformats.org/markup-compatibility/2006">
        <mc:Choice xmlns:p14="http://schemas.microsoft.com/office/powerpoint/2010/main" Requires="p14">
          <p:contentPart p14:bwMode="auto" r:id="rId2">
            <p14:nvContentPartPr>
              <p14:cNvPr id="3" name="Ink 2"/>
              <p14:cNvContentPartPr/>
              <p14:nvPr/>
            </p14:nvContentPartPr>
            <p14:xfrm>
              <a:off x="313200" y="258480"/>
              <a:ext cx="8717400" cy="4064760"/>
            </p14:xfrm>
          </p:contentPart>
        </mc:Choice>
        <mc:Fallback>
          <p:pic>
            <p:nvPicPr>
              <p:cNvPr id="3" name="Ink 2"/>
              <p:cNvPicPr/>
              <p:nvPr/>
            </p:nvPicPr>
            <p:blipFill>
              <a:blip r:embed="rId3"/>
              <a:stretch>
                <a:fillRect/>
              </a:stretch>
            </p:blipFill>
            <p:spPr>
              <a:xfrm>
                <a:off x="303480" y="249120"/>
                <a:ext cx="8739000" cy="4085280"/>
              </a:xfrm>
              <a:prstGeom prst="rect">
                <a:avLst/>
              </a:prstGeom>
            </p:spPr>
          </p:pic>
        </mc:Fallback>
      </mc:AlternateContent>
    </p:spTree>
    <p:extLst>
      <p:ext uri="{BB962C8B-B14F-4D97-AF65-F5344CB8AC3E}">
        <p14:creationId xmlns:p14="http://schemas.microsoft.com/office/powerpoint/2010/main" val="250563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Topics for Assignments/Presentation</a:t>
            </a:r>
            <a:endParaRPr lang="en-IN" dirty="0"/>
          </a:p>
        </p:txBody>
      </p:sp>
      <p:sp>
        <p:nvSpPr>
          <p:cNvPr id="5" name="Content Placeholder 4"/>
          <p:cNvSpPr>
            <a:spLocks noGrp="1"/>
          </p:cNvSpPr>
          <p:nvPr>
            <p:ph idx="1"/>
          </p:nvPr>
        </p:nvSpPr>
        <p:spPr/>
        <p:txBody>
          <a:bodyPr/>
          <a:lstStyle/>
          <a:p>
            <a:pPr marL="457200" indent="-457200">
              <a:buFont typeface="+mj-lt"/>
              <a:buAutoNum type="arabicPeriod"/>
            </a:pPr>
            <a:r>
              <a:rPr lang="en-US" dirty="0" smtClean="0"/>
              <a:t>Graph Isomorphic algorithms</a:t>
            </a:r>
          </a:p>
          <a:p>
            <a:pPr marL="457200" indent="-457200">
              <a:buFont typeface="+mj-lt"/>
              <a:buAutoNum type="arabicPeriod"/>
            </a:pPr>
            <a:r>
              <a:rPr lang="en-US" dirty="0" smtClean="0"/>
              <a:t>Diameter </a:t>
            </a:r>
            <a:r>
              <a:rPr lang="en-US" dirty="0"/>
              <a:t>&amp; </a:t>
            </a:r>
            <a:r>
              <a:rPr lang="en-US" dirty="0" smtClean="0"/>
              <a:t>Reachability calculation algorithm</a:t>
            </a:r>
          </a:p>
          <a:p>
            <a:pPr marL="457200" indent="-457200">
              <a:buFont typeface="+mj-lt"/>
              <a:buAutoNum type="arabicPeriod"/>
            </a:pPr>
            <a:r>
              <a:rPr lang="en-US" dirty="0" smtClean="0"/>
              <a:t>Topic sensitive page rank algorithm</a:t>
            </a:r>
          </a:p>
          <a:p>
            <a:pPr marL="457200" indent="-457200">
              <a:buFont typeface="+mj-lt"/>
              <a:buAutoNum type="arabicPeriod"/>
            </a:pPr>
            <a:r>
              <a:rPr lang="en-US" dirty="0" err="1" smtClean="0"/>
              <a:t>SimRank</a:t>
            </a:r>
            <a:r>
              <a:rPr lang="en-US" dirty="0" smtClean="0"/>
              <a:t> algorithm </a:t>
            </a:r>
            <a:endParaRPr lang="en-US" dirty="0"/>
          </a:p>
          <a:p>
            <a:pPr marL="457200" indent="-457200">
              <a:buFont typeface="+mj-lt"/>
              <a:buAutoNum type="arabicPeriod"/>
            </a:pPr>
            <a:r>
              <a:rPr lang="en-IN" dirty="0" err="1" smtClean="0"/>
              <a:t>Kerninghan</a:t>
            </a:r>
            <a:r>
              <a:rPr lang="en-IN" dirty="0" smtClean="0"/>
              <a:t>-Lin algorithm &amp; </a:t>
            </a:r>
            <a:r>
              <a:rPr lang="en-IN" dirty="0"/>
              <a:t>The Girvan-Newman Algorithm</a:t>
            </a:r>
          </a:p>
          <a:p>
            <a:pPr marL="457200" indent="-457200">
              <a:buFont typeface="+mj-lt"/>
              <a:buAutoNum type="arabicPeriod"/>
            </a:pPr>
            <a:r>
              <a:rPr lang="en-US" dirty="0" err="1" smtClean="0"/>
              <a:t>gSpan</a:t>
            </a:r>
            <a:r>
              <a:rPr lang="en-US" dirty="0" smtClean="0"/>
              <a:t> Algorithm</a:t>
            </a:r>
            <a:endParaRPr lang="en-IN" dirty="0"/>
          </a:p>
          <a:p>
            <a:pPr marL="457200" indent="-457200">
              <a:buFont typeface="+mj-lt"/>
              <a:buAutoNum type="arabicPeriod"/>
            </a:pPr>
            <a:endParaRPr lang="en-IN" dirty="0"/>
          </a:p>
        </p:txBody>
      </p:sp>
      <mc:AlternateContent xmlns:mc="http://schemas.openxmlformats.org/markup-compatibility/2006">
        <mc:Choice xmlns:p14="http://schemas.microsoft.com/office/powerpoint/2010/main" Requires="p14">
          <p:contentPart p14:bwMode="auto" r:id="rId2">
            <p14:nvContentPartPr>
              <p14:cNvPr id="2" name="Ink 1"/>
              <p14:cNvContentPartPr/>
              <p14:nvPr/>
            </p14:nvContentPartPr>
            <p14:xfrm>
              <a:off x="108360" y="187920"/>
              <a:ext cx="4861440" cy="5049000"/>
            </p14:xfrm>
          </p:contentPart>
        </mc:Choice>
        <mc:Fallback>
          <p:pic>
            <p:nvPicPr>
              <p:cNvPr id="2" name="Ink 1"/>
              <p:cNvPicPr/>
              <p:nvPr/>
            </p:nvPicPr>
            <p:blipFill>
              <a:blip r:embed="rId3"/>
              <a:stretch>
                <a:fillRect/>
              </a:stretch>
            </p:blipFill>
            <p:spPr>
              <a:xfrm>
                <a:off x="101160" y="176760"/>
                <a:ext cx="4881240" cy="5070600"/>
              </a:xfrm>
              <a:prstGeom prst="rect">
                <a:avLst/>
              </a:prstGeom>
            </p:spPr>
          </p:pic>
        </mc:Fallback>
      </mc:AlternateContent>
    </p:spTree>
    <p:extLst>
      <p:ext uri="{BB962C8B-B14F-4D97-AF65-F5344CB8AC3E}">
        <p14:creationId xmlns:p14="http://schemas.microsoft.com/office/powerpoint/2010/main" val="31616489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Wingdings" panose="05000000000000000000" pitchFamily="2" charset="2"/>
              <a:buChar char="v"/>
            </a:pPr>
            <a:r>
              <a:rPr lang="en-US" dirty="0" smtClean="0"/>
              <a:t>The Graph algorithms are broadly classified in two different cases:</a:t>
            </a:r>
          </a:p>
          <a:p>
            <a:pPr lvl="1">
              <a:buFont typeface="Wingdings" panose="05000000000000000000" pitchFamily="2" charset="2"/>
              <a:buChar char="v"/>
            </a:pPr>
            <a:r>
              <a:rPr lang="en-US" sz="2400" dirty="0"/>
              <a:t>Multiple graphs</a:t>
            </a:r>
          </a:p>
          <a:p>
            <a:pPr lvl="2">
              <a:buFont typeface="Wingdings" panose="05000000000000000000" pitchFamily="2" charset="2"/>
              <a:buChar char="v"/>
            </a:pPr>
            <a:r>
              <a:rPr lang="en-US" dirty="0">
                <a:latin typeface="Arial" panose="020B0604020202020204" pitchFamily="34" charset="0"/>
                <a:cs typeface="Arial" panose="020B0604020202020204" pitchFamily="34" charset="0"/>
              </a:rPr>
              <a:t>Chemical data</a:t>
            </a:r>
          </a:p>
          <a:p>
            <a:pPr lvl="2">
              <a:buFont typeface="Wingdings" panose="05000000000000000000" pitchFamily="2" charset="2"/>
              <a:buChar char="v"/>
            </a:pPr>
            <a:r>
              <a:rPr lang="en-US" dirty="0">
                <a:latin typeface="Arial" panose="020B0604020202020204" pitchFamily="34" charset="0"/>
                <a:cs typeface="Arial" panose="020B0604020202020204" pitchFamily="34" charset="0"/>
              </a:rPr>
              <a:t>Biological data</a:t>
            </a:r>
            <a:endParaRPr lang="en-IN" dirty="0">
              <a:latin typeface="Arial" panose="020B0604020202020204" pitchFamily="34" charset="0"/>
              <a:cs typeface="Arial" panose="020B0604020202020204" pitchFamily="34" charset="0"/>
            </a:endParaRPr>
          </a:p>
          <a:p>
            <a:pPr lvl="1">
              <a:buFont typeface="Wingdings" panose="05000000000000000000" pitchFamily="2" charset="2"/>
              <a:buChar char="v"/>
            </a:pPr>
            <a:r>
              <a:rPr lang="en-US" sz="2400" dirty="0" smtClean="0"/>
              <a:t>Single Large Graph</a:t>
            </a:r>
          </a:p>
          <a:p>
            <a:pPr lvl="2">
              <a:buFont typeface="Wingdings" panose="05000000000000000000" pitchFamily="2" charset="2"/>
              <a:buChar char="v"/>
            </a:pPr>
            <a:r>
              <a:rPr lang="en-US" dirty="0" smtClean="0">
                <a:latin typeface="Arial" panose="020B0604020202020204" pitchFamily="34" charset="0"/>
                <a:cs typeface="Arial" panose="020B0604020202020204" pitchFamily="34" charset="0"/>
              </a:rPr>
              <a:t>Web Graph</a:t>
            </a:r>
          </a:p>
          <a:p>
            <a:pPr lvl="2">
              <a:buFont typeface="Wingdings" panose="05000000000000000000" pitchFamily="2" charset="2"/>
              <a:buChar char="v"/>
            </a:pPr>
            <a:r>
              <a:rPr lang="en-US" dirty="0" smtClean="0">
                <a:latin typeface="Arial" panose="020B0604020202020204" pitchFamily="34" charset="0"/>
                <a:cs typeface="Arial" panose="020B0604020202020204" pitchFamily="34" charset="0"/>
              </a:rPr>
              <a:t>Social media graphs</a:t>
            </a:r>
          </a:p>
        </p:txBody>
      </p:sp>
      <p:sp>
        <p:nvSpPr>
          <p:cNvPr id="3" name="Content Placeholder 2"/>
          <p:cNvSpPr>
            <a:spLocks noGrp="1"/>
          </p:cNvSpPr>
          <p:nvPr>
            <p:ph sz="quarter" idx="10"/>
          </p:nvPr>
        </p:nvSpPr>
        <p:spPr/>
        <p:txBody>
          <a:bodyPr/>
          <a:lstStyle/>
          <a:p>
            <a:r>
              <a:rPr lang="en-US" dirty="0" smtClean="0"/>
              <a:t>Types of Graph Algorithms</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350640" y="2359080"/>
              <a:ext cx="7067160" cy="1778400"/>
            </p14:xfrm>
          </p:contentPart>
        </mc:Choice>
        <mc:Fallback>
          <p:pic>
            <p:nvPicPr>
              <p:cNvPr id="4" name="Ink 3"/>
              <p:cNvPicPr/>
              <p:nvPr/>
            </p:nvPicPr>
            <p:blipFill>
              <a:blip r:embed="rId3"/>
              <a:stretch>
                <a:fillRect/>
              </a:stretch>
            </p:blipFill>
            <p:spPr>
              <a:xfrm>
                <a:off x="339480" y="2352240"/>
                <a:ext cx="7089120" cy="1795320"/>
              </a:xfrm>
              <a:prstGeom prst="rect">
                <a:avLst/>
              </a:prstGeom>
            </p:spPr>
          </p:pic>
        </mc:Fallback>
      </mc:AlternateContent>
    </p:spTree>
    <p:extLst>
      <p:ext uri="{BB962C8B-B14F-4D97-AF65-F5344CB8AC3E}">
        <p14:creationId xmlns:p14="http://schemas.microsoft.com/office/powerpoint/2010/main" val="733247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457200" indent="-457200">
              <a:buFont typeface="+mj-lt"/>
              <a:buAutoNum type="arabicPeriod"/>
            </a:pPr>
            <a:r>
              <a:rPr lang="en-US" dirty="0" smtClean="0"/>
              <a:t>What is the difference between:</a:t>
            </a:r>
          </a:p>
          <a:p>
            <a:pPr marL="857250" lvl="1" indent="-457200">
              <a:buFont typeface="+mj-lt"/>
              <a:buAutoNum type="arabicPeriod"/>
            </a:pPr>
            <a:r>
              <a:rPr lang="en-US" sz="2400" dirty="0" smtClean="0"/>
              <a:t>A tree and a spanning tree?</a:t>
            </a:r>
          </a:p>
          <a:p>
            <a:pPr marL="857250" lvl="1" indent="-457200">
              <a:buFont typeface="+mj-lt"/>
              <a:buAutoNum type="arabicPeriod"/>
            </a:pPr>
            <a:r>
              <a:rPr lang="en-US" sz="2400" dirty="0" smtClean="0"/>
              <a:t>A spanning tree and Minimum spanning tree.</a:t>
            </a:r>
          </a:p>
          <a:p>
            <a:pPr marL="457200" indent="-457200">
              <a:buFont typeface="+mj-lt"/>
              <a:buAutoNum type="arabicPeriod"/>
            </a:pPr>
            <a:r>
              <a:rPr lang="en-US" dirty="0" smtClean="0"/>
              <a:t>For what NP stands for and what does it mean?</a:t>
            </a:r>
          </a:p>
          <a:p>
            <a:pPr marL="457200" indent="-457200">
              <a:buFont typeface="+mj-lt"/>
              <a:buAutoNum type="arabicPeriod"/>
            </a:pPr>
            <a:r>
              <a:rPr lang="en-US" dirty="0" smtClean="0"/>
              <a:t>What are disk resident graphs and what is its limitation, and why?</a:t>
            </a:r>
            <a:endParaRPr lang="en-IN" dirty="0"/>
          </a:p>
        </p:txBody>
      </p:sp>
      <p:sp>
        <p:nvSpPr>
          <p:cNvPr id="3" name="Content Placeholder 2"/>
          <p:cNvSpPr>
            <a:spLocks noGrp="1"/>
          </p:cNvSpPr>
          <p:nvPr>
            <p:ph sz="quarter" idx="10"/>
          </p:nvPr>
        </p:nvSpPr>
        <p:spPr/>
        <p:txBody>
          <a:bodyPr/>
          <a:lstStyle/>
          <a:p>
            <a:r>
              <a:rPr lang="en-US" dirty="0" smtClean="0"/>
              <a:t>Quick recap</a:t>
            </a:r>
            <a:endParaRPr lang="en-IN" dirty="0"/>
          </a:p>
        </p:txBody>
      </p:sp>
    </p:spTree>
    <p:extLst>
      <p:ext uri="{BB962C8B-B14F-4D97-AF65-F5344CB8AC3E}">
        <p14:creationId xmlns:p14="http://schemas.microsoft.com/office/powerpoint/2010/main" val="383593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762000" y="2971800"/>
            <a:ext cx="7772400" cy="1362075"/>
          </a:xfrm>
        </p:spPr>
        <p:txBody>
          <a:bodyPr>
            <a:normAutofit fontScale="90000"/>
          </a:bodyPr>
          <a:lstStyle/>
          <a:p>
            <a:r>
              <a:rPr lang="en-IN" dirty="0"/>
              <a:t>Various type of Data for Graph </a:t>
            </a:r>
            <a:r>
              <a:rPr lang="en-IN" dirty="0" smtClean="0"/>
              <a:t>Mining</a:t>
            </a:r>
            <a:endParaRPr lang="en-IN" dirty="0"/>
          </a:p>
        </p:txBody>
      </p:sp>
      <p:sp>
        <p:nvSpPr>
          <p:cNvPr id="2" name="TextBox 1"/>
          <p:cNvSpPr txBox="1"/>
          <p:nvPr/>
        </p:nvSpPr>
        <p:spPr>
          <a:xfrm>
            <a:off x="1524000" y="4876800"/>
            <a:ext cx="6172200" cy="369332"/>
          </a:xfrm>
          <a:prstGeom prst="rect">
            <a:avLst/>
          </a:prstGeom>
          <a:noFill/>
        </p:spPr>
        <p:txBody>
          <a:bodyPr wrap="square" rtlCol="0">
            <a:spAutoFit/>
          </a:bodyPr>
          <a:lstStyle/>
          <a:p>
            <a:r>
              <a:rPr lang="en-US" i="1" dirty="0" smtClean="0">
                <a:solidFill>
                  <a:srgbClr val="0070C0"/>
                </a:solidFill>
              </a:rPr>
              <a:t>Search “</a:t>
            </a:r>
            <a:r>
              <a:rPr lang="en-US" i="1" u="sng" dirty="0" err="1" smtClean="0">
                <a:solidFill>
                  <a:srgbClr val="0070C0"/>
                </a:solidFill>
              </a:rPr>
              <a:t>image.Google</a:t>
            </a:r>
            <a:r>
              <a:rPr lang="en-US" i="1" dirty="0" smtClean="0">
                <a:solidFill>
                  <a:srgbClr val="0070C0"/>
                </a:solidFill>
              </a:rPr>
              <a:t>” for various types of large graphs</a:t>
            </a:r>
            <a:endParaRPr lang="en-IN" i="1" dirty="0">
              <a:solidFill>
                <a:srgbClr val="0070C0"/>
              </a:solidFill>
            </a:endParaRPr>
          </a:p>
        </p:txBody>
      </p:sp>
      <mc:AlternateContent xmlns:mc="http://schemas.openxmlformats.org/markup-compatibility/2006">
        <mc:Choice xmlns:p14="http://schemas.microsoft.com/office/powerpoint/2010/main" Requires="p14">
          <p:contentPart p14:bwMode="auto" r:id="rId2">
            <p14:nvContentPartPr>
              <p14:cNvPr id="3" name="Ink 2"/>
              <p14:cNvContentPartPr/>
              <p14:nvPr/>
            </p14:nvContentPartPr>
            <p14:xfrm>
              <a:off x="4804200" y="3608640"/>
              <a:ext cx="909720" cy="58680"/>
            </p14:xfrm>
          </p:contentPart>
        </mc:Choice>
        <mc:Fallback>
          <p:pic>
            <p:nvPicPr>
              <p:cNvPr id="3" name="Ink 2"/>
              <p:cNvPicPr/>
              <p:nvPr/>
            </p:nvPicPr>
            <p:blipFill>
              <a:blip r:embed="rId3"/>
              <a:stretch>
                <a:fillRect/>
              </a:stretch>
            </p:blipFill>
            <p:spPr>
              <a:xfrm>
                <a:off x="4792320" y="3597480"/>
                <a:ext cx="929520" cy="81720"/>
              </a:xfrm>
              <a:prstGeom prst="rect">
                <a:avLst/>
              </a:prstGeom>
            </p:spPr>
          </p:pic>
        </mc:Fallback>
      </mc:AlternateContent>
    </p:spTree>
    <p:extLst>
      <p:ext uri="{BB962C8B-B14F-4D97-AF65-F5344CB8AC3E}">
        <p14:creationId xmlns:p14="http://schemas.microsoft.com/office/powerpoint/2010/main" val="27633488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4800600"/>
          </a:xfrm>
        </p:spPr>
        <p:txBody>
          <a:bodyPr>
            <a:noAutofit/>
          </a:bodyPr>
          <a:lstStyle/>
          <a:p>
            <a:pPr>
              <a:buFont typeface="Wingdings" panose="05000000000000000000" pitchFamily="2" charset="2"/>
              <a:buChar char="v"/>
            </a:pPr>
            <a:r>
              <a:rPr lang="en-IN" b="1" dirty="0"/>
              <a:t>Chemical Data: </a:t>
            </a:r>
            <a:r>
              <a:rPr lang="en-IN" dirty="0" smtClean="0"/>
              <a:t>Often </a:t>
            </a:r>
            <a:r>
              <a:rPr lang="en-IN" dirty="0"/>
              <a:t>represented as graphs in </a:t>
            </a:r>
            <a:r>
              <a:rPr lang="en-IN" dirty="0" smtClean="0"/>
              <a:t>which the </a:t>
            </a:r>
            <a:r>
              <a:rPr lang="en-IN" dirty="0"/>
              <a:t>nodes correspond to atoms, and the links correspond to bonds </a:t>
            </a:r>
            <a:r>
              <a:rPr lang="en-IN" dirty="0" smtClean="0"/>
              <a:t>between </a:t>
            </a:r>
            <a:r>
              <a:rPr lang="en-IN" dirty="0"/>
              <a:t>the atoms. </a:t>
            </a:r>
            <a:endParaRPr lang="en-IN" dirty="0" smtClean="0"/>
          </a:p>
          <a:p>
            <a:pPr lvl="1">
              <a:buFont typeface="Wingdings" panose="05000000000000000000" pitchFamily="2" charset="2"/>
              <a:buChar char="v"/>
            </a:pPr>
            <a:r>
              <a:rPr lang="en-IN" sz="2400" dirty="0" smtClean="0"/>
              <a:t>In </a:t>
            </a:r>
            <a:r>
              <a:rPr lang="en-IN" sz="2400" dirty="0"/>
              <a:t>some cases, substructures of the data may </a:t>
            </a:r>
            <a:r>
              <a:rPr lang="en-IN" sz="2400" dirty="0" smtClean="0"/>
              <a:t>also be </a:t>
            </a:r>
            <a:r>
              <a:rPr lang="en-IN" sz="2400" dirty="0"/>
              <a:t>used as individual nodes</a:t>
            </a:r>
            <a:r>
              <a:rPr lang="en-IN" sz="2400" dirty="0" smtClean="0"/>
              <a:t>.</a:t>
            </a:r>
          </a:p>
          <a:p>
            <a:pPr lvl="1">
              <a:buFont typeface="Wingdings" panose="05000000000000000000" pitchFamily="2" charset="2"/>
              <a:buChar char="v"/>
            </a:pPr>
            <a:r>
              <a:rPr lang="en-IN" sz="2400" dirty="0" smtClean="0"/>
              <a:t>Such as Benzene rings</a:t>
            </a:r>
          </a:p>
          <a:p>
            <a:pPr lvl="1">
              <a:buFont typeface="Wingdings" panose="05000000000000000000" pitchFamily="2" charset="2"/>
              <a:buChar char="v"/>
            </a:pPr>
            <a:r>
              <a:rPr lang="en-IN" sz="2400" dirty="0" smtClean="0"/>
              <a:t>Polymers</a:t>
            </a:r>
          </a:p>
          <a:p>
            <a:pPr marL="457200" lvl="1" indent="0">
              <a:buNone/>
            </a:pPr>
            <a:endParaRPr lang="en-IN" sz="2400" i="1" dirty="0" smtClean="0"/>
          </a:p>
          <a:p>
            <a:pPr marL="457200" lvl="1" indent="0">
              <a:buNone/>
            </a:pPr>
            <a:r>
              <a:rPr lang="en-IN" sz="2400" i="1" dirty="0" smtClean="0"/>
              <a:t>The </a:t>
            </a:r>
            <a:r>
              <a:rPr lang="en-IN" sz="2400" i="1" dirty="0"/>
              <a:t>individual graphs are quite small, though there are </a:t>
            </a:r>
            <a:r>
              <a:rPr lang="en-IN" sz="2400" dirty="0"/>
              <a:t>significant</a:t>
            </a:r>
            <a:r>
              <a:rPr lang="en-IN" sz="2400" b="1" i="1" dirty="0"/>
              <a:t> repetitions</a:t>
            </a:r>
            <a:r>
              <a:rPr lang="en-IN" sz="2400" i="1" dirty="0"/>
              <a:t> among the different nodes. This leads to </a:t>
            </a:r>
            <a:r>
              <a:rPr lang="en-IN" sz="2400" b="1" i="1" dirty="0"/>
              <a:t>isomorphism challenges</a:t>
            </a:r>
            <a:r>
              <a:rPr lang="en-IN" sz="2400" i="1" dirty="0"/>
              <a:t> in applications such as </a:t>
            </a:r>
            <a:r>
              <a:rPr lang="en-IN" sz="2400" b="1" i="1" dirty="0"/>
              <a:t>graph matching</a:t>
            </a:r>
            <a:r>
              <a:rPr lang="en-IN" sz="2400" i="1" dirty="0" smtClean="0"/>
              <a:t>.</a:t>
            </a:r>
            <a:endParaRPr lang="en-IN" sz="2400" dirty="0"/>
          </a:p>
        </p:txBody>
      </p:sp>
      <p:sp>
        <p:nvSpPr>
          <p:cNvPr id="3" name="Content Placeholder 2"/>
          <p:cNvSpPr>
            <a:spLocks noGrp="1"/>
          </p:cNvSpPr>
          <p:nvPr>
            <p:ph sz="quarter" idx="10"/>
          </p:nvPr>
        </p:nvSpPr>
        <p:spPr/>
        <p:txBody>
          <a:bodyPr/>
          <a:lstStyle/>
          <a:p>
            <a:r>
              <a:rPr lang="en-IN" dirty="0" smtClean="0"/>
              <a:t>Various type of Data for Graph Mining</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1006920" y="2044800"/>
              <a:ext cx="6535800" cy="4440960"/>
            </p14:xfrm>
          </p:contentPart>
        </mc:Choice>
        <mc:Fallback>
          <p:pic>
            <p:nvPicPr>
              <p:cNvPr id="4" name="Ink 3"/>
              <p:cNvPicPr/>
              <p:nvPr/>
            </p:nvPicPr>
            <p:blipFill>
              <a:blip r:embed="rId3"/>
              <a:stretch>
                <a:fillRect/>
              </a:stretch>
            </p:blipFill>
            <p:spPr>
              <a:xfrm>
                <a:off x="1000080" y="2035440"/>
                <a:ext cx="6554520" cy="4458600"/>
              </a:xfrm>
              <a:prstGeom prst="rect">
                <a:avLst/>
              </a:prstGeom>
            </p:spPr>
          </p:pic>
        </mc:Fallback>
      </mc:AlternateContent>
    </p:spTree>
    <p:extLst>
      <p:ext uri="{BB962C8B-B14F-4D97-AF65-F5344CB8AC3E}">
        <p14:creationId xmlns:p14="http://schemas.microsoft.com/office/powerpoint/2010/main" val="8230342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b="1" dirty="0"/>
              <a:t>Biological Data</a:t>
            </a:r>
            <a:r>
              <a:rPr lang="en-IN" sz="2000" b="1" dirty="0" smtClean="0"/>
              <a:t>: </a:t>
            </a:r>
            <a:r>
              <a:rPr lang="en-IN" sz="2000" dirty="0" smtClean="0"/>
              <a:t>Similar </a:t>
            </a:r>
            <a:r>
              <a:rPr lang="en-IN" sz="2000" dirty="0"/>
              <a:t>way as </a:t>
            </a:r>
            <a:r>
              <a:rPr lang="en-IN" sz="2000" dirty="0" smtClean="0"/>
              <a:t>chemical </a:t>
            </a:r>
            <a:r>
              <a:rPr lang="en-IN" sz="2000" dirty="0"/>
              <a:t>data. However, the individual graphs are typically much larger. </a:t>
            </a:r>
            <a:r>
              <a:rPr lang="en-IN" sz="2000" dirty="0" smtClean="0"/>
              <a:t>Furthermore</a:t>
            </a:r>
            <a:r>
              <a:rPr lang="en-IN" sz="2000" dirty="0"/>
              <a:t>, the nodes are typically carefully designed portions of the </a:t>
            </a:r>
            <a:r>
              <a:rPr lang="en-IN" sz="2000" dirty="0" smtClean="0"/>
              <a:t>biological models</a:t>
            </a:r>
          </a:p>
          <a:p>
            <a:pPr lvl="1">
              <a:buFont typeface="Wingdings" panose="05000000000000000000" pitchFamily="2" charset="2"/>
              <a:buChar char="v"/>
            </a:pPr>
            <a:r>
              <a:rPr lang="en-IN" sz="2000" dirty="0" smtClean="0"/>
              <a:t>Such as Proteins</a:t>
            </a: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Amino acids</a:t>
            </a:r>
          </a:p>
          <a:p>
            <a:pPr lvl="3">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A, T, G,C </a:t>
            </a:r>
            <a:r>
              <a:rPr lang="en-IN" dirty="0" smtClean="0">
                <a:latin typeface="Arial" panose="020B0604020202020204" pitchFamily="34" charset="0"/>
                <a:cs typeface="Arial" panose="020B0604020202020204" pitchFamily="34" charset="0"/>
              </a:rPr>
              <a:t>in </a:t>
            </a:r>
            <a:r>
              <a:rPr lang="en-IN" i="1" dirty="0" smtClean="0">
                <a:latin typeface="Arial" panose="020B0604020202020204" pitchFamily="34" charset="0"/>
                <a:cs typeface="Arial" panose="020B0604020202020204" pitchFamily="34" charset="0"/>
              </a:rPr>
              <a:t>DNA</a:t>
            </a:r>
          </a:p>
          <a:p>
            <a:pPr lvl="3">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A, U, G, C</a:t>
            </a:r>
            <a:r>
              <a:rPr lang="en-IN" dirty="0" smtClean="0">
                <a:latin typeface="Arial" panose="020B0604020202020204" pitchFamily="34" charset="0"/>
                <a:cs typeface="Arial" panose="020B0604020202020204" pitchFamily="34" charset="0"/>
              </a:rPr>
              <a:t> in </a:t>
            </a:r>
            <a:r>
              <a:rPr lang="en-IN" i="1" dirty="0" smtClean="0">
                <a:latin typeface="Arial" panose="020B0604020202020204" pitchFamily="34" charset="0"/>
                <a:cs typeface="Arial" panose="020B0604020202020204" pitchFamily="34" charset="0"/>
              </a:rPr>
              <a:t>RNA</a:t>
            </a:r>
          </a:p>
          <a:p>
            <a:pPr lvl="3">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Dominance</a:t>
            </a:r>
            <a:r>
              <a:rPr lang="en-IN" i="1" dirty="0" smtClean="0">
                <a:latin typeface="Arial" panose="020B0604020202020204" pitchFamily="34" charset="0"/>
                <a:cs typeface="Arial" panose="020B0604020202020204" pitchFamily="34" charset="0"/>
              </a:rPr>
              <a:t> and </a:t>
            </a:r>
            <a:r>
              <a:rPr lang="en-IN" b="1" i="1" dirty="0" smtClean="0">
                <a:latin typeface="Arial" panose="020B0604020202020204" pitchFamily="34" charset="0"/>
                <a:cs typeface="Arial" panose="020B0604020202020204" pitchFamily="34" charset="0"/>
              </a:rPr>
              <a:t>recessive</a:t>
            </a:r>
            <a:r>
              <a:rPr lang="en-IN" i="1" dirty="0" smtClean="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property of </a:t>
            </a:r>
            <a:r>
              <a:rPr lang="en-IN" i="1" dirty="0" smtClean="0">
                <a:latin typeface="Arial" panose="020B0604020202020204" pitchFamily="34" charset="0"/>
                <a:cs typeface="Arial" panose="020B0604020202020204" pitchFamily="34" charset="0"/>
              </a:rPr>
              <a:t>Genes</a:t>
            </a:r>
          </a:p>
          <a:p>
            <a:pPr lvl="4">
              <a:buFont typeface="Wingdings" panose="05000000000000000000" pitchFamily="2" charset="2"/>
              <a:buChar char="v"/>
            </a:pPr>
            <a:r>
              <a:rPr lang="en-IN" i="1" dirty="0" smtClean="0">
                <a:latin typeface="Arial" panose="020B0604020202020204" pitchFamily="34" charset="0"/>
                <a:cs typeface="Arial" panose="020B0604020202020204" pitchFamily="34" charset="0"/>
              </a:rPr>
              <a:t>Mendel's experiment</a:t>
            </a:r>
          </a:p>
          <a:p>
            <a:pPr marL="0" indent="0" algn="just"/>
            <a:endParaRPr lang="en-IN" sz="2000" i="1" dirty="0" smtClean="0"/>
          </a:p>
          <a:p>
            <a:pPr marL="0" indent="0" algn="just"/>
            <a:r>
              <a:rPr lang="en-IN" sz="2000" i="1" dirty="0" smtClean="0"/>
              <a:t>A </a:t>
            </a:r>
            <a:r>
              <a:rPr lang="en-IN" sz="2000" i="1" dirty="0"/>
              <a:t>single </a:t>
            </a:r>
            <a:r>
              <a:rPr lang="en-IN" sz="2000" i="1" dirty="0" smtClean="0"/>
              <a:t>biological </a:t>
            </a:r>
            <a:r>
              <a:rPr lang="en-IN" sz="2000" i="1" dirty="0"/>
              <a:t>network could easily </a:t>
            </a:r>
            <a:r>
              <a:rPr lang="en-IN" sz="2000" i="1" dirty="0" smtClean="0"/>
              <a:t>contain thousands </a:t>
            </a:r>
            <a:r>
              <a:rPr lang="en-IN" sz="2000" i="1" dirty="0"/>
              <a:t>of nodes. The sizes of the overall database are also large </a:t>
            </a:r>
            <a:r>
              <a:rPr lang="en-IN" sz="2000" i="1" dirty="0" smtClean="0"/>
              <a:t>enough for </a:t>
            </a:r>
            <a:r>
              <a:rPr lang="en-IN" sz="2000" i="1" dirty="0"/>
              <a:t>the underlying graphs to be </a:t>
            </a:r>
            <a:r>
              <a:rPr lang="en-IN" sz="2000" b="1" i="1" dirty="0"/>
              <a:t>disk-resident</a:t>
            </a:r>
            <a:r>
              <a:rPr lang="en-IN" sz="2000" i="1" dirty="0"/>
              <a:t>.</a:t>
            </a:r>
          </a:p>
        </p:txBody>
      </p:sp>
      <p:sp>
        <p:nvSpPr>
          <p:cNvPr id="3" name="Content Placeholder 2"/>
          <p:cNvSpPr>
            <a:spLocks noGrp="1"/>
          </p:cNvSpPr>
          <p:nvPr>
            <p:ph sz="quarter" idx="10"/>
          </p:nvPr>
        </p:nvSpPr>
        <p:spPr/>
        <p:txBody>
          <a:bodyPr/>
          <a:lstStyle/>
          <a:p>
            <a:r>
              <a:rPr lang="en-IN" dirty="0" smtClean="0"/>
              <a:t>Various type of Data for Graph Mining</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982800" y="2761560"/>
              <a:ext cx="5906160" cy="3517920"/>
            </p14:xfrm>
          </p:contentPart>
        </mc:Choice>
        <mc:Fallback>
          <p:pic>
            <p:nvPicPr>
              <p:cNvPr id="4" name="Ink 3"/>
              <p:cNvPicPr/>
              <p:nvPr/>
            </p:nvPicPr>
            <p:blipFill>
              <a:blip r:embed="rId3"/>
              <a:stretch>
                <a:fillRect/>
              </a:stretch>
            </p:blipFill>
            <p:spPr>
              <a:xfrm>
                <a:off x="971640" y="2749680"/>
                <a:ext cx="5922000" cy="3540240"/>
              </a:xfrm>
              <a:prstGeom prst="rect">
                <a:avLst/>
              </a:prstGeom>
            </p:spPr>
          </p:pic>
        </mc:Fallback>
      </mc:AlternateContent>
    </p:spTree>
    <p:extLst>
      <p:ext uri="{BB962C8B-B14F-4D97-AF65-F5344CB8AC3E}">
        <p14:creationId xmlns:p14="http://schemas.microsoft.com/office/powerpoint/2010/main" val="6548077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229600" cy="5029200"/>
          </a:xfrm>
        </p:spPr>
        <p:txBody>
          <a:bodyPr>
            <a:noAutofit/>
          </a:bodyPr>
          <a:lstStyle/>
          <a:p>
            <a:pPr>
              <a:buFont typeface="Wingdings" panose="05000000000000000000" pitchFamily="2" charset="2"/>
              <a:buChar char="v"/>
            </a:pPr>
            <a:r>
              <a:rPr lang="en-IN" sz="2000" b="1" dirty="0"/>
              <a:t>Computer Networked and Web Data</a:t>
            </a:r>
            <a:r>
              <a:rPr lang="en-IN" sz="2000" b="1" dirty="0" smtClean="0"/>
              <a:t>: </a:t>
            </a:r>
            <a:r>
              <a:rPr lang="en-IN" sz="2000" dirty="0" smtClean="0"/>
              <a:t>The </a:t>
            </a:r>
            <a:r>
              <a:rPr lang="en-IN" sz="2000" dirty="0"/>
              <a:t>number of nodes in the underlying graph may be </a:t>
            </a:r>
            <a:r>
              <a:rPr lang="en-IN" sz="2000" dirty="0" smtClean="0"/>
              <a:t>massive as well as edges. (</a:t>
            </a:r>
            <a:r>
              <a:rPr lang="en-IN" sz="2000" b="1" i="1" dirty="0" smtClean="0"/>
              <a:t>massive domain </a:t>
            </a:r>
            <a:r>
              <a:rPr lang="en-IN" sz="2000" b="1" i="1" dirty="0"/>
              <a:t>issue </a:t>
            </a:r>
            <a:r>
              <a:rPr lang="en-IN" sz="2000" dirty="0"/>
              <a:t>in networked data</a:t>
            </a:r>
            <a:r>
              <a:rPr lang="en-IN" sz="2000" dirty="0" smtClean="0"/>
              <a:t>.)</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it </a:t>
            </a:r>
            <a:r>
              <a:rPr lang="en-IN" sz="2000" dirty="0">
                <a:latin typeface="Arial" panose="020B0604020202020204" pitchFamily="34" charset="0"/>
                <a:cs typeface="Arial" panose="020B0604020202020204" pitchFamily="34" charset="0"/>
              </a:rPr>
              <a:t>may be hard to hold in the available </a:t>
            </a:r>
            <a:r>
              <a:rPr lang="en-IN" sz="2000" dirty="0" smtClean="0">
                <a:latin typeface="Arial" panose="020B0604020202020204" pitchFamily="34" charset="0"/>
                <a:cs typeface="Arial" panose="020B0604020202020204" pitchFamily="34" charset="0"/>
              </a:rPr>
              <a:t>storage </a:t>
            </a:r>
            <a:r>
              <a:rPr lang="en-IN" sz="2000" dirty="0">
                <a:latin typeface="Arial" panose="020B0604020202020204" pitchFamily="34" charset="0"/>
                <a:cs typeface="Arial" panose="020B0604020202020204" pitchFamily="34" charset="0"/>
              </a:rPr>
              <a:t>space. </a:t>
            </a:r>
            <a:endParaRPr lang="en-IN" sz="2000"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So we need </a:t>
            </a:r>
            <a:r>
              <a:rPr lang="en-IN" dirty="0">
                <a:latin typeface="Arial" panose="020B0604020202020204" pitchFamily="34" charset="0"/>
                <a:cs typeface="Arial" panose="020B0604020202020204" pitchFamily="34" charset="0"/>
              </a:rPr>
              <a:t>to be designed </a:t>
            </a:r>
            <a:r>
              <a:rPr lang="en-IN" dirty="0" smtClean="0">
                <a:latin typeface="Arial" panose="020B0604020202020204" pitchFamily="34" charset="0"/>
                <a:cs typeface="Arial" panose="020B0604020202020204" pitchFamily="34" charset="0"/>
              </a:rPr>
              <a:t>some </a:t>
            </a:r>
            <a:r>
              <a:rPr lang="en-IN" dirty="0">
                <a:latin typeface="Arial" panose="020B0604020202020204" pitchFamily="34" charset="0"/>
                <a:cs typeface="Arial" panose="020B0604020202020204" pitchFamily="34" charset="0"/>
              </a:rPr>
              <a:t>techniques </a:t>
            </a:r>
            <a:r>
              <a:rPr lang="en-IN" dirty="0" smtClean="0">
                <a:latin typeface="Arial" panose="020B0604020202020204" pitchFamily="34" charset="0"/>
                <a:cs typeface="Arial" panose="020B0604020202020204" pitchFamily="34" charset="0"/>
              </a:rPr>
              <a:t>to </a:t>
            </a:r>
            <a:r>
              <a:rPr lang="en-IN" b="1" i="1" dirty="0">
                <a:latin typeface="Arial" panose="020B0604020202020204" pitchFamily="34" charset="0"/>
                <a:cs typeface="Arial" panose="020B0604020202020204" pitchFamily="34" charset="0"/>
              </a:rPr>
              <a:t>summarize</a:t>
            </a:r>
            <a:r>
              <a:rPr lang="en-IN" dirty="0">
                <a:latin typeface="Arial" panose="020B0604020202020204" pitchFamily="34" charset="0"/>
                <a:cs typeface="Arial" panose="020B0604020202020204" pitchFamily="34" charset="0"/>
              </a:rPr>
              <a:t> and work with </a:t>
            </a:r>
            <a:r>
              <a:rPr lang="en-IN" b="1" i="1" dirty="0">
                <a:latin typeface="Arial" panose="020B0604020202020204" pitchFamily="34" charset="0"/>
                <a:cs typeface="Arial" panose="020B0604020202020204" pitchFamily="34" charset="0"/>
              </a:rPr>
              <a:t>condensed</a:t>
            </a:r>
            <a:r>
              <a:rPr lang="en-IN" dirty="0">
                <a:latin typeface="Arial" panose="020B0604020202020204" pitchFamily="34" charset="0"/>
                <a:cs typeface="Arial" panose="020B0604020202020204" pitchFamily="34" charset="0"/>
              </a:rPr>
              <a:t> representations of the graph data sets. </a:t>
            </a:r>
            <a:endParaRPr lang="en-IN" dirty="0" smtClean="0">
              <a:latin typeface="Arial" panose="020B0604020202020204" pitchFamily="34" charset="0"/>
              <a:cs typeface="Arial" panose="020B0604020202020204" pitchFamily="34" charset="0"/>
            </a:endParaRPr>
          </a:p>
          <a:p>
            <a:pPr lvl="4">
              <a:buFont typeface="Wingdings" panose="05000000000000000000" pitchFamily="2" charset="2"/>
              <a:buChar char="v"/>
            </a:pPr>
            <a:r>
              <a:rPr lang="en-IN" dirty="0" smtClean="0">
                <a:latin typeface="Arial" panose="020B0604020202020204" pitchFamily="34" charset="0"/>
                <a:cs typeface="Arial" panose="020B0604020202020204" pitchFamily="34" charset="0"/>
              </a:rPr>
              <a:t>Google maps….</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edges </a:t>
            </a:r>
            <a:r>
              <a:rPr lang="en-IN" sz="2000" dirty="0" smtClean="0">
                <a:latin typeface="Arial" panose="020B0604020202020204" pitchFamily="34" charset="0"/>
                <a:cs typeface="Arial" panose="020B0604020202020204" pitchFamily="34" charset="0"/>
              </a:rPr>
              <a:t>may also arrive </a:t>
            </a:r>
            <a:r>
              <a:rPr lang="en-IN" sz="2000" dirty="0">
                <a:latin typeface="Arial" panose="020B0604020202020204" pitchFamily="34" charset="0"/>
                <a:cs typeface="Arial" panose="020B0604020202020204" pitchFamily="34" charset="0"/>
              </a:rPr>
              <a:t>in the form of a </a:t>
            </a:r>
            <a:r>
              <a:rPr lang="en-IN" sz="2000" b="1" i="1" dirty="0">
                <a:latin typeface="Arial" panose="020B0604020202020204" pitchFamily="34" charset="0"/>
                <a:cs typeface="Arial" panose="020B0604020202020204" pitchFamily="34" charset="0"/>
              </a:rPr>
              <a:t>data stream</a:t>
            </a:r>
            <a:r>
              <a:rPr lang="en-IN" sz="2000" dirty="0">
                <a:latin typeface="Arial" panose="020B0604020202020204" pitchFamily="34" charset="0"/>
                <a:cs typeface="Arial" panose="020B0604020202020204" pitchFamily="34" charset="0"/>
              </a:rPr>
              <a:t>. </a:t>
            </a:r>
            <a:endParaRPr lang="en-IN" sz="2000"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A new </a:t>
            </a:r>
            <a:r>
              <a:rPr lang="en-IN" dirty="0">
                <a:latin typeface="Arial" panose="020B0604020202020204" pitchFamily="34" charset="0"/>
                <a:cs typeface="Arial" panose="020B0604020202020204" pitchFamily="34" charset="0"/>
              </a:rPr>
              <a:t>challenge </a:t>
            </a:r>
            <a:r>
              <a:rPr lang="en-IN" dirty="0" smtClean="0">
                <a:latin typeface="Arial" panose="020B0604020202020204" pitchFamily="34" charset="0"/>
                <a:cs typeface="Arial" panose="020B0604020202020204" pitchFamily="34" charset="0"/>
              </a:rPr>
              <a:t>arises, </a:t>
            </a:r>
            <a:r>
              <a:rPr lang="en-IN" dirty="0">
                <a:latin typeface="Arial" panose="020B0604020202020204" pitchFamily="34" charset="0"/>
                <a:cs typeface="Arial" panose="020B0604020202020204" pitchFamily="34" charset="0"/>
              </a:rPr>
              <a:t>it may not be possible to store the incoming edges for future analysis. </a:t>
            </a:r>
            <a:endParaRPr lang="en-IN"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Therefore</a:t>
            </a:r>
            <a:r>
              <a:rPr lang="en-IN" dirty="0">
                <a:latin typeface="Arial" panose="020B0604020202020204" pitchFamily="34" charset="0"/>
                <a:cs typeface="Arial" panose="020B0604020202020204" pitchFamily="34" charset="0"/>
              </a:rPr>
              <a:t>, the </a:t>
            </a:r>
            <a:r>
              <a:rPr lang="en-IN" b="1" dirty="0">
                <a:latin typeface="Arial" panose="020B0604020202020204" pitchFamily="34" charset="0"/>
                <a:cs typeface="Arial" panose="020B0604020202020204" pitchFamily="34" charset="0"/>
              </a:rPr>
              <a:t>summarization techniques </a:t>
            </a:r>
            <a:r>
              <a:rPr lang="en-IN" dirty="0" smtClean="0">
                <a:latin typeface="Arial" panose="020B0604020202020204" pitchFamily="34" charset="0"/>
                <a:cs typeface="Arial" panose="020B0604020202020204" pitchFamily="34" charset="0"/>
              </a:rPr>
              <a:t>and the </a:t>
            </a:r>
            <a:r>
              <a:rPr lang="en-IN" b="1" dirty="0">
                <a:latin typeface="Arial" panose="020B0604020202020204" pitchFamily="34" charset="0"/>
                <a:cs typeface="Arial" panose="020B0604020202020204" pitchFamily="34" charset="0"/>
              </a:rPr>
              <a:t>stream summaries </a:t>
            </a:r>
            <a:r>
              <a:rPr lang="en-IN" dirty="0">
                <a:latin typeface="Arial" panose="020B0604020202020204" pitchFamily="34" charset="0"/>
                <a:cs typeface="Arial" panose="020B0604020202020204" pitchFamily="34" charset="0"/>
              </a:rPr>
              <a:t>may be leveraged for future processing of the underlying graphs. </a:t>
            </a:r>
            <a:endParaRPr lang="en-IN" i="1"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smtClean="0"/>
              <a:t>Various type of Data for Graph Mining</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1915560" y="1892520"/>
              <a:ext cx="5728680" cy="4151880"/>
            </p14:xfrm>
          </p:contentPart>
        </mc:Choice>
        <mc:Fallback>
          <p:pic>
            <p:nvPicPr>
              <p:cNvPr id="4" name="Ink 3"/>
              <p:cNvPicPr/>
              <p:nvPr/>
            </p:nvPicPr>
            <p:blipFill>
              <a:blip r:embed="rId3"/>
              <a:stretch>
                <a:fillRect/>
              </a:stretch>
            </p:blipFill>
            <p:spPr>
              <a:xfrm>
                <a:off x="1905480" y="1888920"/>
                <a:ext cx="5747400" cy="4161960"/>
              </a:xfrm>
              <a:prstGeom prst="rect">
                <a:avLst/>
              </a:prstGeom>
            </p:spPr>
          </p:pic>
        </mc:Fallback>
      </mc:AlternateContent>
    </p:spTree>
    <p:extLst>
      <p:ext uri="{BB962C8B-B14F-4D97-AF65-F5344CB8AC3E}">
        <p14:creationId xmlns:p14="http://schemas.microsoft.com/office/powerpoint/2010/main" val="34389244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b="1" dirty="0"/>
              <a:t>XML data </a:t>
            </a:r>
            <a:r>
              <a:rPr lang="en-IN" b="1" dirty="0" smtClean="0"/>
              <a:t>:</a:t>
            </a:r>
            <a:r>
              <a:rPr lang="en-IN" dirty="0" smtClean="0"/>
              <a:t>Complex </a:t>
            </a:r>
            <a:r>
              <a:rPr lang="en-IN" dirty="0"/>
              <a:t>and semi-structured data is often represented in the form of XML </a:t>
            </a:r>
            <a:r>
              <a:rPr lang="en-IN" dirty="0" smtClean="0"/>
              <a:t>documents</a:t>
            </a:r>
          </a:p>
          <a:p>
            <a:pPr>
              <a:buFont typeface="Wingdings" panose="05000000000000000000" pitchFamily="2" charset="2"/>
              <a:buChar char="v"/>
            </a:pPr>
            <a:r>
              <a:rPr lang="en-IN" b="1" dirty="0"/>
              <a:t>XML data is a natural form of labelled graph data</a:t>
            </a:r>
            <a:r>
              <a:rPr lang="en-IN" dirty="0"/>
              <a:t>.</a:t>
            </a:r>
            <a:endParaRPr lang="en-IN" dirty="0" smtClean="0"/>
          </a:p>
          <a:p>
            <a:pPr>
              <a:buFont typeface="Wingdings" panose="05000000000000000000" pitchFamily="2" charset="2"/>
              <a:buChar char="v"/>
            </a:pPr>
            <a:r>
              <a:rPr lang="en-IN" dirty="0"/>
              <a:t>M</a:t>
            </a:r>
            <a:r>
              <a:rPr lang="en-IN" dirty="0" smtClean="0"/>
              <a:t>ining </a:t>
            </a:r>
            <a:r>
              <a:rPr lang="en-IN" dirty="0"/>
              <a:t>and management algorithms for </a:t>
            </a:r>
            <a:r>
              <a:rPr lang="en-IN" dirty="0" smtClean="0"/>
              <a:t>XML data </a:t>
            </a:r>
            <a:r>
              <a:rPr lang="en-IN" dirty="0"/>
              <a:t>are also quite useful for </a:t>
            </a:r>
            <a:r>
              <a:rPr lang="en-IN" dirty="0" smtClean="0"/>
              <a:t>graph data,</a:t>
            </a:r>
            <a:endParaRPr lang="en-IN" dirty="0"/>
          </a:p>
          <a:p>
            <a:pPr>
              <a:buFont typeface="Wingdings" panose="05000000000000000000" pitchFamily="2" charset="2"/>
              <a:buChar char="v"/>
            </a:pPr>
            <a:r>
              <a:rPr lang="en-IN" dirty="0"/>
              <a:t>In addition, the </a:t>
            </a:r>
            <a:r>
              <a:rPr lang="en-IN" b="1" dirty="0"/>
              <a:t>attribute-value combinations </a:t>
            </a:r>
            <a:r>
              <a:rPr lang="en-IN" dirty="0"/>
              <a:t>associated with the nodes makes the problem much more challenging</a:t>
            </a:r>
            <a:r>
              <a:rPr lang="en-IN" dirty="0" smtClean="0"/>
              <a:t>.</a:t>
            </a:r>
          </a:p>
          <a:p>
            <a:pPr lvl="1">
              <a:buFont typeface="Wingdings" panose="05000000000000000000" pitchFamily="2" charset="2"/>
              <a:buChar char="v"/>
            </a:pPr>
            <a:r>
              <a:rPr lang="en-IN" sz="2400" dirty="0" smtClean="0"/>
              <a:t>Since </a:t>
            </a:r>
            <a:r>
              <a:rPr lang="en-IN" sz="2400" b="1" dirty="0"/>
              <a:t>it is much more difficult to design mining and management operations for structured data. </a:t>
            </a:r>
          </a:p>
        </p:txBody>
      </p:sp>
      <p:sp>
        <p:nvSpPr>
          <p:cNvPr id="3" name="Content Placeholder 2"/>
          <p:cNvSpPr>
            <a:spLocks noGrp="1"/>
          </p:cNvSpPr>
          <p:nvPr>
            <p:ph sz="quarter" idx="10"/>
          </p:nvPr>
        </p:nvSpPr>
        <p:spPr/>
        <p:txBody>
          <a:bodyPr/>
          <a:lstStyle/>
          <a:p>
            <a:r>
              <a:rPr lang="en-IN" dirty="0" smtClean="0"/>
              <a:t>Various type of Data for Graph Mining</a:t>
            </a:r>
            <a:endParaRPr lang="en-IN" dirty="0"/>
          </a:p>
        </p:txBody>
      </p:sp>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882000" y="830520"/>
              <a:ext cx="4230360" cy="1168560"/>
            </p14:xfrm>
          </p:contentPart>
        </mc:Choice>
        <mc:Fallback>
          <p:pic>
            <p:nvPicPr>
              <p:cNvPr id="4" name="Ink 3"/>
              <p:cNvPicPr/>
              <p:nvPr/>
            </p:nvPicPr>
            <p:blipFill>
              <a:blip r:embed="rId3"/>
              <a:stretch>
                <a:fillRect/>
              </a:stretch>
            </p:blipFill>
            <p:spPr>
              <a:xfrm>
                <a:off x="873000" y="818640"/>
                <a:ext cx="4244400" cy="1189440"/>
              </a:xfrm>
              <a:prstGeom prst="rect">
                <a:avLst/>
              </a:prstGeom>
            </p:spPr>
          </p:pic>
        </mc:Fallback>
      </mc:AlternateContent>
    </p:spTree>
    <p:extLst>
      <p:ext uri="{BB962C8B-B14F-4D97-AF65-F5344CB8AC3E}">
        <p14:creationId xmlns:p14="http://schemas.microsoft.com/office/powerpoint/2010/main" val="41951114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838200" y="2971800"/>
            <a:ext cx="7772400" cy="1362075"/>
          </a:xfrm>
        </p:spPr>
        <p:txBody>
          <a:bodyPr>
            <a:normAutofit/>
          </a:bodyPr>
          <a:lstStyle/>
          <a:p>
            <a:r>
              <a:rPr lang="en-IN" dirty="0" smtClean="0"/>
              <a:t>Application of Graph Mining</a:t>
            </a:r>
            <a:endParaRPr lang="en-IN" dirty="0"/>
          </a:p>
        </p:txBody>
      </p:sp>
      <mc:AlternateContent xmlns:mc="http://schemas.openxmlformats.org/markup-compatibility/2006">
        <mc:Choice xmlns:p14="http://schemas.microsoft.com/office/powerpoint/2010/main" Requires="p14">
          <p:contentPart p14:bwMode="auto" r:id="rId2">
            <p14:nvContentPartPr>
              <p14:cNvPr id="2" name="Ink 1"/>
              <p14:cNvContentPartPr/>
              <p14:nvPr/>
            </p14:nvContentPartPr>
            <p14:xfrm>
              <a:off x="1103040" y="2893320"/>
              <a:ext cx="7176600" cy="1471320"/>
            </p14:xfrm>
          </p:contentPart>
        </mc:Choice>
        <mc:Fallback>
          <p:pic>
            <p:nvPicPr>
              <p:cNvPr id="2" name="Ink 1"/>
              <p:cNvPicPr/>
              <p:nvPr/>
            </p:nvPicPr>
            <p:blipFill>
              <a:blip r:embed="rId3"/>
              <a:stretch>
                <a:fillRect/>
              </a:stretch>
            </p:blipFill>
            <p:spPr>
              <a:xfrm>
                <a:off x="1093680" y="2886840"/>
                <a:ext cx="7197480" cy="1486080"/>
              </a:xfrm>
              <a:prstGeom prst="rect">
                <a:avLst/>
              </a:prstGeom>
            </p:spPr>
          </p:pic>
        </mc:Fallback>
      </mc:AlternateContent>
    </p:spTree>
    <p:extLst>
      <p:ext uri="{BB962C8B-B14F-4D97-AF65-F5344CB8AC3E}">
        <p14:creationId xmlns:p14="http://schemas.microsoft.com/office/powerpoint/2010/main" val="16466453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8229600" cy="4525963"/>
          </a:xfrm>
        </p:spPr>
        <p:txBody>
          <a:bodyPr>
            <a:noAutofit/>
          </a:bodyPr>
          <a:lstStyle/>
          <a:p>
            <a:pPr>
              <a:buFont typeface="Wingdings" panose="05000000000000000000" pitchFamily="2" charset="2"/>
              <a:buChar char="v"/>
            </a:pPr>
            <a:r>
              <a:rPr lang="en-IN" dirty="0"/>
              <a:t>The field of graph mining has seen a rapid explosion in recent years because of new applications </a:t>
            </a:r>
            <a:r>
              <a:rPr lang="en-IN" dirty="0" smtClean="0"/>
              <a:t>in</a:t>
            </a:r>
          </a:p>
          <a:p>
            <a:pPr lvl="1">
              <a:buFont typeface="Wingdings" panose="05000000000000000000" pitchFamily="2" charset="2"/>
              <a:buChar char="v"/>
            </a:pPr>
            <a:r>
              <a:rPr lang="en-IN" sz="2400" b="1" dirty="0" smtClean="0"/>
              <a:t>Computational biology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Includes </a:t>
            </a:r>
            <a:r>
              <a:rPr lang="en-IN" b="1" dirty="0" smtClean="0">
                <a:latin typeface="Arial" panose="020B0604020202020204" pitchFamily="34" charset="0"/>
                <a:cs typeface="Arial" panose="020B0604020202020204" pitchFamily="34" charset="0"/>
              </a:rPr>
              <a:t>Bioinformatics</a:t>
            </a:r>
            <a:r>
              <a:rPr lang="en-IN" dirty="0" smtClean="0">
                <a:latin typeface="Arial" panose="020B0604020202020204" pitchFamily="34" charset="0"/>
                <a:cs typeface="Arial" panose="020B0604020202020204" pitchFamily="34" charset="0"/>
              </a:rPr>
              <a:t>.</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Is </a:t>
            </a:r>
            <a:r>
              <a:rPr lang="en-IN" dirty="0">
                <a:latin typeface="Arial" panose="020B0604020202020204" pitchFamily="34" charset="0"/>
                <a:cs typeface="Arial" panose="020B0604020202020204" pitchFamily="34" charset="0"/>
              </a:rPr>
              <a:t>the science of using biological data to develop algorithms or models to </a:t>
            </a:r>
            <a:r>
              <a:rPr lang="en-IN" b="1" dirty="0">
                <a:latin typeface="Arial" panose="020B0604020202020204" pitchFamily="34" charset="0"/>
                <a:cs typeface="Arial" panose="020B0604020202020204" pitchFamily="34" charset="0"/>
              </a:rPr>
              <a:t>understand biological systems and </a:t>
            </a:r>
            <a:r>
              <a:rPr lang="en-IN" b="1" dirty="0" smtClean="0">
                <a:latin typeface="Arial" panose="020B0604020202020204" pitchFamily="34" charset="0"/>
                <a:cs typeface="Arial" panose="020B0604020202020204" pitchFamily="34" charset="0"/>
              </a:rPr>
              <a:t>relationships</a:t>
            </a:r>
          </a:p>
        </p:txBody>
      </p:sp>
      <p:sp>
        <p:nvSpPr>
          <p:cNvPr id="3" name="Content Placeholder 2"/>
          <p:cNvSpPr>
            <a:spLocks noGrp="1"/>
          </p:cNvSpPr>
          <p:nvPr>
            <p:ph sz="quarter" idx="10"/>
          </p:nvPr>
        </p:nvSpPr>
        <p:spPr/>
        <p:txBody>
          <a:bodyPr/>
          <a:lstStyle/>
          <a:p>
            <a:r>
              <a:rPr lang="en-IN" dirty="0" smtClean="0"/>
              <a:t>Application Of Graph Mining</a:t>
            </a:r>
            <a:endParaRPr lang="en-IN" dirty="0"/>
          </a:p>
        </p:txBody>
      </p:sp>
    </p:spTree>
    <p:extLst>
      <p:ext uri="{BB962C8B-B14F-4D97-AF65-F5344CB8AC3E}">
        <p14:creationId xmlns:p14="http://schemas.microsoft.com/office/powerpoint/2010/main" val="1375602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8229600" cy="5040868"/>
          </a:xfrm>
        </p:spPr>
        <p:txBody>
          <a:bodyPr>
            <a:noAutofit/>
          </a:bodyPr>
          <a:lstStyle/>
          <a:p>
            <a:pPr>
              <a:buFont typeface="Wingdings" panose="05000000000000000000" pitchFamily="2" charset="2"/>
              <a:buChar char="v"/>
            </a:pPr>
            <a:r>
              <a:rPr lang="en-IN" sz="2000" b="1" dirty="0" smtClean="0">
                <a:cs typeface="Arial" panose="020B0604020202020204" pitchFamily="34" charset="0"/>
              </a:rPr>
              <a:t>Computational anatomy</a:t>
            </a:r>
          </a:p>
          <a:p>
            <a:pPr lvl="1">
              <a:buFont typeface="Wingdings" panose="05000000000000000000" pitchFamily="2" charset="2"/>
              <a:buChar char="v"/>
            </a:pPr>
            <a:r>
              <a:rPr lang="en-IN" sz="2000" dirty="0" smtClean="0">
                <a:cs typeface="Arial" panose="020B0604020202020204" pitchFamily="34" charset="0"/>
              </a:rPr>
              <a:t>A </a:t>
            </a:r>
            <a:r>
              <a:rPr lang="en-IN" sz="2000" dirty="0">
                <a:cs typeface="Arial" panose="020B0604020202020204" pitchFamily="34" charset="0"/>
              </a:rPr>
              <a:t>subfield of medical imaging </a:t>
            </a:r>
            <a:r>
              <a:rPr lang="en-IN" sz="2000" dirty="0" smtClean="0">
                <a:cs typeface="Arial" panose="020B0604020202020204" pitchFamily="34" charset="0"/>
              </a:rPr>
              <a:t>(such as </a:t>
            </a:r>
            <a:r>
              <a:rPr lang="en-IN" sz="2000" b="1" dirty="0" smtClean="0">
                <a:cs typeface="Arial" panose="020B0604020202020204" pitchFamily="34" charset="0"/>
              </a:rPr>
              <a:t>MRI</a:t>
            </a:r>
            <a:r>
              <a:rPr lang="en-IN" sz="2000" dirty="0" smtClean="0">
                <a:cs typeface="Arial" panose="020B0604020202020204" pitchFamily="34" charset="0"/>
              </a:rPr>
              <a:t>) and </a:t>
            </a:r>
            <a:r>
              <a:rPr lang="en-IN" sz="2000" dirty="0">
                <a:cs typeface="Arial" panose="020B0604020202020204" pitchFamily="34" charset="0"/>
              </a:rPr>
              <a:t>bioengineering </a:t>
            </a:r>
            <a:endParaRPr lang="en-IN" sz="2000" dirty="0" smtClean="0">
              <a:cs typeface="Arial" panose="020B0604020202020204" pitchFamily="34" charset="0"/>
            </a:endParaRPr>
          </a:p>
          <a:p>
            <a:pPr>
              <a:buFont typeface="Wingdings" panose="05000000000000000000" pitchFamily="2" charset="2"/>
              <a:buChar char="v"/>
            </a:pPr>
            <a:r>
              <a:rPr lang="en-IN" sz="2000" b="1" dirty="0" smtClean="0">
                <a:cs typeface="Arial" panose="020B0604020202020204" pitchFamily="34" charset="0"/>
              </a:rPr>
              <a:t>Computational </a:t>
            </a:r>
            <a:r>
              <a:rPr lang="en-IN" sz="2000" b="1" dirty="0" err="1" smtClean="0">
                <a:cs typeface="Arial" panose="020B0604020202020204" pitchFamily="34" charset="0"/>
              </a:rPr>
              <a:t>biomodeling</a:t>
            </a:r>
            <a:endParaRPr lang="en-IN" sz="2000" b="1" dirty="0" smtClean="0">
              <a:cs typeface="Arial" panose="020B0604020202020204" pitchFamily="34" charset="0"/>
            </a:endParaRPr>
          </a:p>
          <a:p>
            <a:pPr lvl="1">
              <a:buFont typeface="Wingdings" panose="05000000000000000000" pitchFamily="2" charset="2"/>
              <a:buChar char="v"/>
            </a:pPr>
            <a:r>
              <a:rPr lang="en-IN" sz="2000" dirty="0" smtClean="0">
                <a:cs typeface="Arial" panose="020B0604020202020204" pitchFamily="34" charset="0"/>
              </a:rPr>
              <a:t>Field </a:t>
            </a:r>
            <a:r>
              <a:rPr lang="en-IN" sz="2000" dirty="0">
                <a:cs typeface="Arial" panose="020B0604020202020204" pitchFamily="34" charset="0"/>
              </a:rPr>
              <a:t>concerned with </a:t>
            </a:r>
            <a:r>
              <a:rPr lang="en-IN" sz="2000" b="1" dirty="0">
                <a:cs typeface="Arial" panose="020B0604020202020204" pitchFamily="34" charset="0"/>
              </a:rPr>
              <a:t>building computer models of biological systems.</a:t>
            </a:r>
          </a:p>
          <a:p>
            <a:pPr lvl="1">
              <a:buFont typeface="Wingdings" panose="05000000000000000000" pitchFamily="2" charset="2"/>
              <a:buChar char="v"/>
            </a:pPr>
            <a:r>
              <a:rPr lang="en-IN" sz="2000" dirty="0" smtClean="0">
                <a:cs typeface="Arial" panose="020B0604020202020204" pitchFamily="34" charset="0"/>
              </a:rPr>
              <a:t>Develop </a:t>
            </a:r>
            <a:r>
              <a:rPr lang="en-IN" sz="2000" dirty="0">
                <a:cs typeface="Arial" panose="020B0604020202020204" pitchFamily="34" charset="0"/>
              </a:rPr>
              <a:t>and use </a:t>
            </a:r>
            <a:r>
              <a:rPr lang="en-IN" sz="2000" b="1" dirty="0">
                <a:cs typeface="Arial" panose="020B0604020202020204" pitchFamily="34" charset="0"/>
              </a:rPr>
              <a:t>visual simulations </a:t>
            </a:r>
            <a:r>
              <a:rPr lang="en-IN" sz="2000" dirty="0">
                <a:cs typeface="Arial" panose="020B0604020202020204" pitchFamily="34" charset="0"/>
              </a:rPr>
              <a:t>in order to assess the complexity of biological systems.</a:t>
            </a:r>
          </a:p>
          <a:p>
            <a:pPr lvl="1">
              <a:buFont typeface="Wingdings" panose="05000000000000000000" pitchFamily="2" charset="2"/>
              <a:buChar char="v"/>
            </a:pPr>
            <a:r>
              <a:rPr lang="en-IN" sz="2000" dirty="0">
                <a:cs typeface="Arial" panose="020B0604020202020204" pitchFamily="34" charset="0"/>
              </a:rPr>
              <a:t>These models </a:t>
            </a:r>
            <a:r>
              <a:rPr lang="en-IN" sz="2000" b="1" dirty="0">
                <a:cs typeface="Arial" panose="020B0604020202020204" pitchFamily="34" charset="0"/>
              </a:rPr>
              <a:t>allow for prediction </a:t>
            </a:r>
            <a:r>
              <a:rPr lang="en-IN" sz="2000" dirty="0">
                <a:cs typeface="Arial" panose="020B0604020202020204" pitchFamily="34" charset="0"/>
              </a:rPr>
              <a:t>of how systems will react under different environments.</a:t>
            </a:r>
          </a:p>
          <a:p>
            <a:pPr>
              <a:buFont typeface="Wingdings" panose="05000000000000000000" pitchFamily="2" charset="2"/>
              <a:buChar char="v"/>
            </a:pPr>
            <a:r>
              <a:rPr lang="en-IN" sz="2000" b="1" dirty="0">
                <a:cs typeface="Arial" panose="020B0604020202020204" pitchFamily="34" charset="0"/>
              </a:rPr>
              <a:t>Computational genomics </a:t>
            </a:r>
            <a:r>
              <a:rPr lang="en-IN" sz="2000" dirty="0">
                <a:cs typeface="Arial" panose="020B0604020202020204" pitchFamily="34" charset="0"/>
              </a:rPr>
              <a:t>(</a:t>
            </a:r>
            <a:r>
              <a:rPr lang="en-IN" sz="2000" b="1" i="1" dirty="0">
                <a:cs typeface="Arial" panose="020B0604020202020204" pitchFamily="34" charset="0"/>
              </a:rPr>
              <a:t>Computational genetics</a:t>
            </a:r>
            <a:r>
              <a:rPr lang="en-IN" sz="2000" dirty="0" smtClean="0">
                <a:cs typeface="Arial" panose="020B0604020202020204" pitchFamily="34" charset="0"/>
              </a:rPr>
              <a:t>)</a:t>
            </a:r>
          </a:p>
          <a:p>
            <a:pPr lvl="1">
              <a:buFont typeface="Wingdings" panose="05000000000000000000" pitchFamily="2" charset="2"/>
              <a:buChar char="v"/>
            </a:pPr>
            <a:r>
              <a:rPr lang="en-IN" sz="2000" dirty="0">
                <a:cs typeface="Arial" panose="020B0604020202020204" pitchFamily="34" charset="0"/>
              </a:rPr>
              <a:t> </a:t>
            </a:r>
            <a:r>
              <a:rPr lang="en-IN" sz="2000" dirty="0" smtClean="0">
                <a:cs typeface="Arial" panose="020B0604020202020204" pitchFamily="34" charset="0"/>
              </a:rPr>
              <a:t>It </a:t>
            </a:r>
            <a:r>
              <a:rPr lang="en-IN" sz="2000" dirty="0">
                <a:cs typeface="Arial" panose="020B0604020202020204" pitchFamily="34" charset="0"/>
              </a:rPr>
              <a:t>is sometimes referred to as Computational and Statistical Genetics and encompasses much of Bioinformatics. </a:t>
            </a:r>
            <a:r>
              <a:rPr lang="en-IN" sz="2000" b="1" dirty="0">
                <a:cs typeface="Arial" panose="020B0604020202020204" pitchFamily="34" charset="0"/>
              </a:rPr>
              <a:t>The Human Genome Project is one example of computational genomics</a:t>
            </a:r>
            <a:r>
              <a:rPr lang="en-IN" sz="2000" b="1" dirty="0" smtClean="0">
                <a:cs typeface="Arial" panose="020B0604020202020204" pitchFamily="34" charset="0"/>
              </a:rPr>
              <a:t>.</a:t>
            </a:r>
            <a:endParaRPr lang="en-IN" sz="2000" b="1" dirty="0">
              <a:cs typeface="Arial" panose="020B0604020202020204" pitchFamily="34" charset="0"/>
            </a:endParaRPr>
          </a:p>
        </p:txBody>
      </p:sp>
      <p:sp>
        <p:nvSpPr>
          <p:cNvPr id="3" name="Content Placeholder 2"/>
          <p:cNvSpPr>
            <a:spLocks noGrp="1"/>
          </p:cNvSpPr>
          <p:nvPr>
            <p:ph sz="quarter" idx="10"/>
          </p:nvPr>
        </p:nvSpPr>
        <p:spPr>
          <a:xfrm>
            <a:off x="304800" y="152400"/>
            <a:ext cx="7239000" cy="1143000"/>
          </a:xfrm>
        </p:spPr>
        <p:txBody>
          <a:bodyPr>
            <a:normAutofit/>
          </a:bodyPr>
          <a:lstStyle/>
          <a:p>
            <a:r>
              <a:rPr lang="en-IN" sz="2800" dirty="0"/>
              <a:t>Computational biology </a:t>
            </a:r>
            <a:r>
              <a:rPr lang="en-IN" sz="2800" dirty="0" smtClean="0"/>
              <a:t>(Subfields)</a:t>
            </a:r>
            <a:endParaRPr lang="en-IN" sz="2800" dirty="0"/>
          </a:p>
        </p:txBody>
      </p:sp>
      <p:sp>
        <p:nvSpPr>
          <p:cNvPr id="4" name="TextBox 3"/>
          <p:cNvSpPr txBox="1"/>
          <p:nvPr/>
        </p:nvSpPr>
        <p:spPr>
          <a:xfrm>
            <a:off x="4114800" y="6488668"/>
            <a:ext cx="2667000" cy="338554"/>
          </a:xfrm>
          <a:prstGeom prst="rect">
            <a:avLst/>
          </a:prstGeom>
          <a:noFill/>
        </p:spPr>
        <p:txBody>
          <a:bodyPr wrap="square" rtlCol="0">
            <a:spAutoFit/>
          </a:bodyPr>
          <a:lstStyle/>
          <a:p>
            <a:r>
              <a:rPr lang="en-IN" sz="1600" i="1" dirty="0"/>
              <a:t>Source Wikipedia</a:t>
            </a:r>
          </a:p>
        </p:txBody>
      </p:sp>
    </p:spTree>
    <p:extLst>
      <p:ext uri="{BB962C8B-B14F-4D97-AF65-F5344CB8AC3E}">
        <p14:creationId xmlns:p14="http://schemas.microsoft.com/office/powerpoint/2010/main" val="192976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8229600" cy="5181600"/>
          </a:xfrm>
        </p:spPr>
        <p:txBody>
          <a:bodyPr>
            <a:noAutofit/>
          </a:bodyPr>
          <a:lstStyle/>
          <a:p>
            <a:pPr>
              <a:buFont typeface="Wingdings" panose="05000000000000000000" pitchFamily="2" charset="2"/>
              <a:buChar char="v"/>
            </a:pPr>
            <a:r>
              <a:rPr lang="en-IN" sz="2000" b="1" dirty="0" smtClean="0"/>
              <a:t>Computational neuroscience</a:t>
            </a:r>
          </a:p>
          <a:p>
            <a:pPr lvl="1">
              <a:buFont typeface="Wingdings" panose="05000000000000000000" pitchFamily="2" charset="2"/>
              <a:buChar char="v"/>
            </a:pPr>
            <a:r>
              <a:rPr lang="en-IN" sz="2000" dirty="0"/>
              <a:t>Computational neuroscience is the </a:t>
            </a:r>
            <a:r>
              <a:rPr lang="en-IN" sz="2000" b="1" dirty="0"/>
              <a:t>study of brain function </a:t>
            </a:r>
            <a:r>
              <a:rPr lang="en-IN" sz="2000" dirty="0"/>
              <a:t>in terms of the </a:t>
            </a:r>
            <a:r>
              <a:rPr lang="en-IN" sz="2000" b="1" dirty="0"/>
              <a:t>information processing properties </a:t>
            </a: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Realistic Brain Models:</a:t>
            </a: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Simplifying Brain Models: </a:t>
            </a:r>
          </a:p>
          <a:p>
            <a:pPr>
              <a:buFont typeface="Wingdings" panose="05000000000000000000" pitchFamily="2" charset="2"/>
              <a:buChar char="v"/>
            </a:pPr>
            <a:r>
              <a:rPr lang="en-IN" sz="2000" b="1" dirty="0"/>
              <a:t>Computational </a:t>
            </a:r>
            <a:r>
              <a:rPr lang="en-IN" sz="2000" b="1" dirty="0" smtClean="0"/>
              <a:t>pharmacology</a:t>
            </a:r>
          </a:p>
          <a:p>
            <a:pPr lvl="1">
              <a:buFont typeface="Wingdings" panose="05000000000000000000" pitchFamily="2" charset="2"/>
              <a:buChar char="v"/>
            </a:pPr>
            <a:r>
              <a:rPr lang="en-IN" sz="2000" dirty="0"/>
              <a:t>the study of the effects of genomic data </a:t>
            </a:r>
            <a:r>
              <a:rPr lang="en-IN" sz="2000" b="1" dirty="0"/>
              <a:t>to find links between specific genotypes and diseases </a:t>
            </a:r>
            <a:r>
              <a:rPr lang="en-IN" sz="2000" dirty="0"/>
              <a:t>and then screening drug data</a:t>
            </a:r>
          </a:p>
          <a:p>
            <a:pPr>
              <a:buFont typeface="Wingdings" panose="05000000000000000000" pitchFamily="2" charset="2"/>
              <a:buChar char="v"/>
            </a:pPr>
            <a:r>
              <a:rPr lang="en-IN" sz="2000" b="1" dirty="0" smtClean="0"/>
              <a:t>Computational evolutionary biology</a:t>
            </a:r>
          </a:p>
          <a:p>
            <a:pPr lvl="1">
              <a:buFont typeface="Wingdings" panose="05000000000000000000" pitchFamily="2" charset="2"/>
              <a:buChar char="v"/>
            </a:pPr>
            <a:r>
              <a:rPr lang="en-IN" sz="2000" dirty="0" smtClean="0"/>
              <a:t>Using DNA data to reconstruct the tree of life with computational </a:t>
            </a:r>
            <a:r>
              <a:rPr lang="en-IN" sz="2000" dirty="0" err="1" smtClean="0"/>
              <a:t>phylogenetics</a:t>
            </a:r>
            <a:endParaRPr lang="en-IN" sz="2000" dirty="0" smtClean="0"/>
          </a:p>
          <a:p>
            <a:pPr lvl="1">
              <a:buFont typeface="Wingdings" panose="05000000000000000000" pitchFamily="2" charset="2"/>
              <a:buChar char="v"/>
            </a:pPr>
            <a:r>
              <a:rPr lang="en-IN" sz="2000" dirty="0" smtClean="0"/>
              <a:t>Fitting </a:t>
            </a:r>
            <a:r>
              <a:rPr lang="en-IN" sz="2000" dirty="0"/>
              <a:t>population genetics models (either forward </a:t>
            </a:r>
            <a:r>
              <a:rPr lang="en-IN" sz="2000" dirty="0" smtClean="0"/>
              <a:t>time or </a:t>
            </a:r>
            <a:r>
              <a:rPr lang="en-IN" sz="2000" dirty="0"/>
              <a:t>backward time) to DNA data to make inferences about demographic or selective </a:t>
            </a:r>
            <a:r>
              <a:rPr lang="en-IN" sz="2000" dirty="0" smtClean="0"/>
              <a:t>history.</a:t>
            </a:r>
            <a:endParaRPr lang="en-IN" sz="2000" dirty="0"/>
          </a:p>
        </p:txBody>
      </p:sp>
      <p:sp>
        <p:nvSpPr>
          <p:cNvPr id="3" name="Content Placeholder 2"/>
          <p:cNvSpPr>
            <a:spLocks noGrp="1"/>
          </p:cNvSpPr>
          <p:nvPr>
            <p:ph sz="quarter" idx="10"/>
          </p:nvPr>
        </p:nvSpPr>
        <p:spPr>
          <a:xfrm>
            <a:off x="304800" y="152400"/>
            <a:ext cx="7239000" cy="1143000"/>
          </a:xfrm>
        </p:spPr>
        <p:txBody>
          <a:bodyPr>
            <a:normAutofit/>
          </a:bodyPr>
          <a:lstStyle/>
          <a:p>
            <a:r>
              <a:rPr lang="en-IN" sz="2800" dirty="0"/>
              <a:t>Computational biology </a:t>
            </a:r>
            <a:r>
              <a:rPr lang="en-IN" sz="2800" dirty="0" smtClean="0"/>
              <a:t>(Subfields).…</a:t>
            </a:r>
            <a:endParaRPr lang="en-IN" sz="2800" dirty="0"/>
          </a:p>
        </p:txBody>
      </p:sp>
      <p:sp>
        <p:nvSpPr>
          <p:cNvPr id="4" name="TextBox 3"/>
          <p:cNvSpPr txBox="1"/>
          <p:nvPr/>
        </p:nvSpPr>
        <p:spPr>
          <a:xfrm>
            <a:off x="4114800" y="6488668"/>
            <a:ext cx="2667000" cy="338554"/>
          </a:xfrm>
          <a:prstGeom prst="rect">
            <a:avLst/>
          </a:prstGeom>
          <a:noFill/>
        </p:spPr>
        <p:txBody>
          <a:bodyPr wrap="square" rtlCol="0">
            <a:spAutoFit/>
          </a:bodyPr>
          <a:lstStyle/>
          <a:p>
            <a:r>
              <a:rPr lang="en-IN" sz="1600" i="1" dirty="0"/>
              <a:t>Source Wikipedia</a:t>
            </a:r>
          </a:p>
        </p:txBody>
      </p:sp>
    </p:spTree>
    <p:extLst>
      <p:ext uri="{BB962C8B-B14F-4D97-AF65-F5344CB8AC3E}">
        <p14:creationId xmlns:p14="http://schemas.microsoft.com/office/powerpoint/2010/main" val="51290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47800"/>
            <a:ext cx="8229600" cy="4525963"/>
          </a:xfrm>
        </p:spPr>
        <p:txBody>
          <a:bodyPr>
            <a:noAutofit/>
          </a:bodyPr>
          <a:lstStyle/>
          <a:p>
            <a:pPr>
              <a:buFont typeface="Wingdings" panose="05000000000000000000" pitchFamily="2" charset="2"/>
              <a:buChar char="v"/>
            </a:pPr>
            <a:r>
              <a:rPr lang="en-IN" sz="2000" b="1" dirty="0" smtClean="0"/>
              <a:t>Cancer </a:t>
            </a:r>
            <a:r>
              <a:rPr lang="en-IN" sz="2000" b="1" dirty="0"/>
              <a:t>computational </a:t>
            </a:r>
            <a:r>
              <a:rPr lang="en-IN" sz="2000" b="1" dirty="0" smtClean="0"/>
              <a:t>biology</a:t>
            </a:r>
          </a:p>
          <a:p>
            <a:pPr lvl="1">
              <a:buFont typeface="Wingdings" panose="05000000000000000000" pitchFamily="2" charset="2"/>
              <a:buChar char="v"/>
            </a:pPr>
            <a:r>
              <a:rPr lang="en-IN" sz="2000" dirty="0"/>
              <a:t>A</a:t>
            </a:r>
            <a:r>
              <a:rPr lang="en-IN" sz="2000" dirty="0" smtClean="0"/>
              <a:t>ims </a:t>
            </a:r>
            <a:r>
              <a:rPr lang="en-IN" sz="2000" dirty="0"/>
              <a:t>to determine the </a:t>
            </a:r>
            <a:r>
              <a:rPr lang="en-IN" sz="2000" b="1" dirty="0"/>
              <a:t>future mutations in cancer </a:t>
            </a:r>
            <a:r>
              <a:rPr lang="en-IN" sz="2000" dirty="0"/>
              <a:t>through an algorithmic approach to </a:t>
            </a:r>
            <a:r>
              <a:rPr lang="en-IN" sz="2000" dirty="0" err="1"/>
              <a:t>analyzing</a:t>
            </a:r>
            <a:r>
              <a:rPr lang="en-IN" sz="2000" dirty="0"/>
              <a:t> data.</a:t>
            </a:r>
          </a:p>
          <a:p>
            <a:pPr>
              <a:buFont typeface="Wingdings" panose="05000000000000000000" pitchFamily="2" charset="2"/>
              <a:buChar char="v"/>
            </a:pPr>
            <a:r>
              <a:rPr lang="en-IN" sz="2000" b="1" dirty="0"/>
              <a:t>Computational </a:t>
            </a:r>
            <a:r>
              <a:rPr lang="en-IN" sz="2000" b="1" dirty="0" smtClean="0"/>
              <a:t>neuropsychiatry</a:t>
            </a:r>
          </a:p>
          <a:p>
            <a:pPr lvl="1">
              <a:buFont typeface="Wingdings" panose="05000000000000000000" pitchFamily="2" charset="2"/>
              <a:buChar char="v"/>
            </a:pPr>
            <a:r>
              <a:rPr lang="en-IN" sz="2000" dirty="0"/>
              <a:t>uses mathematical and computer-assisted </a:t>
            </a:r>
            <a:r>
              <a:rPr lang="en-IN" sz="2000" dirty="0" err="1"/>
              <a:t>modeling</a:t>
            </a:r>
            <a:r>
              <a:rPr lang="en-IN" sz="2000" dirty="0"/>
              <a:t> of brain mechanisms involved in </a:t>
            </a:r>
            <a:r>
              <a:rPr lang="en-IN" sz="2000" b="1" dirty="0"/>
              <a:t>mental disorders</a:t>
            </a:r>
            <a:r>
              <a:rPr lang="en-IN" sz="2000" dirty="0"/>
              <a:t>.</a:t>
            </a:r>
          </a:p>
        </p:txBody>
      </p:sp>
      <p:sp>
        <p:nvSpPr>
          <p:cNvPr id="3" name="Content Placeholder 2"/>
          <p:cNvSpPr>
            <a:spLocks noGrp="1"/>
          </p:cNvSpPr>
          <p:nvPr>
            <p:ph sz="quarter" idx="10"/>
          </p:nvPr>
        </p:nvSpPr>
        <p:spPr>
          <a:xfrm>
            <a:off x="304800" y="152400"/>
            <a:ext cx="7239000" cy="1143000"/>
          </a:xfrm>
        </p:spPr>
        <p:txBody>
          <a:bodyPr>
            <a:normAutofit/>
          </a:bodyPr>
          <a:lstStyle/>
          <a:p>
            <a:r>
              <a:rPr lang="en-IN" sz="2800" dirty="0"/>
              <a:t>Computational biology </a:t>
            </a:r>
            <a:r>
              <a:rPr lang="en-IN" sz="2800" dirty="0" smtClean="0"/>
              <a:t>(Subfields)….</a:t>
            </a:r>
            <a:endParaRPr lang="en-IN" sz="2800" dirty="0"/>
          </a:p>
        </p:txBody>
      </p:sp>
      <p:sp>
        <p:nvSpPr>
          <p:cNvPr id="4" name="TextBox 3"/>
          <p:cNvSpPr txBox="1"/>
          <p:nvPr/>
        </p:nvSpPr>
        <p:spPr>
          <a:xfrm>
            <a:off x="4114800" y="6488668"/>
            <a:ext cx="2667000" cy="338554"/>
          </a:xfrm>
          <a:prstGeom prst="rect">
            <a:avLst/>
          </a:prstGeom>
          <a:noFill/>
        </p:spPr>
        <p:txBody>
          <a:bodyPr wrap="square" rtlCol="0">
            <a:spAutoFit/>
          </a:bodyPr>
          <a:lstStyle/>
          <a:p>
            <a:r>
              <a:rPr lang="en-IN" sz="1600" i="1" dirty="0"/>
              <a:t>Source Wikipedia</a:t>
            </a:r>
          </a:p>
        </p:txBody>
      </p:sp>
    </p:spTree>
    <p:extLst>
      <p:ext uri="{BB962C8B-B14F-4D97-AF65-F5344CB8AC3E}">
        <p14:creationId xmlns:p14="http://schemas.microsoft.com/office/powerpoint/2010/main" val="196321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smtClean="0"/>
              <a:t>Chemical data </a:t>
            </a:r>
            <a:r>
              <a:rPr lang="en-IN" sz="2000" b="1" dirty="0"/>
              <a:t>analysis </a:t>
            </a:r>
            <a:r>
              <a:rPr lang="en-IN" sz="2000" b="1" i="1" dirty="0" smtClean="0"/>
              <a:t>(</a:t>
            </a:r>
            <a:r>
              <a:rPr lang="en-IN" sz="2000" b="1" i="1" dirty="0"/>
              <a:t>S</a:t>
            </a:r>
            <a:r>
              <a:rPr lang="en-IN" sz="2000" b="1" i="1" dirty="0" smtClean="0"/>
              <a:t>tructure </a:t>
            </a:r>
            <a:r>
              <a:rPr lang="en-IN" sz="2000" b="1" i="1" dirty="0"/>
              <a:t>A</a:t>
            </a:r>
            <a:r>
              <a:rPr lang="en-IN" sz="2000" b="1" i="1" dirty="0" smtClean="0"/>
              <a:t>ctivity Relationship </a:t>
            </a:r>
            <a:r>
              <a:rPr lang="en-IN" sz="2000" b="1" i="1" dirty="0"/>
              <a:t>(</a:t>
            </a:r>
            <a:r>
              <a:rPr lang="en-IN" sz="2000" b="1" i="1" u="sng" dirty="0"/>
              <a:t>SAR</a:t>
            </a:r>
            <a:r>
              <a:rPr lang="en-IN" sz="2000" b="1" i="1" dirty="0"/>
              <a:t>) </a:t>
            </a:r>
            <a:r>
              <a:rPr lang="en-IN" sz="2000" b="1" i="1" dirty="0" smtClean="0"/>
              <a:t>principle)</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Behaviour of chemical compound,</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Property of any compound is based on its structural composition.</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Drug Discovery</a:t>
            </a:r>
          </a:p>
          <a:p>
            <a:pPr lvl="3">
              <a:buFont typeface="Wingdings" panose="05000000000000000000" pitchFamily="2" charset="2"/>
              <a:buChar char="v"/>
            </a:pPr>
            <a:r>
              <a:rPr lang="en-IN" dirty="0">
                <a:latin typeface="Arial" panose="020B0604020202020204" pitchFamily="34" charset="0"/>
                <a:cs typeface="Arial" panose="020B0604020202020204" pitchFamily="34" charset="0"/>
              </a:rPr>
              <a:t>Thus, graph mining may help reveal chemical and biology </a:t>
            </a:r>
            <a:r>
              <a:rPr lang="en-IN" dirty="0" smtClean="0">
                <a:latin typeface="Arial" panose="020B0604020202020204" pitchFamily="34" charset="0"/>
                <a:cs typeface="Arial" panose="020B0604020202020204" pitchFamily="34" charset="0"/>
              </a:rPr>
              <a:t>characteristics to </a:t>
            </a:r>
            <a:r>
              <a:rPr lang="en-IN" dirty="0">
                <a:latin typeface="Arial" panose="020B0604020202020204" pitchFamily="34" charset="0"/>
                <a:cs typeface="Arial" panose="020B0604020202020204" pitchFamily="34" charset="0"/>
              </a:rPr>
              <a:t>facilitate the process of drug design</a:t>
            </a:r>
            <a:r>
              <a:rPr lang="en-IN"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such </a:t>
            </a:r>
            <a:r>
              <a:rPr lang="en-IN" dirty="0" smtClean="0">
                <a:latin typeface="Arial" panose="020B0604020202020204" pitchFamily="34" charset="0"/>
                <a:cs typeface="Arial" panose="020B0604020202020204" pitchFamily="34" charset="0"/>
              </a:rPr>
              <a:t>as: </a:t>
            </a:r>
          </a:p>
          <a:p>
            <a:pPr lvl="4">
              <a:buFont typeface="Wingdings" panose="05000000000000000000" pitchFamily="2" charset="2"/>
              <a:buChar char="v"/>
            </a:pPr>
            <a:r>
              <a:rPr lang="en-IN" dirty="0" smtClean="0">
                <a:latin typeface="Arial" panose="020B0604020202020204" pitchFamily="34" charset="0"/>
                <a:cs typeface="Arial" panose="020B0604020202020204" pitchFamily="34" charset="0"/>
              </a:rPr>
              <a:t>activity</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toxicity</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absorption</a:t>
            </a:r>
            <a:r>
              <a:rPr lang="en-IN" dirty="0">
                <a:latin typeface="Arial" panose="020B0604020202020204" pitchFamily="34" charset="0"/>
                <a:cs typeface="Arial" panose="020B0604020202020204" pitchFamily="34" charset="0"/>
              </a:rPr>
              <a:t>, </a:t>
            </a:r>
            <a:r>
              <a:rPr lang="en-IN" dirty="0" smtClean="0">
                <a:latin typeface="Arial" panose="020B0604020202020204" pitchFamily="34" charset="0"/>
                <a:cs typeface="Arial" panose="020B0604020202020204" pitchFamily="34" charset="0"/>
              </a:rPr>
              <a:t>metabolism</a:t>
            </a:r>
            <a:r>
              <a:rPr lang="en-IN" dirty="0">
                <a:latin typeface="Arial" panose="020B0604020202020204" pitchFamily="34" charset="0"/>
                <a:cs typeface="Arial" panose="020B0604020202020204" pitchFamily="34" charset="0"/>
              </a:rPr>
              <a:t>, etc. </a:t>
            </a:r>
            <a:r>
              <a:rPr lang="en-IN" dirty="0" smtClean="0">
                <a:latin typeface="Arial" panose="020B0604020202020204" pitchFamily="34" charset="0"/>
                <a:cs typeface="Arial" panose="020B0604020202020204" pitchFamily="34" charset="0"/>
              </a:rPr>
              <a:t>[1],</a:t>
            </a:r>
          </a:p>
        </p:txBody>
      </p:sp>
      <p:sp>
        <p:nvSpPr>
          <p:cNvPr id="4" name="TextBox 3"/>
          <p:cNvSpPr txBox="1"/>
          <p:nvPr/>
        </p:nvSpPr>
        <p:spPr>
          <a:xfrm>
            <a:off x="685800" y="6276201"/>
            <a:ext cx="7848600" cy="276999"/>
          </a:xfrm>
          <a:prstGeom prst="rect">
            <a:avLst/>
          </a:prstGeom>
          <a:noFill/>
        </p:spPr>
        <p:txBody>
          <a:bodyPr wrap="square" rtlCol="0">
            <a:spAutoFit/>
          </a:bodyPr>
          <a:lstStyle/>
          <a:p>
            <a:r>
              <a:rPr lang="en-IN" sz="1100" dirty="0" smtClean="0"/>
              <a:t>[1] H.J</a:t>
            </a:r>
            <a:r>
              <a:rPr lang="en-IN" sz="1100" dirty="0"/>
              <a:t>. Bohm, G. </a:t>
            </a:r>
            <a:r>
              <a:rPr lang="en-IN" sz="1200" b="1" dirty="0"/>
              <a:t>Schneider. </a:t>
            </a:r>
            <a:r>
              <a:rPr lang="en-IN" sz="1200" b="1" i="1" dirty="0"/>
              <a:t>Virtual Screening for Bioactive Molecules</a:t>
            </a:r>
            <a:r>
              <a:rPr lang="en-IN" sz="1100" dirty="0" smtClean="0"/>
              <a:t>. Wiley-VCH</a:t>
            </a:r>
            <a:r>
              <a:rPr lang="en-IN" sz="1100" dirty="0"/>
              <a:t>, 2000.</a:t>
            </a:r>
          </a:p>
        </p:txBody>
      </p:sp>
      <p:sp>
        <p:nvSpPr>
          <p:cNvPr id="6" name="Content Placeholder 2"/>
          <p:cNvSpPr>
            <a:spLocks noGrp="1"/>
          </p:cNvSpPr>
          <p:nvPr>
            <p:ph sz="quarter" idx="10"/>
          </p:nvPr>
        </p:nvSpPr>
        <p:spPr/>
        <p:txBody>
          <a:bodyPr/>
          <a:lstStyle/>
          <a:p>
            <a:r>
              <a:rPr lang="en-IN" dirty="0"/>
              <a:t>Application Of Graph </a:t>
            </a:r>
            <a:r>
              <a:rPr lang="en-IN" dirty="0" smtClean="0"/>
              <a:t>Mining</a:t>
            </a:r>
            <a:endParaRPr lang="en-IN" dirty="0"/>
          </a:p>
        </p:txBody>
      </p:sp>
    </p:spTree>
    <p:extLst>
      <p:ext uri="{BB962C8B-B14F-4D97-AF65-F5344CB8AC3E}">
        <p14:creationId xmlns:p14="http://schemas.microsoft.com/office/powerpoint/2010/main" val="201560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a:t>Chemical data analysis </a:t>
            </a:r>
            <a:r>
              <a:rPr lang="en-IN" sz="2000" b="1" i="1" dirty="0"/>
              <a:t>(Structure Activity Relationship (</a:t>
            </a:r>
            <a:r>
              <a:rPr lang="en-IN" sz="2000" b="1" i="1" u="sng" dirty="0"/>
              <a:t>SAR</a:t>
            </a:r>
            <a:r>
              <a:rPr lang="en-IN" sz="2000" b="1" i="1" dirty="0"/>
              <a:t>) principle)</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Fundamental </a:t>
            </a:r>
            <a:r>
              <a:rPr lang="en-IN" sz="2000" dirty="0">
                <a:latin typeface="Arial" panose="020B0604020202020204" pitchFamily="34" charset="0"/>
                <a:cs typeface="Arial" panose="020B0604020202020204" pitchFamily="34" charset="0"/>
              </a:rPr>
              <a:t>operations </a:t>
            </a:r>
            <a:r>
              <a:rPr lang="en-IN" sz="2000" dirty="0" smtClean="0">
                <a:latin typeface="Arial" panose="020B0604020202020204" pitchFamily="34" charset="0"/>
                <a:cs typeface="Arial" panose="020B0604020202020204" pitchFamily="34" charset="0"/>
              </a:rPr>
              <a:t>is similarity search for </a:t>
            </a:r>
          </a:p>
          <a:p>
            <a:pPr marL="1714500" lvl="3" indent="-400050">
              <a:buFont typeface="+mj-lt"/>
              <a:buAutoNum type="romanLcPeriod"/>
            </a:pPr>
            <a:r>
              <a:rPr lang="en-IN" b="1" dirty="0" err="1" smtClean="0">
                <a:latin typeface="Arial" panose="020B0604020202020204" pitchFamily="34" charset="0"/>
                <a:cs typeface="Arial" panose="020B0604020202020204" pitchFamily="34" charset="0"/>
              </a:rPr>
              <a:t>Rankretrieval</a:t>
            </a:r>
            <a:r>
              <a:rPr lang="en-IN" b="1" dirty="0" smtClean="0">
                <a:latin typeface="Arial" panose="020B0604020202020204" pitchFamily="34" charset="0"/>
                <a:cs typeface="Arial" panose="020B0604020202020204" pitchFamily="34" charset="0"/>
              </a:rPr>
              <a:t>:</a:t>
            </a:r>
            <a:r>
              <a:rPr lang="en-IN" dirty="0" smtClean="0">
                <a:latin typeface="Arial" panose="020B0604020202020204" pitchFamily="34" charset="0"/>
                <a:cs typeface="Arial" panose="020B0604020202020204" pitchFamily="34" charset="0"/>
              </a:rPr>
              <a:t> searching </a:t>
            </a:r>
            <a:r>
              <a:rPr lang="en-IN" dirty="0">
                <a:latin typeface="Arial" panose="020B0604020202020204" pitchFamily="34" charset="0"/>
                <a:cs typeface="Arial" panose="020B0604020202020204" pitchFamily="34" charset="0"/>
              </a:rPr>
              <a:t>a large database to find chemical compounds that share the same bioactivity as a query compound</a:t>
            </a:r>
            <a:r>
              <a:rPr lang="en-IN" dirty="0" smtClean="0">
                <a:latin typeface="Arial" panose="020B0604020202020204" pitchFamily="34" charset="0"/>
                <a:cs typeface="Arial" panose="020B0604020202020204" pitchFamily="34" charset="0"/>
              </a:rPr>
              <a:t>;</a:t>
            </a:r>
          </a:p>
          <a:p>
            <a:pPr marL="1714500" lvl="3" indent="-400050">
              <a:buFont typeface="+mj-lt"/>
              <a:buAutoNum type="romanLcPeriod"/>
            </a:pPr>
            <a:r>
              <a:rPr lang="en-IN" b="1" dirty="0" smtClean="0">
                <a:latin typeface="Arial" panose="020B0604020202020204" pitchFamily="34" charset="0"/>
                <a:cs typeface="Arial" panose="020B0604020202020204" pitchFamily="34" charset="0"/>
              </a:rPr>
              <a:t>scaffold-hopping:</a:t>
            </a:r>
            <a:r>
              <a:rPr lang="en-IN"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finding compounds that have similar bioactivity but different structure from the query compound. </a:t>
            </a:r>
            <a:endParaRPr lang="en-IN"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338238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447800"/>
            <a:ext cx="82296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a:t>Chemical data analysis </a:t>
            </a:r>
            <a:r>
              <a:rPr lang="en-IN" sz="2000" b="1" i="1" dirty="0"/>
              <a:t>(Structure Activity Relationship (</a:t>
            </a:r>
            <a:r>
              <a:rPr lang="en-IN" sz="2000" b="1" i="1" u="sng" dirty="0"/>
              <a:t>SAR</a:t>
            </a:r>
            <a:r>
              <a:rPr lang="en-IN" sz="2000" b="1" i="1" dirty="0"/>
              <a:t>) principle)</a:t>
            </a:r>
          </a:p>
          <a:p>
            <a:pPr lvl="2">
              <a:buFont typeface="Wingdings" panose="05000000000000000000" pitchFamily="2" charset="2"/>
              <a:buChar char="v"/>
            </a:pPr>
            <a:r>
              <a:rPr lang="en-IN" sz="2000" i="1" dirty="0" smtClean="0">
                <a:latin typeface="Arial" panose="020B0604020202020204" pitchFamily="34" charset="0"/>
                <a:cs typeface="Arial" panose="020B0604020202020204" pitchFamily="34" charset="0"/>
              </a:rPr>
              <a:t>Fundamental </a:t>
            </a:r>
            <a:r>
              <a:rPr lang="en-IN" sz="2000" i="1" dirty="0">
                <a:latin typeface="Arial" panose="020B0604020202020204" pitchFamily="34" charset="0"/>
                <a:cs typeface="Arial" panose="020B0604020202020204" pitchFamily="34" charset="0"/>
              </a:rPr>
              <a:t>operations </a:t>
            </a:r>
            <a:r>
              <a:rPr lang="en-IN" sz="2000" i="1" dirty="0" smtClean="0">
                <a:latin typeface="Arial" panose="020B0604020202020204" pitchFamily="34" charset="0"/>
                <a:cs typeface="Arial" panose="020B0604020202020204" pitchFamily="34" charset="0"/>
              </a:rPr>
              <a:t>is similarity search </a:t>
            </a:r>
          </a:p>
          <a:p>
            <a:pPr marL="514350">
              <a:buFont typeface="Wingdings" panose="05000000000000000000" pitchFamily="2" charset="2"/>
              <a:buChar char="v"/>
            </a:pPr>
            <a:r>
              <a:rPr lang="en-IN" sz="2000" dirty="0" smtClean="0"/>
              <a:t>Identify </a:t>
            </a:r>
            <a:r>
              <a:rPr lang="en-IN" sz="2000" dirty="0"/>
              <a:t>compounds that are good </a:t>
            </a:r>
            <a:r>
              <a:rPr lang="en-IN" sz="2000" dirty="0" smtClean="0"/>
              <a:t>“</a:t>
            </a:r>
            <a:r>
              <a:rPr lang="en-IN" sz="2000" b="1" i="1" dirty="0" smtClean="0"/>
              <a:t>replacement</a:t>
            </a:r>
            <a:r>
              <a:rPr lang="en-IN" sz="2000" dirty="0" smtClean="0"/>
              <a:t>” </a:t>
            </a:r>
            <a:r>
              <a:rPr lang="en-IN" sz="2000" dirty="0"/>
              <a:t>for the query compound, which either has some </a:t>
            </a:r>
            <a:r>
              <a:rPr lang="en-IN" sz="2000" dirty="0" smtClean="0"/>
              <a:t>undesirable </a:t>
            </a:r>
            <a:r>
              <a:rPr lang="en-IN" sz="2000" dirty="0"/>
              <a:t>properties (e.g., </a:t>
            </a:r>
            <a:r>
              <a:rPr lang="en-IN" sz="2000" i="1" dirty="0"/>
              <a:t>toxicity</a:t>
            </a:r>
            <a:r>
              <a:rPr lang="en-IN" sz="2000" dirty="0"/>
              <a:t>), or is from the existing patented chemical space. </a:t>
            </a:r>
            <a:endParaRPr lang="en-IN" sz="2000" dirty="0" smtClean="0"/>
          </a:p>
          <a:p>
            <a:pPr marL="914400" lvl="1">
              <a:buFont typeface="Wingdings" panose="05000000000000000000" pitchFamily="2" charset="2"/>
              <a:buChar char="v"/>
            </a:pPr>
            <a:r>
              <a:rPr lang="en-IN" sz="2000" dirty="0" smtClean="0"/>
              <a:t>Since </a:t>
            </a:r>
            <a:r>
              <a:rPr lang="en-IN" sz="2000" dirty="0"/>
              <a:t>chemical structure determines bioactivity (the SAR principle), scaffold- hopping is challenging, as the identified compounds must be structurally </a:t>
            </a:r>
            <a:r>
              <a:rPr lang="en-IN" sz="2000" dirty="0" smtClean="0"/>
              <a:t>similar </a:t>
            </a:r>
            <a:r>
              <a:rPr lang="en-IN" sz="2000" dirty="0"/>
              <a:t>enough to demonstrate similar bioactivity, but different enough to be a novel </a:t>
            </a:r>
            <a:r>
              <a:rPr lang="en-IN" sz="2000" dirty="0" err="1"/>
              <a:t>chemotype</a:t>
            </a:r>
            <a:r>
              <a:rPr lang="en-IN" sz="2000" dirty="0" smtClean="0"/>
              <a:t>.</a:t>
            </a: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301090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447800"/>
            <a:ext cx="8229600" cy="4525963"/>
          </a:xfrm>
        </p:spPr>
        <p:txBody>
          <a:bodyPr>
            <a:noAutofit/>
          </a:bodyPr>
          <a:lstStyle/>
          <a:p>
            <a:pPr>
              <a:buFont typeface="Wingdings" panose="05000000000000000000" pitchFamily="2" charset="2"/>
              <a:buChar char="v"/>
            </a:pPr>
            <a:r>
              <a:rPr lang="en-IN" sz="2000" dirty="0" smtClean="0"/>
              <a:t>The field of graph mining has seen a rapid explosion in recent years because of new applications in</a:t>
            </a:r>
          </a:p>
          <a:p>
            <a:pPr lvl="1">
              <a:buFont typeface="Wingdings" panose="05000000000000000000" pitchFamily="2" charset="2"/>
              <a:buChar char="v"/>
            </a:pPr>
            <a:r>
              <a:rPr lang="en-IN" sz="2000" b="1" dirty="0"/>
              <a:t>Chemical data analysis </a:t>
            </a:r>
            <a:r>
              <a:rPr lang="en-IN" sz="2000" b="1" i="1" dirty="0"/>
              <a:t>(Structure Activity Relationship (</a:t>
            </a:r>
            <a:r>
              <a:rPr lang="en-IN" sz="2000" b="1" i="1" u="sng" dirty="0"/>
              <a:t>SAR</a:t>
            </a:r>
            <a:r>
              <a:rPr lang="en-IN" sz="2000" b="1" i="1" dirty="0"/>
              <a:t>) principle)</a:t>
            </a:r>
          </a:p>
          <a:p>
            <a:pPr marL="514350">
              <a:buFont typeface="Wingdings" panose="05000000000000000000" pitchFamily="2" charset="2"/>
              <a:buChar char="v"/>
            </a:pPr>
            <a:r>
              <a:rPr lang="en-IN" sz="2000" b="1" dirty="0" smtClean="0"/>
              <a:t>Structure-driven prediction:</a:t>
            </a:r>
            <a:r>
              <a:rPr lang="en-IN" sz="2000" dirty="0" smtClean="0"/>
              <a:t> to predict about any chemical based on its structure, i.e. active or inactive, toxic or nontoxic, etc. </a:t>
            </a:r>
          </a:p>
          <a:p>
            <a:pPr marL="914400" lvl="1">
              <a:buFont typeface="Wingdings" panose="05000000000000000000" pitchFamily="2" charset="2"/>
              <a:buChar char="v"/>
            </a:pPr>
            <a:r>
              <a:rPr lang="en-IN" sz="2000" b="1" dirty="0" smtClean="0"/>
              <a:t>SVM</a:t>
            </a:r>
            <a:r>
              <a:rPr lang="en-IN" sz="2000" dirty="0" smtClean="0"/>
              <a:t> (</a:t>
            </a:r>
            <a:r>
              <a:rPr lang="en-IN" sz="2000" i="1" dirty="0" smtClean="0"/>
              <a:t>Support Vector Machines</a:t>
            </a:r>
            <a:r>
              <a:rPr lang="en-IN" sz="2000" dirty="0" smtClean="0"/>
              <a:t>) based methods have proved effective for this task.</a:t>
            </a:r>
          </a:p>
          <a:p>
            <a:pPr marL="514350">
              <a:buFont typeface="Wingdings" panose="05000000000000000000" pitchFamily="2" charset="2"/>
              <a:buChar char="v"/>
            </a:pPr>
            <a:r>
              <a:rPr lang="en-IN" sz="2000" b="1" dirty="0" smtClean="0"/>
              <a:t>Target-based </a:t>
            </a:r>
            <a:r>
              <a:rPr lang="en-IN" sz="2000" b="1" dirty="0"/>
              <a:t>drug </a:t>
            </a:r>
            <a:r>
              <a:rPr lang="en-IN" sz="2000" b="1" dirty="0" smtClean="0"/>
              <a:t>discovery: </a:t>
            </a:r>
            <a:r>
              <a:rPr lang="en-IN" sz="2000" dirty="0" smtClean="0"/>
              <a:t>starts in </a:t>
            </a:r>
            <a:r>
              <a:rPr lang="en-IN" sz="2000" dirty="0"/>
              <a:t>late 1980's, </a:t>
            </a:r>
            <a:r>
              <a:rPr lang="en-IN" sz="2000" dirty="0" smtClean="0"/>
              <a:t>Its </a:t>
            </a:r>
            <a:r>
              <a:rPr lang="en-IN" sz="2000" dirty="0"/>
              <a:t>goal is to develop a drug that selectively </a:t>
            </a:r>
            <a:r>
              <a:rPr lang="en-IN" sz="2000" dirty="0" smtClean="0"/>
              <a:t>modulates </a:t>
            </a:r>
            <a:r>
              <a:rPr lang="en-IN" sz="2000" dirty="0"/>
              <a:t>the effects of the disease-associated gene or gene product without affecting other genes or molecular mechanisms in the organism. This is made possible by the </a:t>
            </a:r>
            <a:r>
              <a:rPr lang="en-IN" sz="2000" b="1" i="1" dirty="0"/>
              <a:t>High Throughput Screening</a:t>
            </a:r>
            <a:r>
              <a:rPr lang="en-IN" sz="2000" dirty="0"/>
              <a:t> (</a:t>
            </a:r>
            <a:r>
              <a:rPr lang="en-IN" sz="2000" i="1" dirty="0"/>
              <a:t>HTS</a:t>
            </a:r>
            <a:r>
              <a:rPr lang="en-IN" sz="2000" dirty="0"/>
              <a:t>) technique, which is able to rapidly testing a large number of compounds based on their binding activity against a given target. </a:t>
            </a:r>
            <a:endParaRPr lang="en-IN" sz="2000" dirty="0" smtClean="0"/>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26634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smtClean="0"/>
              <a:t>Software </a:t>
            </a:r>
            <a:r>
              <a:rPr lang="en-IN" sz="2000" b="1" dirty="0"/>
              <a:t>bug </a:t>
            </a:r>
            <a:r>
              <a:rPr lang="en-IN" sz="2000" b="1" dirty="0" smtClean="0"/>
              <a:t>localization</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is </a:t>
            </a:r>
            <a:r>
              <a:rPr lang="en-IN" sz="2000" dirty="0">
                <a:latin typeface="Arial" panose="020B0604020202020204" pitchFamily="34" charset="0"/>
                <a:cs typeface="Arial" panose="020B0604020202020204" pitchFamily="34" charset="0"/>
              </a:rPr>
              <a:t>an important application from the perspective of software reliability and testing.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control flow of programs can be </a:t>
            </a:r>
            <a:r>
              <a:rPr lang="en-IN" sz="2000" dirty="0" smtClean="0">
                <a:latin typeface="Arial" panose="020B0604020202020204" pitchFamily="34" charset="0"/>
                <a:cs typeface="Arial" panose="020B0604020202020204" pitchFamily="34" charset="0"/>
              </a:rPr>
              <a:t>modelled </a:t>
            </a:r>
            <a:r>
              <a:rPr lang="en-IN" sz="2000" dirty="0">
                <a:latin typeface="Arial" panose="020B0604020202020204" pitchFamily="34" charset="0"/>
                <a:cs typeface="Arial" panose="020B0604020202020204" pitchFamily="34" charset="0"/>
              </a:rPr>
              <a:t>in the form of </a:t>
            </a:r>
            <a:r>
              <a:rPr lang="en-IN" sz="2000" dirty="0" smtClean="0">
                <a:latin typeface="Arial" panose="020B0604020202020204" pitchFamily="34" charset="0"/>
                <a:cs typeface="Arial" panose="020B0604020202020204" pitchFamily="34" charset="0"/>
              </a:rPr>
              <a:t>call-graphs (</a:t>
            </a:r>
            <a:r>
              <a:rPr lang="en-IN" sz="2000" b="1" i="1" dirty="0" smtClean="0">
                <a:latin typeface="Arial" panose="020B0604020202020204" pitchFamily="34" charset="0"/>
                <a:cs typeface="Arial" panose="020B0604020202020204" pitchFamily="34" charset="0"/>
              </a:rPr>
              <a:t>CFD &amp; DFD</a:t>
            </a:r>
            <a:r>
              <a:rPr lang="en-IN" sz="2000" dirty="0" smtClean="0">
                <a:latin typeface="Arial" panose="020B0604020202020204" pitchFamily="34" charset="0"/>
                <a:cs typeface="Arial" panose="020B0604020202020204" pitchFamily="34" charset="0"/>
              </a:rPr>
              <a:t>). </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goal of software bug localization techniques is to mine such call graphs in order to determine the bugs in the underlying programs.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Call </a:t>
            </a:r>
            <a:r>
              <a:rPr lang="en-IN" sz="2000" dirty="0">
                <a:latin typeface="Arial" panose="020B0604020202020204" pitchFamily="34" charset="0"/>
                <a:cs typeface="Arial" panose="020B0604020202020204" pitchFamily="34" charset="0"/>
              </a:rPr>
              <a:t>graphs are of two types:</a:t>
            </a:r>
          </a:p>
          <a:p>
            <a:pPr lvl="3">
              <a:buFont typeface="Wingdings" panose="05000000000000000000" pitchFamily="2" charset="2"/>
              <a:buChar char="v"/>
            </a:pPr>
            <a:r>
              <a:rPr lang="en-IN" dirty="0">
                <a:latin typeface="Arial" panose="020B0604020202020204" pitchFamily="34" charset="0"/>
                <a:cs typeface="Arial" panose="020B0604020202020204" pitchFamily="34" charset="0"/>
              </a:rPr>
              <a:t>Static call graphs </a:t>
            </a:r>
            <a:endParaRPr lang="en-IN" dirty="0" smtClean="0">
              <a:latin typeface="Arial" panose="020B0604020202020204" pitchFamily="34" charset="0"/>
              <a:cs typeface="Arial" panose="020B0604020202020204" pitchFamily="34" charset="0"/>
            </a:endParaRPr>
          </a:p>
          <a:p>
            <a:pPr lvl="3">
              <a:buFont typeface="Wingdings" panose="05000000000000000000" pitchFamily="2" charset="2"/>
              <a:buChar char="v"/>
            </a:pPr>
            <a:r>
              <a:rPr lang="en-IN" dirty="0">
                <a:latin typeface="Arial" panose="020B0604020202020204" pitchFamily="34" charset="0"/>
                <a:cs typeface="Arial" panose="020B0604020202020204" pitchFamily="34" charset="0"/>
              </a:rPr>
              <a:t>Dynamic call </a:t>
            </a:r>
            <a:r>
              <a:rPr lang="en-IN" dirty="0" smtClean="0">
                <a:latin typeface="Arial" panose="020B0604020202020204" pitchFamily="34" charset="0"/>
                <a:cs typeface="Arial" panose="020B0604020202020204" pitchFamily="34" charset="0"/>
              </a:rPr>
              <a:t>graphs</a:t>
            </a:r>
          </a:p>
        </p:txBody>
      </p:sp>
      <p:sp>
        <p:nvSpPr>
          <p:cNvPr id="3" name="Content Placeholder 2"/>
          <p:cNvSpPr>
            <a:spLocks noGrp="1"/>
          </p:cNvSpPr>
          <p:nvPr>
            <p:ph sz="quarter" idx="10"/>
          </p:nvPr>
        </p:nvSpPr>
        <p:spPr/>
        <p:txBody>
          <a:bodyPr/>
          <a:lstStyle/>
          <a:p>
            <a:r>
              <a:rPr lang="en-IN" dirty="0"/>
              <a:t>Application Of Graph </a:t>
            </a:r>
            <a:r>
              <a:rPr lang="en-IN" dirty="0" smtClean="0"/>
              <a:t>Mining</a:t>
            </a:r>
            <a:endParaRPr lang="en-IN" dirty="0"/>
          </a:p>
        </p:txBody>
      </p:sp>
    </p:spTree>
    <p:extLst>
      <p:ext uri="{BB962C8B-B14F-4D97-AF65-F5344CB8AC3E}">
        <p14:creationId xmlns:p14="http://schemas.microsoft.com/office/powerpoint/2010/main" val="1281456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1800" dirty="0"/>
              <a:t>The field of graph mining has seen a rapid explosion in recent years because of new applications in</a:t>
            </a:r>
          </a:p>
          <a:p>
            <a:pPr lvl="1">
              <a:buFont typeface="Wingdings" panose="05000000000000000000" pitchFamily="2" charset="2"/>
              <a:buChar char="v"/>
            </a:pPr>
            <a:r>
              <a:rPr lang="en-IN" sz="1800" b="1" dirty="0"/>
              <a:t>Software bug localization</a:t>
            </a:r>
          </a:p>
          <a:p>
            <a:pPr lvl="2">
              <a:buFont typeface="Wingdings" panose="05000000000000000000" pitchFamily="2" charset="2"/>
              <a:buChar char="v"/>
            </a:pPr>
            <a:r>
              <a:rPr lang="en-IN" sz="1800" b="1" dirty="0" smtClean="0">
                <a:latin typeface="Arial" panose="020B0604020202020204" pitchFamily="34" charset="0"/>
                <a:cs typeface="Arial" panose="020B0604020202020204" pitchFamily="34" charset="0"/>
              </a:rPr>
              <a:t>Static </a:t>
            </a:r>
            <a:r>
              <a:rPr lang="en-IN" sz="1800" b="1" dirty="0">
                <a:latin typeface="Arial" panose="020B0604020202020204" pitchFamily="34" charset="0"/>
                <a:cs typeface="Arial" panose="020B0604020202020204" pitchFamily="34" charset="0"/>
              </a:rPr>
              <a:t>call graphs </a:t>
            </a:r>
            <a:r>
              <a:rPr lang="en-IN" sz="1800" dirty="0" smtClean="0">
                <a:latin typeface="Arial" panose="020B0604020202020204" pitchFamily="34" charset="0"/>
                <a:cs typeface="Arial" panose="020B0604020202020204" pitchFamily="34" charset="0"/>
              </a:rPr>
              <a:t>can </a:t>
            </a:r>
            <a:r>
              <a:rPr lang="en-IN" sz="1800" dirty="0">
                <a:latin typeface="Arial" panose="020B0604020202020204" pitchFamily="34" charset="0"/>
                <a:cs typeface="Arial" panose="020B0604020202020204" pitchFamily="34" charset="0"/>
              </a:rPr>
              <a:t>be inferred from the source code of a given program. All the methods, procedures and functions in the program are nodes, and the relationships between the different methods are defined as edges.</a:t>
            </a:r>
          </a:p>
          <a:p>
            <a:pPr lvl="2">
              <a:buFont typeface="Wingdings" panose="05000000000000000000" pitchFamily="2" charset="2"/>
              <a:buChar char="v"/>
            </a:pPr>
            <a:r>
              <a:rPr lang="en-IN" sz="1800" b="1" dirty="0">
                <a:latin typeface="Arial" panose="020B0604020202020204" pitchFamily="34" charset="0"/>
                <a:cs typeface="Arial" panose="020B0604020202020204" pitchFamily="34" charset="0"/>
              </a:rPr>
              <a:t>Dynamic call graphs </a:t>
            </a:r>
            <a:r>
              <a:rPr lang="en-IN" sz="1800" dirty="0">
                <a:latin typeface="Arial" panose="020B0604020202020204" pitchFamily="34" charset="0"/>
                <a:cs typeface="Arial" panose="020B0604020202020204" pitchFamily="34" charset="0"/>
              </a:rPr>
              <a:t>are created during program execution, and they represent the invocation structure.</a:t>
            </a:r>
          </a:p>
          <a:p>
            <a:pPr lvl="2">
              <a:buFont typeface="Wingdings" panose="05000000000000000000" pitchFamily="2" charset="2"/>
              <a:buChar char="v"/>
            </a:pPr>
            <a:r>
              <a:rPr lang="en-IN" sz="1800" dirty="0">
                <a:latin typeface="Arial" panose="020B0604020202020204" pitchFamily="34" charset="0"/>
                <a:cs typeface="Arial" panose="020B0604020202020204" pitchFamily="34" charset="0"/>
              </a:rPr>
              <a:t>Such call graphs can be </a:t>
            </a:r>
            <a:r>
              <a:rPr lang="en-IN" sz="1800" b="1" dirty="0">
                <a:latin typeface="Arial" panose="020B0604020202020204" pitchFamily="34" charset="0"/>
                <a:cs typeface="Arial" panose="020B0604020202020204" pitchFamily="34" charset="0"/>
              </a:rPr>
              <a:t>extremely large</a:t>
            </a:r>
            <a:r>
              <a:rPr lang="en-IN" sz="1800" dirty="0">
                <a:latin typeface="Arial" panose="020B0604020202020204" pitchFamily="34" charset="0"/>
                <a:cs typeface="Arial" panose="020B0604020202020204" pitchFamily="34" charset="0"/>
              </a:rPr>
              <a:t> in massive software programs, </a:t>
            </a:r>
            <a:r>
              <a:rPr lang="en-IN" sz="1800" dirty="0" smtClean="0">
                <a:latin typeface="Arial" panose="020B0604020202020204" pitchFamily="34" charset="0"/>
                <a:cs typeface="Arial" panose="020B0604020202020204" pitchFamily="34" charset="0"/>
              </a:rPr>
              <a:t>because of thousands </a:t>
            </a:r>
            <a:r>
              <a:rPr lang="en-IN" sz="1800" dirty="0">
                <a:latin typeface="Arial" panose="020B0604020202020204" pitchFamily="34" charset="0"/>
                <a:cs typeface="Arial" panose="020B0604020202020204" pitchFamily="34" charset="0"/>
              </a:rPr>
              <a:t>of invocations between </a:t>
            </a:r>
            <a:r>
              <a:rPr lang="en-IN" sz="1800" dirty="0" smtClean="0">
                <a:latin typeface="Arial" panose="020B0604020202020204" pitchFamily="34" charset="0"/>
                <a:cs typeface="Arial" panose="020B0604020202020204" pitchFamily="34" charset="0"/>
              </a:rPr>
              <a:t>different </a:t>
            </a:r>
            <a:r>
              <a:rPr lang="en-IN" sz="1800" dirty="0">
                <a:latin typeface="Arial" panose="020B0604020202020204" pitchFamily="34" charset="0"/>
                <a:cs typeface="Arial" panose="020B0604020202020204" pitchFamily="34" charset="0"/>
              </a:rPr>
              <a:t>procedures. In such cases, the difference in structural, frequency or sequence </a:t>
            </a:r>
            <a:r>
              <a:rPr lang="en-IN" sz="1800" dirty="0" smtClean="0">
                <a:latin typeface="Arial" panose="020B0604020202020204" pitchFamily="34" charset="0"/>
                <a:cs typeface="Arial" panose="020B0604020202020204" pitchFamily="34" charset="0"/>
              </a:rPr>
              <a:t>behaviour </a:t>
            </a:r>
            <a:r>
              <a:rPr lang="en-IN" sz="1800" dirty="0">
                <a:latin typeface="Arial" panose="020B0604020202020204" pitchFamily="34" charset="0"/>
                <a:cs typeface="Arial" panose="020B0604020202020204" pitchFamily="34" charset="0"/>
              </a:rPr>
              <a:t>of successful and failing invocations can be used to localize software bugs. </a:t>
            </a:r>
            <a:endParaRPr lang="en-IN" sz="18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1800" dirty="0" smtClean="0">
                <a:latin typeface="Arial" panose="020B0604020202020204" pitchFamily="34" charset="0"/>
                <a:cs typeface="Arial" panose="020B0604020202020204" pitchFamily="34" charset="0"/>
              </a:rPr>
              <a:t>Such </a:t>
            </a:r>
            <a:r>
              <a:rPr lang="en-IN" sz="1800" dirty="0">
                <a:latin typeface="Arial" panose="020B0604020202020204" pitchFamily="34" charset="0"/>
                <a:cs typeface="Arial" panose="020B0604020202020204" pitchFamily="34" charset="0"/>
              </a:rPr>
              <a:t>call graphs can be particularly useful in localizing bugs which are occasional in nature and may occur in some invocations and not others. </a:t>
            </a:r>
            <a:endParaRPr lang="en-IN" sz="1800" dirty="0"/>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307144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dirty="0"/>
              <a:t>The field of graph mining has seen a rapid explosion in recent years because of new applications in</a:t>
            </a:r>
          </a:p>
          <a:p>
            <a:pPr lvl="1">
              <a:buFont typeface="Wingdings" panose="05000000000000000000" pitchFamily="2" charset="2"/>
              <a:buChar char="v"/>
            </a:pPr>
            <a:r>
              <a:rPr lang="en-IN" sz="2400" b="1" dirty="0"/>
              <a:t>Software bug </a:t>
            </a:r>
            <a:r>
              <a:rPr lang="en-IN" sz="2400" b="1" dirty="0" smtClean="0"/>
              <a:t>localization</a:t>
            </a:r>
          </a:p>
          <a:p>
            <a:pPr lvl="2">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Logical </a:t>
            </a:r>
            <a:r>
              <a:rPr lang="en-IN" b="1" i="1" dirty="0">
                <a:latin typeface="Arial" panose="020B0604020202020204" pitchFamily="34" charset="0"/>
                <a:cs typeface="Arial" panose="020B0604020202020204" pitchFamily="34" charset="0"/>
              </a:rPr>
              <a:t>errors</a:t>
            </a:r>
            <a:r>
              <a:rPr lang="en-IN" i="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in a program which are not a result of the program structure, and which do not affect the sequence or structure of execution of the different methods </a:t>
            </a:r>
            <a:r>
              <a:rPr lang="en-IN" b="1" dirty="0">
                <a:latin typeface="Arial" panose="020B0604020202020204" pitchFamily="34" charset="0"/>
                <a:cs typeface="Arial" panose="020B0604020202020204" pitchFamily="34" charset="0"/>
              </a:rPr>
              <a:t>cannot be localized</a:t>
            </a:r>
            <a:r>
              <a:rPr lang="en-IN" dirty="0">
                <a:latin typeface="Arial" panose="020B0604020202020204" pitchFamily="34" charset="0"/>
                <a:cs typeface="Arial" panose="020B0604020202020204" pitchFamily="34" charset="0"/>
              </a:rPr>
              <a:t> with such techniques. </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software </a:t>
            </a:r>
            <a:r>
              <a:rPr lang="en-IN" dirty="0">
                <a:latin typeface="Arial" panose="020B0604020202020204" pitchFamily="34" charset="0"/>
                <a:cs typeface="Arial" panose="020B0604020202020204" pitchFamily="34" charset="0"/>
              </a:rPr>
              <a:t>bug localization </a:t>
            </a:r>
            <a:r>
              <a:rPr lang="en-IN" b="1" i="1" dirty="0">
                <a:latin typeface="Arial" panose="020B0604020202020204" pitchFamily="34" charset="0"/>
                <a:cs typeface="Arial" panose="020B0604020202020204" pitchFamily="34" charset="0"/>
              </a:rPr>
              <a:t>is not an exact science</a:t>
            </a:r>
            <a:r>
              <a:rPr lang="en-IN" dirty="0">
                <a:latin typeface="Arial" panose="020B0604020202020204" pitchFamily="34" charset="0"/>
                <a:cs typeface="Arial" panose="020B0604020202020204" pitchFamily="34" charset="0"/>
              </a:rPr>
              <a:t>. Rather, it can be used in order to provide software testing experts with </a:t>
            </a:r>
            <a:r>
              <a:rPr lang="en-IN" b="1" dirty="0">
                <a:latin typeface="Arial" panose="020B0604020202020204" pitchFamily="34" charset="0"/>
                <a:cs typeface="Arial" panose="020B0604020202020204" pitchFamily="34" charset="0"/>
              </a:rPr>
              <a:t>possible bugs</a:t>
            </a:r>
            <a:r>
              <a:rPr lang="en-IN" dirty="0">
                <a:latin typeface="Arial" panose="020B0604020202020204" pitchFamily="34" charset="0"/>
                <a:cs typeface="Arial" panose="020B0604020202020204" pitchFamily="34" charset="0"/>
              </a:rPr>
              <a:t>, and they can use this in order to make relevant corrections.</a:t>
            </a: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341756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dirty="0" smtClean="0"/>
              <a:t>Social and </a:t>
            </a:r>
            <a:r>
              <a:rPr lang="en-IN" sz="2000" b="1" dirty="0" smtClean="0"/>
              <a:t>Communication networking</a:t>
            </a:r>
          </a:p>
          <a:p>
            <a:pPr lvl="2" algn="just">
              <a:buFont typeface="Wingdings" panose="05000000000000000000" pitchFamily="2" charset="2"/>
              <a:buChar char="v"/>
            </a:pPr>
            <a:r>
              <a:rPr lang="en-IN" sz="2000" dirty="0">
                <a:latin typeface="Arial" panose="020B0604020202020204" pitchFamily="34" charset="0"/>
                <a:cs typeface="Arial" panose="020B0604020202020204" pitchFamily="34" charset="0"/>
              </a:rPr>
              <a:t>The </a:t>
            </a:r>
            <a:r>
              <a:rPr lang="en-IN" sz="2000" b="1" dirty="0" smtClean="0">
                <a:latin typeface="Arial" panose="020B0604020202020204" pitchFamily="34" charset="0"/>
                <a:cs typeface="Arial" panose="020B0604020202020204" pitchFamily="34" charset="0"/>
              </a:rPr>
              <a:t>World Wide Web</a:t>
            </a:r>
            <a:r>
              <a:rPr lang="en-IN" sz="2000" dirty="0" smtClean="0">
                <a:latin typeface="Arial" panose="020B0604020202020204" pitchFamily="34" charset="0"/>
                <a:cs typeface="Arial" panose="020B0604020202020204" pitchFamily="34" charset="0"/>
              </a:rPr>
              <a:t> (</a:t>
            </a:r>
            <a:r>
              <a:rPr lang="en-IN" sz="2000" i="1" dirty="0" smtClean="0">
                <a:latin typeface="Arial" panose="020B0604020202020204" pitchFamily="34" charset="0"/>
                <a:cs typeface="Arial" panose="020B0604020202020204" pitchFamily="34" charset="0"/>
              </a:rPr>
              <a:t>WWW</a:t>
            </a:r>
            <a:r>
              <a:rPr lang="en-IN" sz="2000" dirty="0" smtClean="0">
                <a:latin typeface="Arial" panose="020B0604020202020204" pitchFamily="34" charset="0"/>
                <a:cs typeface="Arial" panose="020B0604020202020204" pitchFamily="34" charset="0"/>
              </a:rPr>
              <a:t>) </a:t>
            </a:r>
            <a:r>
              <a:rPr lang="en-IN" sz="2000" dirty="0">
                <a:latin typeface="Arial" panose="020B0604020202020204" pitchFamily="34" charset="0"/>
                <a:cs typeface="Arial" panose="020B0604020202020204" pitchFamily="34" charset="0"/>
              </a:rPr>
              <a:t>is naturally structured in the form of a graph </a:t>
            </a:r>
            <a:r>
              <a:rPr lang="en-IN" sz="2000" dirty="0" smtClean="0">
                <a:latin typeface="Arial" panose="020B0604020202020204" pitchFamily="34" charset="0"/>
                <a:cs typeface="Arial" panose="020B0604020202020204" pitchFamily="34" charset="0"/>
              </a:rPr>
              <a:t>with </a:t>
            </a:r>
            <a:r>
              <a:rPr lang="en-IN" sz="2000" b="1" dirty="0" smtClean="0">
                <a:latin typeface="Arial" panose="020B0604020202020204" pitchFamily="34" charset="0"/>
                <a:cs typeface="Arial" panose="020B0604020202020204" pitchFamily="34" charset="0"/>
              </a:rPr>
              <a:t>nodes</a:t>
            </a:r>
            <a:r>
              <a:rPr lang="en-IN" sz="2000" dirty="0" smtClean="0">
                <a:latin typeface="Arial" panose="020B0604020202020204" pitchFamily="34" charset="0"/>
                <a:cs typeface="Arial" panose="020B0604020202020204" pitchFamily="34" charset="0"/>
              </a:rPr>
              <a:t> as web pages </a:t>
            </a:r>
            <a:r>
              <a:rPr lang="en-IN" sz="2000" dirty="0">
                <a:latin typeface="Arial" panose="020B0604020202020204" pitchFamily="34" charset="0"/>
                <a:cs typeface="Arial" panose="020B0604020202020204" pitchFamily="34" charset="0"/>
              </a:rPr>
              <a:t>and the links are the </a:t>
            </a:r>
            <a:r>
              <a:rPr lang="en-IN" sz="2000" b="1" dirty="0">
                <a:latin typeface="Arial" panose="020B0604020202020204" pitchFamily="34" charset="0"/>
                <a:cs typeface="Arial" panose="020B0604020202020204" pitchFamily="34" charset="0"/>
              </a:rPr>
              <a:t>edges</a:t>
            </a:r>
            <a:r>
              <a:rPr lang="en-IN" sz="2000" dirty="0">
                <a:latin typeface="Arial" panose="020B0604020202020204" pitchFamily="34" charset="0"/>
                <a:cs typeface="Arial" panose="020B0604020202020204" pitchFamily="34" charset="0"/>
              </a:rPr>
              <a:t>. </a:t>
            </a:r>
            <a:endParaRPr lang="en-IN" sz="2000" dirty="0" smtClean="0">
              <a:latin typeface="Arial" panose="020B0604020202020204" pitchFamily="34" charset="0"/>
              <a:cs typeface="Arial" panose="020B0604020202020204" pitchFamily="34" charset="0"/>
            </a:endParaRPr>
          </a:p>
          <a:p>
            <a:pPr lvl="2" algn="jus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linkage structure of the web holds a wealth of information which can be exploited for a variety of data mining purposes. </a:t>
            </a:r>
            <a:endParaRPr lang="en-IN" sz="2000" dirty="0" smtClean="0">
              <a:latin typeface="Arial" panose="020B0604020202020204" pitchFamily="34" charset="0"/>
              <a:cs typeface="Arial" panose="020B0604020202020204" pitchFamily="34" charset="0"/>
            </a:endParaRPr>
          </a:p>
          <a:p>
            <a:pPr lvl="2" algn="jus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The </a:t>
            </a:r>
            <a:r>
              <a:rPr lang="en-IN" sz="2000" dirty="0">
                <a:latin typeface="Arial" panose="020B0604020202020204" pitchFamily="34" charset="0"/>
                <a:cs typeface="Arial" panose="020B0604020202020204" pitchFamily="34" charset="0"/>
              </a:rPr>
              <a:t>most famous application which exploits the </a:t>
            </a:r>
            <a:r>
              <a:rPr lang="en-IN" sz="2000" dirty="0" smtClean="0">
                <a:latin typeface="Arial" panose="020B0604020202020204" pitchFamily="34" charset="0"/>
                <a:cs typeface="Arial" panose="020B0604020202020204" pitchFamily="34" charset="0"/>
              </a:rPr>
              <a:t>linkage </a:t>
            </a:r>
            <a:r>
              <a:rPr lang="en-IN" sz="2000" dirty="0">
                <a:latin typeface="Arial" panose="020B0604020202020204" pitchFamily="34" charset="0"/>
                <a:cs typeface="Arial" panose="020B0604020202020204" pitchFamily="34" charset="0"/>
              </a:rPr>
              <a:t>structure of the web is the </a:t>
            </a:r>
            <a:r>
              <a:rPr lang="en-IN" sz="2000" b="1" dirty="0">
                <a:latin typeface="Arial" panose="020B0604020202020204" pitchFamily="34" charset="0"/>
                <a:cs typeface="Arial" panose="020B0604020202020204" pitchFamily="34" charset="0"/>
              </a:rPr>
              <a:t>PageRank </a:t>
            </a:r>
            <a:r>
              <a:rPr lang="en-IN" sz="2000" b="1" dirty="0" smtClean="0">
                <a:latin typeface="Arial" panose="020B0604020202020204" pitchFamily="34" charset="0"/>
                <a:cs typeface="Arial" panose="020B0604020202020204" pitchFamily="34" charset="0"/>
              </a:rPr>
              <a:t>algorithm</a:t>
            </a:r>
            <a:r>
              <a:rPr lang="en-IN" sz="2000" dirty="0" smtClean="0">
                <a:latin typeface="Arial" panose="020B0604020202020204" pitchFamily="34" charset="0"/>
                <a:cs typeface="Arial" panose="020B0604020202020204" pitchFamily="34" charset="0"/>
              </a:rPr>
              <a:t>. </a:t>
            </a:r>
          </a:p>
          <a:p>
            <a:pPr lvl="2" algn="just">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This </a:t>
            </a:r>
            <a:r>
              <a:rPr lang="en-IN" sz="2000" dirty="0">
                <a:latin typeface="Arial" panose="020B0604020202020204" pitchFamily="34" charset="0"/>
                <a:cs typeface="Arial" panose="020B0604020202020204" pitchFamily="34" charset="0"/>
              </a:rPr>
              <a:t>algorithm has been one of the key secrets to the success of the well known Google search engine. </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2452164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6868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dirty="0" smtClean="0"/>
              <a:t>Social </a:t>
            </a:r>
            <a:r>
              <a:rPr lang="en-IN" sz="2000" dirty="0"/>
              <a:t>and </a:t>
            </a:r>
            <a:r>
              <a:rPr lang="en-IN" sz="2000" b="1" dirty="0" smtClean="0"/>
              <a:t>Communication networking</a:t>
            </a:r>
          </a:p>
          <a:p>
            <a:pPr lvl="2" algn="just">
              <a:buFont typeface="Wingdings" panose="05000000000000000000" pitchFamily="2" charset="2"/>
              <a:buChar char="v"/>
            </a:pPr>
            <a:r>
              <a:rPr lang="en-IN" sz="2000" b="1" dirty="0" smtClean="0">
                <a:latin typeface="Arial" panose="020B0604020202020204" pitchFamily="34" charset="0"/>
                <a:cs typeface="Arial" panose="020B0604020202020204" pitchFamily="34" charset="0"/>
              </a:rPr>
              <a:t>PageRank algorithm</a:t>
            </a:r>
            <a:r>
              <a:rPr lang="en-IN" sz="2000" dirty="0" smtClean="0">
                <a:latin typeface="Arial" panose="020B0604020202020204" pitchFamily="34" charset="0"/>
                <a:cs typeface="Arial" panose="020B0604020202020204" pitchFamily="34" charset="0"/>
              </a:rPr>
              <a:t>. </a:t>
            </a:r>
          </a:p>
          <a:p>
            <a:pPr lvl="3" algn="just">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basic idea </a:t>
            </a:r>
            <a:r>
              <a:rPr lang="en-IN" dirty="0" smtClean="0">
                <a:latin typeface="Arial" panose="020B0604020202020204" pitchFamily="34" charset="0"/>
                <a:cs typeface="Arial" panose="020B0604020202020204" pitchFamily="34" charset="0"/>
              </a:rPr>
              <a:t>is </a:t>
            </a:r>
            <a:r>
              <a:rPr lang="en-IN" dirty="0">
                <a:latin typeface="Arial" panose="020B0604020202020204" pitchFamily="34" charset="0"/>
                <a:cs typeface="Arial" panose="020B0604020202020204" pitchFamily="34" charset="0"/>
              </a:rPr>
              <a:t>that the importance of a page on the web can be gauged from the number and importance of the hyperlinks pointing to it</a:t>
            </a:r>
            <a:r>
              <a:rPr lang="en-IN" dirty="0" smtClean="0">
                <a:latin typeface="Arial" panose="020B0604020202020204" pitchFamily="34" charset="0"/>
                <a:cs typeface="Arial" panose="020B0604020202020204" pitchFamily="34" charset="0"/>
              </a:rPr>
              <a:t>.</a:t>
            </a:r>
          </a:p>
          <a:p>
            <a:pPr lvl="3" algn="just">
              <a:buFont typeface="Wingdings" panose="05000000000000000000" pitchFamily="2" charset="2"/>
              <a:buChar char="v"/>
            </a:pPr>
            <a:r>
              <a:rPr lang="en-IN" dirty="0">
                <a:latin typeface="Arial" panose="020B0604020202020204" pitchFamily="34" charset="0"/>
                <a:cs typeface="Arial" panose="020B0604020202020204" pitchFamily="34" charset="0"/>
              </a:rPr>
              <a:t>The intuitive interpretation of page rank is the probability that a random surfer arrives at a given web page during a random walk</a:t>
            </a:r>
            <a:r>
              <a:rPr lang="en-IN" dirty="0" smtClean="0">
                <a:latin typeface="Arial" panose="020B0604020202020204" pitchFamily="34" charset="0"/>
                <a:cs typeface="Arial" panose="020B0604020202020204" pitchFamily="34" charset="0"/>
              </a:rPr>
              <a:t>.</a:t>
            </a:r>
          </a:p>
          <a:p>
            <a:pPr lvl="3" algn="just">
              <a:buFont typeface="Wingdings" panose="05000000000000000000" pitchFamily="2" charset="2"/>
              <a:buChar char="v"/>
            </a:pPr>
            <a:r>
              <a:rPr lang="en-IN" dirty="0">
                <a:latin typeface="Arial" panose="020B0604020202020204" pitchFamily="34" charset="0"/>
                <a:cs typeface="Arial" panose="020B0604020202020204" pitchFamily="34" charset="0"/>
              </a:rPr>
              <a:t>Thus, </a:t>
            </a:r>
            <a:r>
              <a:rPr lang="en-IN" dirty="0" smtClean="0">
                <a:latin typeface="Arial" panose="020B0604020202020204" pitchFamily="34" charset="0"/>
                <a:cs typeface="Arial" panose="020B0604020202020204" pitchFamily="34" charset="0"/>
              </a:rPr>
              <a:t>it forms </a:t>
            </a:r>
            <a:r>
              <a:rPr lang="en-IN" dirty="0">
                <a:latin typeface="Arial" panose="020B0604020202020204" pitchFamily="34" charset="0"/>
                <a:cs typeface="Arial" panose="020B0604020202020204" pitchFamily="34" charset="0"/>
              </a:rPr>
              <a:t>a </a:t>
            </a:r>
            <a:r>
              <a:rPr lang="en-IN" b="1" dirty="0">
                <a:latin typeface="Arial" panose="020B0604020202020204" pitchFamily="34" charset="0"/>
                <a:cs typeface="Arial" panose="020B0604020202020204" pitchFamily="34" charset="0"/>
              </a:rPr>
              <a:t>probability distribution</a:t>
            </a:r>
            <a:r>
              <a:rPr lang="en-IN" dirty="0">
                <a:latin typeface="Arial" panose="020B0604020202020204" pitchFamily="34" charset="0"/>
                <a:cs typeface="Arial" panose="020B0604020202020204" pitchFamily="34" charset="0"/>
              </a:rPr>
              <a:t> over web pages, so that the </a:t>
            </a:r>
            <a:r>
              <a:rPr lang="en-IN" b="1" dirty="0">
                <a:latin typeface="Arial" panose="020B0604020202020204" pitchFamily="34" charset="0"/>
                <a:cs typeface="Arial" panose="020B0604020202020204" pitchFamily="34" charset="0"/>
              </a:rPr>
              <a:t>sum</a:t>
            </a:r>
            <a:r>
              <a:rPr lang="en-IN" dirty="0">
                <a:latin typeface="Arial" panose="020B0604020202020204" pitchFamily="34" charset="0"/>
                <a:cs typeface="Arial" panose="020B0604020202020204" pitchFamily="34" charset="0"/>
              </a:rPr>
              <a:t> of the page rank over all the web pages sums to </a:t>
            </a:r>
            <a:r>
              <a:rPr lang="en-IN" b="1" dirty="0" smtClean="0">
                <a:latin typeface="Arial" panose="020B0604020202020204" pitchFamily="34" charset="0"/>
                <a:cs typeface="Arial" panose="020B0604020202020204" pitchFamily="34" charset="0"/>
              </a:rPr>
              <a:t>1</a:t>
            </a:r>
            <a:r>
              <a:rPr lang="en-IN" dirty="0" smtClean="0">
                <a:latin typeface="Arial" panose="020B0604020202020204" pitchFamily="34" charset="0"/>
                <a:cs typeface="Arial" panose="020B0604020202020204" pitchFamily="34" charset="0"/>
              </a:rPr>
              <a:t>, with </a:t>
            </a:r>
            <a:r>
              <a:rPr lang="en-IN" b="1" dirty="0" smtClean="0">
                <a:latin typeface="Arial" panose="020B0604020202020204" pitchFamily="34" charset="0"/>
                <a:cs typeface="Arial" panose="020B0604020202020204" pitchFamily="34" charset="0"/>
              </a:rPr>
              <a:t>teleportation</a:t>
            </a:r>
            <a:r>
              <a:rPr lang="en-IN" dirty="0">
                <a:latin typeface="Arial" panose="020B0604020202020204" pitchFamily="34" charset="0"/>
                <a:cs typeface="Arial" panose="020B0604020202020204" pitchFamily="34" charset="0"/>
              </a:rPr>
              <a:t>, in which we can transition any web page in the collection uniformly at random.</a:t>
            </a:r>
            <a:endParaRPr lang="en-IN"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89575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6868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dirty="0" smtClean="0"/>
              <a:t>Social </a:t>
            </a:r>
            <a:r>
              <a:rPr lang="en-IN" sz="2000" dirty="0"/>
              <a:t>and </a:t>
            </a:r>
            <a:r>
              <a:rPr lang="en-IN" sz="2000" b="1" dirty="0" smtClean="0"/>
              <a:t>Communication networking</a:t>
            </a:r>
          </a:p>
          <a:p>
            <a:pPr lvl="2" algn="just">
              <a:buFont typeface="Wingdings" panose="05000000000000000000" pitchFamily="2" charset="2"/>
              <a:buChar char="v"/>
            </a:pPr>
            <a:r>
              <a:rPr lang="en-IN" sz="2000" b="1" dirty="0" smtClean="0">
                <a:latin typeface="Arial" panose="020B0604020202020204" pitchFamily="34" charset="0"/>
                <a:cs typeface="Arial" panose="020B0604020202020204" pitchFamily="34" charset="0"/>
              </a:rPr>
              <a:t>PageRank algorithm</a:t>
            </a:r>
            <a:r>
              <a:rPr lang="en-IN" sz="2000" dirty="0" smtClean="0">
                <a:latin typeface="Arial" panose="020B0604020202020204" pitchFamily="34" charset="0"/>
                <a:cs typeface="Arial" panose="020B0604020202020204" pitchFamily="34" charset="0"/>
              </a:rPr>
              <a:t>. </a:t>
            </a:r>
          </a:p>
          <a:p>
            <a:pPr lvl="3" algn="just">
              <a:buFont typeface="Wingdings" panose="05000000000000000000" pitchFamily="2" charset="2"/>
              <a:buChar char="v"/>
            </a:pPr>
            <a:r>
              <a:rPr lang="en-IN" dirty="0" smtClean="0">
                <a:latin typeface="Arial" panose="020B0604020202020204" pitchFamily="34" charset="0"/>
                <a:cs typeface="Arial" panose="020B0604020202020204" pitchFamily="34" charset="0"/>
              </a:rPr>
              <a:t>The </a:t>
            </a:r>
            <a:r>
              <a:rPr lang="en-IN" dirty="0">
                <a:latin typeface="Arial" panose="020B0604020202020204" pitchFamily="34" charset="0"/>
                <a:cs typeface="Arial" panose="020B0604020202020204" pitchFamily="34" charset="0"/>
              </a:rPr>
              <a:t>page-rank algorithm </a:t>
            </a:r>
            <a:r>
              <a:rPr lang="en-IN" b="1" dirty="0">
                <a:latin typeface="Arial" panose="020B0604020202020204" pitchFamily="34" charset="0"/>
                <a:cs typeface="Arial" panose="020B0604020202020204" pitchFamily="34" charset="0"/>
              </a:rPr>
              <a:t>only looks at the link structure </a:t>
            </a:r>
            <a:r>
              <a:rPr lang="en-IN" dirty="0">
                <a:latin typeface="Arial" panose="020B0604020202020204" pitchFamily="34" charset="0"/>
                <a:cs typeface="Arial" panose="020B0604020202020204" pitchFamily="34" charset="0"/>
              </a:rPr>
              <a:t>during the ranking process, and </a:t>
            </a:r>
            <a:r>
              <a:rPr lang="en-IN" b="1" dirty="0">
                <a:latin typeface="Arial" panose="020B0604020202020204" pitchFamily="34" charset="0"/>
                <a:cs typeface="Arial" panose="020B0604020202020204" pitchFamily="34" charset="0"/>
              </a:rPr>
              <a:t>does not include any information about the content </a:t>
            </a:r>
            <a:r>
              <a:rPr lang="en-IN" dirty="0">
                <a:latin typeface="Arial" panose="020B0604020202020204" pitchFamily="34" charset="0"/>
                <a:cs typeface="Arial" panose="020B0604020202020204" pitchFamily="34" charset="0"/>
              </a:rPr>
              <a:t>of the underlying web pages. </a:t>
            </a:r>
            <a:endParaRPr lang="en-IN" dirty="0" smtClean="0">
              <a:latin typeface="Arial" panose="020B0604020202020204" pitchFamily="34" charset="0"/>
              <a:cs typeface="Arial" panose="020B0604020202020204" pitchFamily="34" charset="0"/>
            </a:endParaRPr>
          </a:p>
          <a:p>
            <a:pPr lvl="3" algn="just">
              <a:buFont typeface="Wingdings" panose="05000000000000000000" pitchFamily="2" charset="2"/>
              <a:buChar char="v"/>
            </a:pPr>
            <a:r>
              <a:rPr lang="en-IN" dirty="0" smtClean="0">
                <a:latin typeface="Arial" panose="020B0604020202020204" pitchFamily="34" charset="0"/>
                <a:cs typeface="Arial" panose="020B0604020202020204" pitchFamily="34" charset="0"/>
              </a:rPr>
              <a:t>A </a:t>
            </a:r>
            <a:r>
              <a:rPr lang="en-IN" dirty="0">
                <a:latin typeface="Arial" panose="020B0604020202020204" pitchFamily="34" charset="0"/>
                <a:cs typeface="Arial" panose="020B0604020202020204" pitchFamily="34" charset="0"/>
              </a:rPr>
              <a:t>closely related concept is that of topic-sensitive page rank </a:t>
            </a:r>
            <a:r>
              <a:rPr lang="en-IN" dirty="0" smtClean="0">
                <a:latin typeface="Arial" panose="020B0604020202020204" pitchFamily="34" charset="0"/>
                <a:cs typeface="Arial" panose="020B0604020202020204" pitchFamily="34" charset="0"/>
              </a:rPr>
              <a:t>[</a:t>
            </a:r>
            <a:r>
              <a:rPr lang="en-IN" dirty="0">
                <a:latin typeface="Arial" panose="020B0604020202020204" pitchFamily="34" charset="0"/>
                <a:cs typeface="Arial" panose="020B0604020202020204" pitchFamily="34" charset="0"/>
              </a:rPr>
              <a:t>2</a:t>
            </a:r>
            <a:r>
              <a:rPr lang="en-IN" dirty="0" smtClean="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in which we use the topics of the web pages during the ranking process</a:t>
            </a:r>
            <a:r>
              <a:rPr lang="en-IN" dirty="0" smtClean="0">
                <a:latin typeface="Arial" panose="020B0604020202020204" pitchFamily="34" charset="0"/>
                <a:cs typeface="Arial" panose="020B0604020202020204" pitchFamily="34" charset="0"/>
              </a:rPr>
              <a:t>.</a:t>
            </a:r>
          </a:p>
          <a:p>
            <a:pPr lvl="3" algn="just">
              <a:buFont typeface="Wingdings" panose="05000000000000000000" pitchFamily="2" charset="2"/>
              <a:buChar char="v"/>
            </a:pPr>
            <a:r>
              <a:rPr lang="en-IN" b="1" i="1" dirty="0" smtClean="0">
                <a:latin typeface="Arial" panose="020B0604020202020204" pitchFamily="34" charset="0"/>
                <a:cs typeface="Arial" panose="020B0604020202020204" pitchFamily="34" charset="0"/>
              </a:rPr>
              <a:t>Page rank is inherently a dynamic problem.</a:t>
            </a:r>
          </a:p>
        </p:txBody>
      </p:sp>
      <p:sp>
        <p:nvSpPr>
          <p:cNvPr id="3" name="Content Placeholder 2"/>
          <p:cNvSpPr>
            <a:spLocks noGrp="1"/>
          </p:cNvSpPr>
          <p:nvPr>
            <p:ph sz="quarter" idx="10"/>
          </p:nvPr>
        </p:nvSpPr>
        <p:spPr/>
        <p:txBody>
          <a:bodyPr/>
          <a:lstStyle/>
          <a:p>
            <a:r>
              <a:rPr lang="en-IN" dirty="0"/>
              <a:t>Application Of Graph Mining</a:t>
            </a:r>
          </a:p>
        </p:txBody>
      </p:sp>
      <p:sp>
        <p:nvSpPr>
          <p:cNvPr id="4" name="TextBox 3"/>
          <p:cNvSpPr txBox="1"/>
          <p:nvPr/>
        </p:nvSpPr>
        <p:spPr>
          <a:xfrm>
            <a:off x="304800" y="6550223"/>
            <a:ext cx="6324600" cy="307777"/>
          </a:xfrm>
          <a:prstGeom prst="rect">
            <a:avLst/>
          </a:prstGeom>
          <a:noFill/>
        </p:spPr>
        <p:txBody>
          <a:bodyPr wrap="square" rtlCol="0">
            <a:spAutoFit/>
          </a:bodyPr>
          <a:lstStyle/>
          <a:p>
            <a:r>
              <a:rPr lang="en-IN" sz="1400" dirty="0" smtClean="0"/>
              <a:t>[2] </a:t>
            </a:r>
            <a:r>
              <a:rPr lang="en-IN" sz="1400" i="1" dirty="0" smtClean="0"/>
              <a:t>T</a:t>
            </a:r>
            <a:r>
              <a:rPr lang="en-IN" sz="1400" i="1" dirty="0"/>
              <a:t>. </a:t>
            </a:r>
            <a:r>
              <a:rPr lang="en-IN" sz="1400" i="1" dirty="0" err="1"/>
              <a:t>Haveliwala</a:t>
            </a:r>
            <a:r>
              <a:rPr lang="en-IN" sz="1400" i="1" dirty="0"/>
              <a:t>. Topic-Sensitive Page Rank, World Wide Web Conference, 2002.</a:t>
            </a:r>
          </a:p>
        </p:txBody>
      </p:sp>
    </p:spTree>
    <p:extLst>
      <p:ext uri="{BB962C8B-B14F-4D97-AF65-F5344CB8AC3E}">
        <p14:creationId xmlns:p14="http://schemas.microsoft.com/office/powerpoint/2010/main" val="157145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smtClean="0"/>
              <a:t>Social</a:t>
            </a:r>
            <a:r>
              <a:rPr lang="en-IN" sz="2000" dirty="0" smtClean="0"/>
              <a:t> </a:t>
            </a:r>
            <a:r>
              <a:rPr lang="en-IN" sz="2000" dirty="0"/>
              <a:t>and </a:t>
            </a:r>
            <a:r>
              <a:rPr lang="en-IN" sz="2000" dirty="0" smtClean="0"/>
              <a:t>Communication </a:t>
            </a:r>
            <a:r>
              <a:rPr lang="en-IN" sz="2000" b="1" dirty="0" smtClean="0"/>
              <a:t>networking</a:t>
            </a:r>
          </a:p>
          <a:p>
            <a:pPr lvl="1">
              <a:buFont typeface="Wingdings" panose="05000000000000000000" pitchFamily="2" charset="2"/>
              <a:buChar char="v"/>
            </a:pPr>
            <a:r>
              <a:rPr lang="en-IN" sz="2000" b="1" dirty="0"/>
              <a:t>Social networks </a:t>
            </a:r>
            <a:r>
              <a:rPr lang="en-IN" sz="2000" dirty="0"/>
              <a:t>are very large graphs which are defined by people who appear as nodes, and links which correspond to communications or relationships between these different people. The links in the social network can be used to </a:t>
            </a:r>
            <a:endParaRPr lang="en-IN" sz="2000" dirty="0" smtClean="0"/>
          </a:p>
          <a:p>
            <a:pPr lvl="2">
              <a:buFont typeface="Wingdings" panose="05000000000000000000" pitchFamily="2" charset="2"/>
              <a:buChar char="v"/>
            </a:pPr>
            <a:r>
              <a:rPr lang="en-IN" sz="2000" b="1" dirty="0">
                <a:latin typeface="Arial" panose="020B0604020202020204" pitchFamily="34" charset="0"/>
                <a:cs typeface="Arial" panose="020B0604020202020204" pitchFamily="34" charset="0"/>
              </a:rPr>
              <a:t>D</a:t>
            </a:r>
            <a:r>
              <a:rPr lang="en-IN" sz="2000" b="1" dirty="0" smtClean="0">
                <a:latin typeface="Arial" panose="020B0604020202020204" pitchFamily="34" charset="0"/>
                <a:cs typeface="Arial" panose="020B0604020202020204" pitchFamily="34" charset="0"/>
              </a:rPr>
              <a:t>etermine </a:t>
            </a:r>
            <a:r>
              <a:rPr lang="en-IN" sz="2000" b="1" dirty="0">
                <a:latin typeface="Arial" panose="020B0604020202020204" pitchFamily="34" charset="0"/>
                <a:cs typeface="Arial" panose="020B0604020202020204" pitchFamily="34" charset="0"/>
              </a:rPr>
              <a:t>relevant </a:t>
            </a:r>
            <a:r>
              <a:rPr lang="en-IN" sz="2000" b="1" dirty="0" smtClean="0">
                <a:latin typeface="Arial" panose="020B0604020202020204" pitchFamily="34" charset="0"/>
                <a:cs typeface="Arial" panose="020B0604020202020204" pitchFamily="34" charset="0"/>
              </a:rPr>
              <a:t>communities</a:t>
            </a:r>
          </a:p>
          <a:p>
            <a:pPr lvl="2">
              <a:buFont typeface="Wingdings" panose="05000000000000000000" pitchFamily="2" charset="2"/>
              <a:buChar char="v"/>
            </a:pPr>
            <a:r>
              <a:rPr lang="en-IN" sz="2000" dirty="0" smtClean="0">
                <a:latin typeface="Arial" panose="020B0604020202020204" pitchFamily="34" charset="0"/>
                <a:cs typeface="Arial" panose="020B0604020202020204" pitchFamily="34" charset="0"/>
              </a:rPr>
              <a:t>Members </a:t>
            </a:r>
            <a:r>
              <a:rPr lang="en-IN" sz="2000" dirty="0">
                <a:latin typeface="Arial" panose="020B0604020202020204" pitchFamily="34" charset="0"/>
                <a:cs typeface="Arial" panose="020B0604020202020204" pitchFamily="34" charset="0"/>
              </a:rPr>
              <a:t>with particular expertise sets, and </a:t>
            </a:r>
            <a:endParaRPr lang="en-IN" sz="2000" dirty="0" smtClean="0">
              <a:latin typeface="Arial" panose="020B0604020202020204" pitchFamily="34" charset="0"/>
              <a:cs typeface="Arial" panose="020B0604020202020204" pitchFamily="34" charset="0"/>
            </a:endParaRPr>
          </a:p>
          <a:p>
            <a:pPr lvl="2">
              <a:buFont typeface="Wingdings" panose="05000000000000000000" pitchFamily="2" charset="2"/>
              <a:buChar char="v"/>
            </a:pPr>
            <a:r>
              <a:rPr lang="en-IN" sz="2000" dirty="0">
                <a:latin typeface="Arial" panose="020B0604020202020204" pitchFamily="34" charset="0"/>
                <a:cs typeface="Arial" panose="020B0604020202020204" pitchFamily="34" charset="0"/>
              </a:rPr>
              <a:t>T</a:t>
            </a:r>
            <a:r>
              <a:rPr lang="en-IN" sz="2000" dirty="0" smtClean="0">
                <a:latin typeface="Arial" panose="020B0604020202020204" pitchFamily="34" charset="0"/>
                <a:cs typeface="Arial" panose="020B0604020202020204" pitchFamily="34" charset="0"/>
              </a:rPr>
              <a:t>he </a:t>
            </a:r>
            <a:r>
              <a:rPr lang="en-IN" sz="2000" dirty="0">
                <a:latin typeface="Arial" panose="020B0604020202020204" pitchFamily="34" charset="0"/>
                <a:cs typeface="Arial" panose="020B0604020202020204" pitchFamily="34" charset="0"/>
              </a:rPr>
              <a:t>flow of information in the social network.</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350302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Autofit/>
          </a:bodyPr>
          <a:lstStyle/>
          <a:p>
            <a:pPr>
              <a:buFont typeface="Wingdings" panose="05000000000000000000" pitchFamily="2" charset="2"/>
              <a:buChar char="v"/>
            </a:pPr>
            <a:r>
              <a:rPr lang="en-IN" sz="2000" dirty="0"/>
              <a:t>The field of graph mining has seen a rapid explosion in recent years because of new applications </a:t>
            </a:r>
            <a:r>
              <a:rPr lang="en-IN" sz="2000" dirty="0" smtClean="0"/>
              <a:t>in</a:t>
            </a:r>
          </a:p>
          <a:p>
            <a:pPr lvl="1">
              <a:buFont typeface="Wingdings" panose="05000000000000000000" pitchFamily="2" charset="2"/>
              <a:buChar char="v"/>
            </a:pPr>
            <a:r>
              <a:rPr lang="en-IN" sz="2000" b="1" dirty="0" smtClean="0"/>
              <a:t>Social</a:t>
            </a:r>
            <a:r>
              <a:rPr lang="en-IN" sz="2000" dirty="0" smtClean="0"/>
              <a:t> </a:t>
            </a:r>
            <a:r>
              <a:rPr lang="en-IN" sz="2000" dirty="0"/>
              <a:t>and </a:t>
            </a:r>
            <a:r>
              <a:rPr lang="en-IN" sz="2000" dirty="0" smtClean="0"/>
              <a:t>Communication </a:t>
            </a:r>
            <a:r>
              <a:rPr lang="en-IN" sz="2000" b="1" dirty="0" smtClean="0"/>
              <a:t>networking</a:t>
            </a:r>
          </a:p>
          <a:p>
            <a:pPr lvl="1">
              <a:buFont typeface="Wingdings" panose="05000000000000000000" pitchFamily="2" charset="2"/>
              <a:buChar char="v"/>
            </a:pPr>
            <a:r>
              <a:rPr lang="en-IN" sz="2000" b="1" dirty="0"/>
              <a:t>Social networks </a:t>
            </a:r>
            <a:r>
              <a:rPr lang="en-IN" sz="2000" dirty="0"/>
              <a:t>are very large graphs which are defined by people who appear as nodes, and links which correspond to communications or relationships between these different people. The links in the social network can be used to </a:t>
            </a:r>
            <a:endParaRPr lang="en-IN" sz="2000" dirty="0" smtClean="0"/>
          </a:p>
          <a:p>
            <a:pPr lvl="2">
              <a:buFont typeface="Wingdings" panose="05000000000000000000" pitchFamily="2" charset="2"/>
              <a:buChar char="v"/>
            </a:pPr>
            <a:r>
              <a:rPr lang="en-IN" sz="2000" b="1" dirty="0">
                <a:latin typeface="Arial" panose="020B0604020202020204" pitchFamily="34" charset="0"/>
                <a:cs typeface="Arial" panose="020B0604020202020204" pitchFamily="34" charset="0"/>
              </a:rPr>
              <a:t>D</a:t>
            </a:r>
            <a:r>
              <a:rPr lang="en-IN" sz="2000" b="1" dirty="0" smtClean="0">
                <a:latin typeface="Arial" panose="020B0604020202020204" pitchFamily="34" charset="0"/>
                <a:cs typeface="Arial" panose="020B0604020202020204" pitchFamily="34" charset="0"/>
              </a:rPr>
              <a:t>etermine </a:t>
            </a:r>
            <a:r>
              <a:rPr lang="en-IN" sz="2000" b="1" dirty="0">
                <a:latin typeface="Arial" panose="020B0604020202020204" pitchFamily="34" charset="0"/>
                <a:cs typeface="Arial" panose="020B0604020202020204" pitchFamily="34" charset="0"/>
              </a:rPr>
              <a:t>relevant </a:t>
            </a:r>
            <a:r>
              <a:rPr lang="en-IN" sz="2000" b="1" dirty="0" smtClean="0">
                <a:latin typeface="Arial" panose="020B0604020202020204" pitchFamily="34" charset="0"/>
                <a:cs typeface="Arial" panose="020B0604020202020204" pitchFamily="34" charset="0"/>
              </a:rPr>
              <a:t>communities</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It is </a:t>
            </a:r>
            <a:r>
              <a:rPr lang="en-IN" dirty="0">
                <a:latin typeface="Arial" panose="020B0604020202020204" pitchFamily="34" charset="0"/>
                <a:cs typeface="Arial" panose="020B0604020202020204" pitchFamily="34" charset="0"/>
              </a:rPr>
              <a:t>related to the problem of node clustering of very large graphs</a:t>
            </a:r>
            <a:r>
              <a:rPr lang="en-IN" dirty="0" smtClean="0">
                <a:latin typeface="Arial" panose="020B0604020202020204" pitchFamily="34" charset="0"/>
                <a:cs typeface="Arial" panose="020B0604020202020204" pitchFamily="34" charset="0"/>
              </a:rPr>
              <a:t>.</a:t>
            </a:r>
          </a:p>
          <a:p>
            <a:pPr lvl="3">
              <a:buFont typeface="Wingdings" panose="05000000000000000000" pitchFamily="2" charset="2"/>
              <a:buChar char="v"/>
            </a:pPr>
            <a:r>
              <a:rPr lang="en-IN" dirty="0" smtClean="0">
                <a:latin typeface="Arial" panose="020B0604020202020204" pitchFamily="34" charset="0"/>
                <a:cs typeface="Arial" panose="020B0604020202020204" pitchFamily="34" charset="0"/>
              </a:rPr>
              <a:t>It is </a:t>
            </a:r>
            <a:r>
              <a:rPr lang="en-IN" dirty="0">
                <a:latin typeface="Arial" panose="020B0604020202020204" pitchFamily="34" charset="0"/>
                <a:cs typeface="Arial" panose="020B0604020202020204" pitchFamily="34" charset="0"/>
              </a:rPr>
              <a:t>particularly interesting in the context </a:t>
            </a:r>
            <a:r>
              <a:rPr lang="en-IN" i="1" dirty="0">
                <a:latin typeface="Arial" panose="020B0604020202020204" pitchFamily="34" charset="0"/>
                <a:cs typeface="Arial" panose="020B0604020202020204" pitchFamily="34" charset="0"/>
              </a:rPr>
              <a:t>of dynamic analysis of evolving networks</a:t>
            </a:r>
            <a:r>
              <a:rPr lang="en-IN" dirty="0">
                <a:latin typeface="Arial" panose="020B0604020202020204" pitchFamily="34" charset="0"/>
                <a:cs typeface="Arial" panose="020B0604020202020204" pitchFamily="34" charset="0"/>
              </a:rPr>
              <a:t> in which we try to determine </a:t>
            </a:r>
            <a:r>
              <a:rPr lang="en-IN" i="1" dirty="0">
                <a:latin typeface="Arial" panose="020B0604020202020204" pitchFamily="34" charset="0"/>
                <a:cs typeface="Arial" panose="020B0604020202020204" pitchFamily="34" charset="0"/>
              </a:rPr>
              <a:t>how the communities in the graph may change over time</a:t>
            </a:r>
            <a:r>
              <a:rPr lang="en-IN" dirty="0" smtClean="0">
                <a:latin typeface="Arial" panose="020B0604020202020204" pitchFamily="34" charset="0"/>
                <a:cs typeface="Arial" panose="020B0604020202020204" pitchFamily="34" charset="0"/>
              </a:rPr>
              <a:t>.</a:t>
            </a:r>
          </a:p>
          <a:p>
            <a:pPr lvl="3">
              <a:buFont typeface="Wingdings" panose="05000000000000000000" pitchFamily="2" charset="2"/>
              <a:buChar char="v"/>
            </a:pPr>
            <a:r>
              <a:rPr lang="en-IN" i="1" dirty="0">
                <a:latin typeface="Arial" panose="020B0604020202020204" pitchFamily="34" charset="0"/>
                <a:cs typeface="Arial" panose="020B0604020202020204" pitchFamily="34" charset="0"/>
              </a:rPr>
              <a:t>newly forming communities, decaying communities, or evolving communities</a:t>
            </a:r>
            <a:r>
              <a:rPr lang="en-IN" dirty="0" smtClean="0">
                <a:latin typeface="Arial" panose="020B0604020202020204" pitchFamily="34" charset="0"/>
                <a:cs typeface="Arial" panose="020B0604020202020204" pitchFamily="34" charset="0"/>
              </a:rPr>
              <a:t>.</a:t>
            </a:r>
            <a:endParaRPr lang="en-IN" sz="2000" dirty="0" smtClean="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292260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600200"/>
            <a:ext cx="8458200" cy="4525963"/>
          </a:xfrm>
        </p:spPr>
        <p:txBody>
          <a:bodyPr>
            <a:noAutofit/>
          </a:bodyPr>
          <a:lstStyle/>
          <a:p>
            <a:pPr>
              <a:buFont typeface="Wingdings" panose="05000000000000000000" pitchFamily="2" charset="2"/>
              <a:buChar char="v"/>
            </a:pPr>
            <a:r>
              <a:rPr lang="en-IN" b="1" dirty="0" smtClean="0"/>
              <a:t>Members </a:t>
            </a:r>
            <a:r>
              <a:rPr lang="en-IN" b="1" dirty="0"/>
              <a:t>with particular expertise sets, &amp;The flow of information in the social </a:t>
            </a:r>
            <a:r>
              <a:rPr lang="en-IN" b="1" dirty="0" smtClean="0"/>
              <a:t>network</a:t>
            </a:r>
          </a:p>
          <a:p>
            <a:pPr lvl="1">
              <a:buFont typeface="Wingdings" panose="05000000000000000000" pitchFamily="2" charset="2"/>
              <a:buChar char="v"/>
            </a:pPr>
            <a:r>
              <a:rPr lang="en-IN" sz="2400" b="1" dirty="0" smtClean="0"/>
              <a:t>Centrality </a:t>
            </a:r>
            <a:r>
              <a:rPr lang="en-IN" sz="2400" b="1" dirty="0"/>
              <a:t>analysis </a:t>
            </a:r>
            <a:r>
              <a:rPr lang="en-IN" sz="2400" dirty="0"/>
              <a:t>in </a:t>
            </a:r>
            <a:r>
              <a:rPr lang="en-IN" sz="2400" dirty="0" smtClean="0"/>
              <a:t>networks</a:t>
            </a:r>
            <a:r>
              <a:rPr lang="en-IN" sz="2400" dirty="0"/>
              <a:t> </a:t>
            </a:r>
            <a:r>
              <a:rPr lang="en-IN" sz="2400" dirty="0" smtClean="0"/>
              <a:t>is closely </a:t>
            </a:r>
            <a:r>
              <a:rPr lang="en-IN" sz="2400" dirty="0"/>
              <a:t>related to the problem of information flow spread in social networks.</a:t>
            </a:r>
          </a:p>
          <a:p>
            <a:pPr lvl="2">
              <a:buFont typeface="Wingdings" panose="05000000000000000000" pitchFamily="2" charset="2"/>
              <a:buChar char="v"/>
            </a:pPr>
            <a:r>
              <a:rPr lang="en-IN" dirty="0">
                <a:latin typeface="Arial" panose="020B0604020202020204" pitchFamily="34" charset="0"/>
                <a:cs typeface="Arial" panose="020B0604020202020204" pitchFamily="34" charset="0"/>
              </a:rPr>
              <a:t>T</a:t>
            </a:r>
            <a:r>
              <a:rPr lang="en-IN" dirty="0" smtClean="0">
                <a:latin typeface="Arial" panose="020B0604020202020204" pitchFamily="34" charset="0"/>
                <a:cs typeface="Arial" panose="020B0604020202020204" pitchFamily="34" charset="0"/>
              </a:rPr>
              <a:t>o </a:t>
            </a:r>
            <a:r>
              <a:rPr lang="en-IN" dirty="0">
                <a:latin typeface="Arial" panose="020B0604020202020204" pitchFamily="34" charset="0"/>
                <a:cs typeface="Arial" panose="020B0604020202020204" pitchFamily="34" charset="0"/>
              </a:rPr>
              <a:t>determine the most influential members of the social network;</a:t>
            </a:r>
          </a:p>
          <a:p>
            <a:pPr lvl="2">
              <a:buFont typeface="Wingdings" panose="05000000000000000000" pitchFamily="2" charset="2"/>
              <a:buChar char="v"/>
            </a:pPr>
            <a:r>
              <a:rPr lang="en-IN" dirty="0" smtClean="0">
                <a:latin typeface="Arial" panose="020B0604020202020204" pitchFamily="34" charset="0"/>
                <a:cs typeface="Arial" panose="020B0604020202020204" pitchFamily="34" charset="0"/>
              </a:rPr>
              <a:t>Information </a:t>
            </a:r>
            <a:r>
              <a:rPr lang="en-IN" dirty="0">
                <a:latin typeface="Arial" panose="020B0604020202020204" pitchFamily="34" charset="0"/>
                <a:cs typeface="Arial" panose="020B0604020202020204" pitchFamily="34" charset="0"/>
              </a:rPr>
              <a:t>in the social </a:t>
            </a:r>
            <a:r>
              <a:rPr lang="en-IN" dirty="0" smtClean="0">
                <a:latin typeface="Arial" panose="020B0604020202020204" pitchFamily="34" charset="0"/>
                <a:cs typeface="Arial" panose="020B0604020202020204" pitchFamily="34" charset="0"/>
              </a:rPr>
              <a:t>behaviour </a:t>
            </a:r>
            <a:r>
              <a:rPr lang="en-IN" dirty="0">
                <a:latin typeface="Arial" panose="020B0604020202020204" pitchFamily="34" charset="0"/>
                <a:cs typeface="Arial" panose="020B0604020202020204" pitchFamily="34" charset="0"/>
              </a:rPr>
              <a:t>often cascades through it in the same way as an epidemic. We would like to </a:t>
            </a:r>
            <a:r>
              <a:rPr lang="en-IN" dirty="0" smtClean="0">
                <a:latin typeface="Arial" panose="020B0604020202020204" pitchFamily="34" charset="0"/>
                <a:cs typeface="Arial" panose="020B0604020202020204" pitchFamily="34" charset="0"/>
              </a:rPr>
              <a:t>measure </a:t>
            </a:r>
            <a:r>
              <a:rPr lang="en-IN" dirty="0">
                <a:latin typeface="Arial" panose="020B0604020202020204" pitchFamily="34" charset="0"/>
                <a:cs typeface="Arial" panose="020B0604020202020204" pitchFamily="34" charset="0"/>
              </a:rPr>
              <a:t>the </a:t>
            </a:r>
            <a:r>
              <a:rPr lang="en-IN" b="1" dirty="0">
                <a:latin typeface="Arial" panose="020B0604020202020204" pitchFamily="34" charset="0"/>
                <a:cs typeface="Arial" panose="020B0604020202020204" pitchFamily="34" charset="0"/>
              </a:rPr>
              <a:t>information cascade rate </a:t>
            </a:r>
            <a:r>
              <a:rPr lang="en-IN" dirty="0">
                <a:latin typeface="Arial" panose="020B0604020202020204" pitchFamily="34" charset="0"/>
                <a:cs typeface="Arial" panose="020B0604020202020204" pitchFamily="34" charset="0"/>
              </a:rPr>
              <a:t>through the social network, and determine the effect of different sources of information</a:t>
            </a:r>
            <a:r>
              <a:rPr lang="en-IN" dirty="0" smtClean="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sz="quarter" idx="10"/>
          </p:nvPr>
        </p:nvSpPr>
        <p:spPr/>
        <p:txBody>
          <a:bodyPr/>
          <a:lstStyle/>
          <a:p>
            <a:r>
              <a:rPr lang="en-IN" dirty="0"/>
              <a:t>Application Of Graph Mining</a:t>
            </a:r>
          </a:p>
        </p:txBody>
      </p:sp>
    </p:spTree>
    <p:extLst>
      <p:ext uri="{BB962C8B-B14F-4D97-AF65-F5344CB8AC3E}">
        <p14:creationId xmlns:p14="http://schemas.microsoft.com/office/powerpoint/2010/main" val="221389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Font typeface="+mj-lt"/>
              <a:buAutoNum type="arabicPeriod"/>
            </a:pPr>
            <a:r>
              <a:rPr lang="en-IN" dirty="0"/>
              <a:t>D. Cook, L. Holder, </a:t>
            </a:r>
            <a:r>
              <a:rPr lang="en-IN" b="1" dirty="0"/>
              <a:t>Mining Graph Data</a:t>
            </a:r>
            <a:r>
              <a:rPr lang="en-IN" dirty="0"/>
              <a:t>, </a:t>
            </a:r>
            <a:r>
              <a:rPr lang="en-IN" i="1" dirty="0"/>
              <a:t>John Wiley &amp; Sons </a:t>
            </a:r>
            <a:r>
              <a:rPr lang="en-IN" i="1" dirty="0" err="1"/>
              <a:t>Inc</a:t>
            </a:r>
            <a:r>
              <a:rPr lang="en-IN" dirty="0"/>
              <a:t>, 2007</a:t>
            </a:r>
            <a:r>
              <a:rPr lang="en-IN" dirty="0" smtClean="0"/>
              <a:t>.</a:t>
            </a:r>
          </a:p>
          <a:p>
            <a:pPr marL="457200" indent="-457200">
              <a:buFont typeface="+mj-lt"/>
              <a:buAutoNum type="arabicPeriod"/>
            </a:pPr>
            <a:r>
              <a:rPr lang="en-US" dirty="0"/>
              <a:t>Agarwal </a:t>
            </a:r>
            <a:r>
              <a:rPr lang="en-US" dirty="0" err="1"/>
              <a:t>Charu</a:t>
            </a:r>
            <a:r>
              <a:rPr lang="en-US" dirty="0"/>
              <a:t> C. and Wang </a:t>
            </a:r>
            <a:r>
              <a:rPr lang="en-US" dirty="0" err="1"/>
              <a:t>Haixun</a:t>
            </a:r>
            <a:r>
              <a:rPr lang="en-US" dirty="0"/>
              <a:t>, </a:t>
            </a:r>
            <a:r>
              <a:rPr lang="en-US" b="1" i="1" dirty="0"/>
              <a:t>“Managing and Mining Graph Data</a:t>
            </a:r>
            <a:r>
              <a:rPr lang="en-US" b="1" i="1" dirty="0" smtClean="0"/>
              <a:t>”</a:t>
            </a:r>
            <a:r>
              <a:rPr lang="en-US" i="1" dirty="0" smtClean="0"/>
              <a:t>, 2010.</a:t>
            </a:r>
            <a:endParaRPr lang="en-IN" dirty="0"/>
          </a:p>
        </p:txBody>
      </p:sp>
      <p:sp>
        <p:nvSpPr>
          <p:cNvPr id="3" name="Content Placeholder 2"/>
          <p:cNvSpPr>
            <a:spLocks noGrp="1"/>
          </p:cNvSpPr>
          <p:nvPr>
            <p:ph sz="quarter" idx="10"/>
          </p:nvPr>
        </p:nvSpPr>
        <p:spPr/>
        <p:txBody>
          <a:bodyPr/>
          <a:lstStyle/>
          <a:p>
            <a:r>
              <a:rPr lang="en-IN" dirty="0" smtClean="0"/>
              <a:t>Reference</a:t>
            </a:r>
            <a:endParaRPr lang="en-IN" dirty="0"/>
          </a:p>
        </p:txBody>
      </p:sp>
      <mc:AlternateContent xmlns:mc="http://schemas.openxmlformats.org/markup-compatibility/2006" xmlns:p14="http://schemas.microsoft.com/office/powerpoint/2010/main">
        <mc:Choice Requires="p14">
          <p:contentPart p14:bwMode="auto" r:id="rId2">
            <p14:nvContentPartPr>
              <p14:cNvPr id="37" name="Ink 36"/>
              <p14:cNvContentPartPr/>
              <p14:nvPr/>
            </p14:nvContentPartPr>
            <p14:xfrm>
              <a:off x="-1756166" y="3614091"/>
              <a:ext cx="14760" cy="360"/>
            </p14:xfrm>
          </p:contentPart>
        </mc:Choice>
        <mc:Fallback xmlns="">
          <p:pic>
            <p:nvPicPr>
              <p:cNvPr id="37" name="Ink 36"/>
              <p:cNvPicPr/>
              <p:nvPr/>
            </p:nvPicPr>
            <p:blipFill>
              <a:blip r:embed="rId25"/>
              <a:stretch>
                <a:fillRect/>
              </a:stretch>
            </p:blipFill>
            <p:spPr>
              <a:xfrm>
                <a:off x="-1768046" y="3602211"/>
                <a:ext cx="38520" cy="24120"/>
              </a:xfrm>
              <a:prstGeom prst="rect">
                <a:avLst/>
              </a:prstGeom>
            </p:spPr>
          </p:pic>
        </mc:Fallback>
      </mc:AlternateContent>
    </p:spTree>
    <p:extLst>
      <p:ext uri="{BB962C8B-B14F-4D97-AF65-F5344CB8AC3E}">
        <p14:creationId xmlns:p14="http://schemas.microsoft.com/office/powerpoint/2010/main" val="367425692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r>
              <a:rPr lang="en-IN" dirty="0" smtClean="0"/>
              <a:t>Thank You</a:t>
            </a:r>
            <a:endParaRPr lang="en-IN" dirty="0"/>
          </a:p>
        </p:txBody>
      </p:sp>
    </p:spTree>
    <p:extLst>
      <p:ext uri="{BB962C8B-B14F-4D97-AF65-F5344CB8AC3E}">
        <p14:creationId xmlns:p14="http://schemas.microsoft.com/office/powerpoint/2010/main" val="27889240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7255</TotalTime>
  <Words>3019</Words>
  <Application>Microsoft Office PowerPoint</Application>
  <PresentationFormat>On-screen Show (4:3)</PresentationFormat>
  <Paragraphs>338</Paragraphs>
  <Slides>41</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Lohit Hindi</vt:lpstr>
      <vt:lpstr>Times New Roman</vt:lpstr>
      <vt:lpstr>WenQuanYi Micro Hei</vt:lpstr>
      <vt:lpstr>Wingdings</vt:lpstr>
      <vt:lpstr>Office Theme</vt:lpstr>
      <vt:lpstr>Graphs - Algorithms and Mining  (DSE**  ZG521)</vt:lpstr>
      <vt:lpstr>PowerPoint Presentation</vt:lpstr>
      <vt:lpstr>PowerPoint Presentation</vt:lpstr>
      <vt:lpstr>PowerPoint Presentation</vt:lpstr>
      <vt:lpstr>PowerPoint Presentation</vt:lpstr>
      <vt:lpstr>PowerPoint Presentation</vt:lpstr>
      <vt:lpstr>PowerPoint Presentation</vt:lpstr>
      <vt:lpstr>Various type of Graph Data for Graph Mining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Various type of Data for Graph Mining</vt:lpstr>
      <vt:lpstr>PowerPoint Presentation</vt:lpstr>
      <vt:lpstr>PowerPoint Presentation</vt:lpstr>
      <vt:lpstr>PowerPoint Presentation</vt:lpstr>
      <vt:lpstr>PowerPoint Presentation</vt:lpstr>
      <vt:lpstr>Application of Graph Mining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Administrator</dc:creator>
  <cp:lastModifiedBy>Admin</cp:lastModifiedBy>
  <cp:revision>539</cp:revision>
  <dcterms:created xsi:type="dcterms:W3CDTF">2006-08-16T00:00:00Z</dcterms:created>
  <dcterms:modified xsi:type="dcterms:W3CDTF">2021-11-20T12:46:24Z</dcterms:modified>
</cp:coreProperties>
</file>